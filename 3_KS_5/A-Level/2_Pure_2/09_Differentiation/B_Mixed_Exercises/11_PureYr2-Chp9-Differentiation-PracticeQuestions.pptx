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702" r:id="rId5"/>
    <p:sldId id="533" r:id="rId6"/>
    <p:sldId id="721" r:id="rId7"/>
    <p:sldId id="722" r:id="rId8"/>
    <p:sldId id="712" r:id="rId9"/>
    <p:sldId id="713" r:id="rId10"/>
    <p:sldId id="714" r:id="rId11"/>
    <p:sldId id="715" r:id="rId12"/>
    <p:sldId id="703" r:id="rId13"/>
    <p:sldId id="718" r:id="rId14"/>
    <p:sldId id="719" r:id="rId15"/>
    <p:sldId id="720" r:id="rId16"/>
    <p:sldId id="723" r:id="rId17"/>
    <p:sldId id="724" r:id="rId18"/>
    <p:sldId id="725" r:id="rId19"/>
    <p:sldId id="532" r:id="rId20"/>
    <p:sldId id="716" r:id="rId21"/>
    <p:sldId id="71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52A0FC-2FC9-4AB3-B4A8-9BFCE6938DCD}" v="5" dt="2026-02-03T08:23:50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680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modSld">
      <pc:chgData name="Dieter Beaven" userId="9bbdb69f-69d0-4759-aa9b-5c090a2da237" providerId="ADAL" clId="{B47B330E-67D7-47E6-A6C8-686253D34652}" dt="2026-02-03T13:38:51.776" v="92" actId="1076"/>
      <pc:docMkLst>
        <pc:docMk/>
      </pc:docMkLst>
      <pc:sldChg chg="addSp delSp modSp mod">
        <pc:chgData name="Dieter Beaven" userId="9bbdb69f-69d0-4759-aa9b-5c090a2da237" providerId="ADAL" clId="{B47B330E-67D7-47E6-A6C8-686253D34652}" dt="2026-02-03T08:13:43.337" v="13" actId="1076"/>
        <pc:sldMkLst>
          <pc:docMk/>
          <pc:sldMk cId="173887519" sldId="533"/>
        </pc:sldMkLst>
        <pc:picChg chg="add del mod">
          <ac:chgData name="Dieter Beaven" userId="9bbdb69f-69d0-4759-aa9b-5c090a2da237" providerId="ADAL" clId="{B47B330E-67D7-47E6-A6C8-686253D34652}" dt="2026-02-03T08:13:40.807" v="9" actId="478"/>
          <ac:picMkLst>
            <pc:docMk/>
            <pc:sldMk cId="173887519" sldId="533"/>
            <ac:picMk id="6" creationId="{F72A6F9F-9A45-CDC3-CCD0-462F652D0A1F}"/>
          </ac:picMkLst>
        </pc:picChg>
        <pc:picChg chg="add mod">
          <ac:chgData name="Dieter Beaven" userId="9bbdb69f-69d0-4759-aa9b-5c090a2da237" providerId="ADAL" clId="{B47B330E-67D7-47E6-A6C8-686253D34652}" dt="2026-02-03T08:13:43.337" v="13" actId="1076"/>
          <ac:picMkLst>
            <pc:docMk/>
            <pc:sldMk cId="173887519" sldId="533"/>
            <ac:picMk id="8" creationId="{066CD0AD-4922-7E21-BF45-50D08CD2FA26}"/>
          </ac:picMkLst>
        </pc:picChg>
      </pc:sldChg>
      <pc:sldChg chg="addSp modSp mod">
        <pc:chgData name="Dieter Beaven" userId="9bbdb69f-69d0-4759-aa9b-5c090a2da237" providerId="ADAL" clId="{B47B330E-67D7-47E6-A6C8-686253D34652}" dt="2026-02-03T08:19:33.128" v="47" actId="1076"/>
        <pc:sldMkLst>
          <pc:docMk/>
          <pc:sldMk cId="3196350854" sldId="703"/>
        </pc:sldMkLst>
        <pc:picChg chg="add mod">
          <ac:chgData name="Dieter Beaven" userId="9bbdb69f-69d0-4759-aa9b-5c090a2da237" providerId="ADAL" clId="{B47B330E-67D7-47E6-A6C8-686253D34652}" dt="2026-02-03T08:19:33.128" v="47" actId="1076"/>
          <ac:picMkLst>
            <pc:docMk/>
            <pc:sldMk cId="3196350854" sldId="703"/>
            <ac:picMk id="6" creationId="{45B8F298-CE31-21C7-FD1D-276440D6F966}"/>
          </ac:picMkLst>
        </pc:picChg>
      </pc:sldChg>
      <pc:sldChg chg="addSp modSp mod">
        <pc:chgData name="Dieter Beaven" userId="9bbdb69f-69d0-4759-aa9b-5c090a2da237" providerId="ADAL" clId="{B47B330E-67D7-47E6-A6C8-686253D34652}" dt="2026-02-03T08:16:42.655" v="30" actId="962"/>
        <pc:sldMkLst>
          <pc:docMk/>
          <pc:sldMk cId="1756658491" sldId="712"/>
        </pc:sldMkLst>
        <pc:picChg chg="add mod">
          <ac:chgData name="Dieter Beaven" userId="9bbdb69f-69d0-4759-aa9b-5c090a2da237" providerId="ADAL" clId="{B47B330E-67D7-47E6-A6C8-686253D34652}" dt="2026-02-03T08:16:42.655" v="30" actId="962"/>
          <ac:picMkLst>
            <pc:docMk/>
            <pc:sldMk cId="1756658491" sldId="712"/>
            <ac:picMk id="6" creationId="{FA92D66B-BD5B-7C8E-412B-60F33908A6F3}"/>
          </ac:picMkLst>
        </pc:picChg>
      </pc:sldChg>
      <pc:sldChg chg="addSp modSp mod">
        <pc:chgData name="Dieter Beaven" userId="9bbdb69f-69d0-4759-aa9b-5c090a2da237" providerId="ADAL" clId="{B47B330E-67D7-47E6-A6C8-686253D34652}" dt="2026-02-03T08:17:34.010" v="34" actId="1076"/>
        <pc:sldMkLst>
          <pc:docMk/>
          <pc:sldMk cId="1336369231" sldId="713"/>
        </pc:sldMkLst>
        <pc:picChg chg="add mod">
          <ac:chgData name="Dieter Beaven" userId="9bbdb69f-69d0-4759-aa9b-5c090a2da237" providerId="ADAL" clId="{B47B330E-67D7-47E6-A6C8-686253D34652}" dt="2026-02-03T08:17:34.010" v="34" actId="1076"/>
          <ac:picMkLst>
            <pc:docMk/>
            <pc:sldMk cId="1336369231" sldId="713"/>
            <ac:picMk id="6" creationId="{92C04C74-5B46-B7A2-B452-83B56F5AE7F9}"/>
          </ac:picMkLst>
        </pc:picChg>
      </pc:sldChg>
      <pc:sldChg chg="addSp modSp mod">
        <pc:chgData name="Dieter Beaven" userId="9bbdb69f-69d0-4759-aa9b-5c090a2da237" providerId="ADAL" clId="{B47B330E-67D7-47E6-A6C8-686253D34652}" dt="2026-02-03T08:17:59.682" v="38" actId="962"/>
        <pc:sldMkLst>
          <pc:docMk/>
          <pc:sldMk cId="39163912" sldId="714"/>
        </pc:sldMkLst>
        <pc:picChg chg="add mod">
          <ac:chgData name="Dieter Beaven" userId="9bbdb69f-69d0-4759-aa9b-5c090a2da237" providerId="ADAL" clId="{B47B330E-67D7-47E6-A6C8-686253D34652}" dt="2026-02-03T08:17:59.682" v="38" actId="962"/>
          <ac:picMkLst>
            <pc:docMk/>
            <pc:sldMk cId="39163912" sldId="714"/>
            <ac:picMk id="6" creationId="{D205FF8C-C259-5194-3EC3-DE1876E48CCD}"/>
          </ac:picMkLst>
        </pc:picChg>
      </pc:sldChg>
      <pc:sldChg chg="addSp modSp mod">
        <pc:chgData name="Dieter Beaven" userId="9bbdb69f-69d0-4759-aa9b-5c090a2da237" providerId="ADAL" clId="{B47B330E-67D7-47E6-A6C8-686253D34652}" dt="2026-02-03T08:19:03.346" v="43" actId="1035"/>
        <pc:sldMkLst>
          <pc:docMk/>
          <pc:sldMk cId="82748660" sldId="715"/>
        </pc:sldMkLst>
        <pc:picChg chg="add mod">
          <ac:chgData name="Dieter Beaven" userId="9bbdb69f-69d0-4759-aa9b-5c090a2da237" providerId="ADAL" clId="{B47B330E-67D7-47E6-A6C8-686253D34652}" dt="2026-02-03T08:19:03.346" v="43" actId="1035"/>
          <ac:picMkLst>
            <pc:docMk/>
            <pc:sldMk cId="82748660" sldId="715"/>
            <ac:picMk id="6" creationId="{8D460F7F-F61E-33E1-8D36-DE0330B9ABA2}"/>
          </ac:picMkLst>
        </pc:picChg>
      </pc:sldChg>
      <pc:sldChg chg="addSp delSp modSp mod">
        <pc:chgData name="Dieter Beaven" userId="9bbdb69f-69d0-4759-aa9b-5c090a2da237" providerId="ADAL" clId="{B47B330E-67D7-47E6-A6C8-686253D34652}" dt="2026-02-03T13:38:51.776" v="92" actId="1076"/>
        <pc:sldMkLst>
          <pc:docMk/>
          <pc:sldMk cId="273979284" sldId="717"/>
        </pc:sldMkLst>
        <pc:picChg chg="del">
          <ac:chgData name="Dieter Beaven" userId="9bbdb69f-69d0-4759-aa9b-5c090a2da237" providerId="ADAL" clId="{B47B330E-67D7-47E6-A6C8-686253D34652}" dt="2026-02-03T13:38:25.233" v="83" actId="478"/>
          <ac:picMkLst>
            <pc:docMk/>
            <pc:sldMk cId="273979284" sldId="717"/>
            <ac:picMk id="6" creationId="{3B0F353B-5F8C-7A21-3AA1-7076FFA1027C}"/>
          </ac:picMkLst>
        </pc:picChg>
        <pc:picChg chg="add del mod">
          <ac:chgData name="Dieter Beaven" userId="9bbdb69f-69d0-4759-aa9b-5c090a2da237" providerId="ADAL" clId="{B47B330E-67D7-47E6-A6C8-686253D34652}" dt="2026-02-03T13:38:49.492" v="88" actId="478"/>
          <ac:picMkLst>
            <pc:docMk/>
            <pc:sldMk cId="273979284" sldId="717"/>
            <ac:picMk id="7" creationId="{54363659-E257-0819-53C2-F520627503BC}"/>
          </ac:picMkLst>
        </pc:picChg>
        <pc:picChg chg="add mod">
          <ac:chgData name="Dieter Beaven" userId="9bbdb69f-69d0-4759-aa9b-5c090a2da237" providerId="ADAL" clId="{B47B330E-67D7-47E6-A6C8-686253D34652}" dt="2026-02-03T13:38:51.776" v="92" actId="1076"/>
          <ac:picMkLst>
            <pc:docMk/>
            <pc:sldMk cId="273979284" sldId="717"/>
            <ac:picMk id="9" creationId="{F8AED1B4-80DA-1F68-1621-F8095C674A9E}"/>
          </ac:picMkLst>
        </pc:picChg>
      </pc:sldChg>
      <pc:sldChg chg="addSp delSp modSp mod">
        <pc:chgData name="Dieter Beaven" userId="9bbdb69f-69d0-4759-aa9b-5c090a2da237" providerId="ADAL" clId="{B47B330E-67D7-47E6-A6C8-686253D34652}" dt="2026-02-03T08:21:01.070" v="58" actId="1036"/>
        <pc:sldMkLst>
          <pc:docMk/>
          <pc:sldMk cId="4184037438" sldId="718"/>
        </pc:sldMkLst>
        <pc:picChg chg="add del mod">
          <ac:chgData name="Dieter Beaven" userId="9bbdb69f-69d0-4759-aa9b-5c090a2da237" providerId="ADAL" clId="{B47B330E-67D7-47E6-A6C8-686253D34652}" dt="2026-02-03T08:20:36.005" v="52" actId="478"/>
          <ac:picMkLst>
            <pc:docMk/>
            <pc:sldMk cId="4184037438" sldId="718"/>
            <ac:picMk id="6" creationId="{6445F1AF-208A-37CE-731D-BAD661CAA6B3}"/>
          </ac:picMkLst>
        </pc:picChg>
        <pc:picChg chg="add mod">
          <ac:chgData name="Dieter Beaven" userId="9bbdb69f-69d0-4759-aa9b-5c090a2da237" providerId="ADAL" clId="{B47B330E-67D7-47E6-A6C8-686253D34652}" dt="2026-02-03T08:21:01.070" v="58" actId="1036"/>
          <ac:picMkLst>
            <pc:docMk/>
            <pc:sldMk cId="4184037438" sldId="718"/>
            <ac:picMk id="8" creationId="{AB07E4C0-B18B-BA4E-44C2-F1F960279856}"/>
          </ac:picMkLst>
        </pc:picChg>
      </pc:sldChg>
      <pc:sldChg chg="addSp modSp mod">
        <pc:chgData name="Dieter Beaven" userId="9bbdb69f-69d0-4759-aa9b-5c090a2da237" providerId="ADAL" clId="{B47B330E-67D7-47E6-A6C8-686253D34652}" dt="2026-02-03T08:21:35.151" v="63" actId="1036"/>
        <pc:sldMkLst>
          <pc:docMk/>
          <pc:sldMk cId="862914199" sldId="719"/>
        </pc:sldMkLst>
        <pc:picChg chg="add mod">
          <ac:chgData name="Dieter Beaven" userId="9bbdb69f-69d0-4759-aa9b-5c090a2da237" providerId="ADAL" clId="{B47B330E-67D7-47E6-A6C8-686253D34652}" dt="2026-02-03T08:21:35.151" v="63" actId="1036"/>
          <ac:picMkLst>
            <pc:docMk/>
            <pc:sldMk cId="862914199" sldId="719"/>
            <ac:picMk id="6" creationId="{D79F5892-F4B0-3118-D7B3-45144326C01B}"/>
          </ac:picMkLst>
        </pc:picChg>
      </pc:sldChg>
      <pc:sldChg chg="addSp modSp mod">
        <pc:chgData name="Dieter Beaven" userId="9bbdb69f-69d0-4759-aa9b-5c090a2da237" providerId="ADAL" clId="{B47B330E-67D7-47E6-A6C8-686253D34652}" dt="2026-02-03T08:22:49.700" v="67" actId="1076"/>
        <pc:sldMkLst>
          <pc:docMk/>
          <pc:sldMk cId="1877778241" sldId="720"/>
        </pc:sldMkLst>
        <pc:picChg chg="add mod">
          <ac:chgData name="Dieter Beaven" userId="9bbdb69f-69d0-4759-aa9b-5c090a2da237" providerId="ADAL" clId="{B47B330E-67D7-47E6-A6C8-686253D34652}" dt="2026-02-03T08:22:49.700" v="67" actId="1076"/>
          <ac:picMkLst>
            <pc:docMk/>
            <pc:sldMk cId="1877778241" sldId="720"/>
            <ac:picMk id="6" creationId="{09186AF0-6720-3DB1-DD3F-25C244BBD65C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2-03T08:15:08.504" v="20" actId="1036"/>
        <pc:sldMkLst>
          <pc:docMk/>
          <pc:sldMk cId="4186892430" sldId="721"/>
        </pc:sldMkLst>
        <pc:picChg chg="add del mod">
          <ac:chgData name="Dieter Beaven" userId="9bbdb69f-69d0-4759-aa9b-5c090a2da237" providerId="ADAL" clId="{B47B330E-67D7-47E6-A6C8-686253D34652}" dt="2026-02-03T08:13:46.805" v="14" actId="478"/>
          <ac:picMkLst>
            <pc:docMk/>
            <pc:sldMk cId="4186892430" sldId="721"/>
            <ac:picMk id="6" creationId="{AA38E514-D4ED-064D-1EF2-3DADE20AC510}"/>
          </ac:picMkLst>
        </pc:picChg>
        <pc:picChg chg="add mod">
          <ac:chgData name="Dieter Beaven" userId="9bbdb69f-69d0-4759-aa9b-5c090a2da237" providerId="ADAL" clId="{B47B330E-67D7-47E6-A6C8-686253D34652}" dt="2026-02-03T08:15:08.504" v="20" actId="1036"/>
          <ac:picMkLst>
            <pc:docMk/>
            <pc:sldMk cId="4186892430" sldId="721"/>
            <ac:picMk id="8" creationId="{3DB27BB9-650E-E45F-2C1D-32527AC737A4}"/>
          </ac:picMkLst>
        </pc:picChg>
      </pc:sldChg>
      <pc:sldChg chg="addSp modSp add mod">
        <pc:chgData name="Dieter Beaven" userId="9bbdb69f-69d0-4759-aa9b-5c090a2da237" providerId="ADAL" clId="{B47B330E-67D7-47E6-A6C8-686253D34652}" dt="2026-02-03T08:15:39.928" v="26" actId="1036"/>
        <pc:sldMkLst>
          <pc:docMk/>
          <pc:sldMk cId="392218837" sldId="722"/>
        </pc:sldMkLst>
        <pc:picChg chg="add mod">
          <ac:chgData name="Dieter Beaven" userId="9bbdb69f-69d0-4759-aa9b-5c090a2da237" providerId="ADAL" clId="{B47B330E-67D7-47E6-A6C8-686253D34652}" dt="2026-02-03T08:15:39.928" v="26" actId="1036"/>
          <ac:picMkLst>
            <pc:docMk/>
            <pc:sldMk cId="392218837" sldId="722"/>
            <ac:picMk id="6" creationId="{2161C378-F906-F722-172B-BEF6DD4D1BD9}"/>
          </ac:picMkLst>
        </pc:picChg>
      </pc:sldChg>
      <pc:sldChg chg="addSp modSp add mod">
        <pc:chgData name="Dieter Beaven" userId="9bbdb69f-69d0-4759-aa9b-5c090a2da237" providerId="ADAL" clId="{B47B330E-67D7-47E6-A6C8-686253D34652}" dt="2026-02-03T08:23:19.894" v="72" actId="1076"/>
        <pc:sldMkLst>
          <pc:docMk/>
          <pc:sldMk cId="3078593145" sldId="723"/>
        </pc:sldMkLst>
        <pc:picChg chg="add mod">
          <ac:chgData name="Dieter Beaven" userId="9bbdb69f-69d0-4759-aa9b-5c090a2da237" providerId="ADAL" clId="{B47B330E-67D7-47E6-A6C8-686253D34652}" dt="2026-02-03T08:23:19.894" v="72" actId="1076"/>
          <ac:picMkLst>
            <pc:docMk/>
            <pc:sldMk cId="3078593145" sldId="723"/>
            <ac:picMk id="6" creationId="{2B55017B-4123-B9CC-E5FF-95469298D6A7}"/>
          </ac:picMkLst>
        </pc:picChg>
      </pc:sldChg>
      <pc:sldChg chg="addSp modSp add mod">
        <pc:chgData name="Dieter Beaven" userId="9bbdb69f-69d0-4759-aa9b-5c090a2da237" providerId="ADAL" clId="{B47B330E-67D7-47E6-A6C8-686253D34652}" dt="2026-02-03T08:23:48.083" v="76" actId="1076"/>
        <pc:sldMkLst>
          <pc:docMk/>
          <pc:sldMk cId="3746660983" sldId="724"/>
        </pc:sldMkLst>
        <pc:picChg chg="add mod">
          <ac:chgData name="Dieter Beaven" userId="9bbdb69f-69d0-4759-aa9b-5c090a2da237" providerId="ADAL" clId="{B47B330E-67D7-47E6-A6C8-686253D34652}" dt="2026-02-03T08:23:48.083" v="76" actId="1076"/>
          <ac:picMkLst>
            <pc:docMk/>
            <pc:sldMk cId="3746660983" sldId="724"/>
            <ac:picMk id="6" creationId="{192C23D2-1EDD-EF99-C546-727C14EC347F}"/>
          </ac:picMkLst>
        </pc:picChg>
      </pc:sldChg>
      <pc:sldChg chg="addSp delSp modSp add mod">
        <pc:chgData name="Dieter Beaven" userId="9bbdb69f-69d0-4759-aa9b-5c090a2da237" providerId="ADAL" clId="{B47B330E-67D7-47E6-A6C8-686253D34652}" dt="2026-02-03T08:24:10.475" v="82" actId="1076"/>
        <pc:sldMkLst>
          <pc:docMk/>
          <pc:sldMk cId="1596699688" sldId="725"/>
        </pc:sldMkLst>
        <pc:picChg chg="del">
          <ac:chgData name="Dieter Beaven" userId="9bbdb69f-69d0-4759-aa9b-5c090a2da237" providerId="ADAL" clId="{B47B330E-67D7-47E6-A6C8-686253D34652}" dt="2026-02-03T08:23:52.187" v="78" actId="478"/>
          <ac:picMkLst>
            <pc:docMk/>
            <pc:sldMk cId="1596699688" sldId="725"/>
            <ac:picMk id="6" creationId="{1EECF3AD-034B-4C05-08BD-D0998655C406}"/>
          </ac:picMkLst>
        </pc:picChg>
        <pc:picChg chg="add mod">
          <ac:chgData name="Dieter Beaven" userId="9bbdb69f-69d0-4759-aa9b-5c090a2da237" providerId="ADAL" clId="{B47B330E-67D7-47E6-A6C8-686253D34652}" dt="2026-02-03T08:24:10.475" v="82" actId="1076"/>
          <ac:picMkLst>
            <pc:docMk/>
            <pc:sldMk cId="1596699688" sldId="725"/>
            <ac:picMk id="7" creationId="{A038324C-822F-FE91-F534-1A91802A606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03/02/2026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9: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066CD0AD-4922-7E21-BF45-50D08CD2F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40" y="764704"/>
            <a:ext cx="741997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80CB4-4100-7A83-AFD1-29DB26592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566F710-B0C3-B215-9B09-7659D8C89EB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18A83F4-F728-3172-C10A-B651F717B7C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078C7E5-4F37-C7CE-F680-2566BFE6AE7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3DB27BB9-650E-E45F-2C1D-32527AC73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28" y="641176"/>
            <a:ext cx="73152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9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4C6E8-0E83-9207-49E8-AE0BB78C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0FE087F-19BA-971A-B9C2-DBC39C0CE90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676E57C-AF9F-6EF8-EC42-2D92D07CBCC3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29BC84A-B82D-5765-9167-CCD36E1005D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2161C378-F906-F722-172B-BEF6DD4D1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03" y="967705"/>
            <a:ext cx="741045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1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ge with black text&#10;&#10;AI-generated content may be incorrect.">
            <a:extLst>
              <a:ext uri="{FF2B5EF4-FFF2-40B4-BE49-F238E27FC236}">
                <a16:creationId xmlns:a16="http://schemas.microsoft.com/office/drawing/2014/main" id="{FA92D66B-BD5B-7C8E-412B-60F33908A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5" y="764704"/>
            <a:ext cx="751522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and formulas on a white background&#10;&#10;AI-generated content may be incorrect.">
            <a:extLst>
              <a:ext uri="{FF2B5EF4-FFF2-40B4-BE49-F238E27FC236}">
                <a16:creationId xmlns:a16="http://schemas.microsoft.com/office/drawing/2014/main" id="{92C04C74-5B46-B7A2-B452-83B56F5AE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0" y="980728"/>
            <a:ext cx="7610475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15A4-6400-4602-F42A-5CF2311F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D4A3C01-4DC5-8DA9-D001-D0DF7BDB9EE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D326D51-B640-7069-1612-DD8D0497504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DE1C3BF-ABAC-56B9-2B36-06AE2A41576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D205FF8C-C259-5194-3EC3-DE1876E48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28" y="839234"/>
            <a:ext cx="7772400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3440D-6E59-0C4B-AD83-0F2E911EC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6AE708F-269C-9135-AED1-837BF3F241B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1A520CC-0E3C-473C-8DE8-006CEC8FD37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1CBA103-5CD2-0CD4-5D23-3A9F0DFEBEB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graph and a line&#10;&#10;AI-generated content may be incorrect.">
            <a:extLst>
              <a:ext uri="{FF2B5EF4-FFF2-40B4-BE49-F238E27FC236}">
                <a16:creationId xmlns:a16="http://schemas.microsoft.com/office/drawing/2014/main" id="{8D460F7F-F61E-33E1-8D36-DE0330B9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0" y="764704"/>
            <a:ext cx="780097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8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equations in a paper&#10;&#10;AI-generated content may be incorrect.">
            <a:extLst>
              <a:ext uri="{FF2B5EF4-FFF2-40B4-BE49-F238E27FC236}">
                <a16:creationId xmlns:a16="http://schemas.microsoft.com/office/drawing/2014/main" id="{45B8F298-CE31-21C7-FD1D-276440D6F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0" y="908720"/>
            <a:ext cx="761047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95DBC-9890-165B-9895-9042F02E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D12CF87-C484-08F4-A7C8-828AFAAE27D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FEC2BB6-459A-AE21-1FFF-AB538486D81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44B37F8-2F08-BA54-DFAC-CEB29A9C158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math problem with a number of equations&#10;&#10;AI-generated content may be incorrect.">
            <a:extLst>
              <a:ext uri="{FF2B5EF4-FFF2-40B4-BE49-F238E27FC236}">
                <a16:creationId xmlns:a16="http://schemas.microsoft.com/office/drawing/2014/main" id="{AB07E4C0-B18B-BA4E-44C2-F1F96027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53" y="726901"/>
            <a:ext cx="7600950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3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49EF4-D3EF-05E1-88B9-4C846858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1F6423C-EC5B-B7C8-09BF-21A1CD520C0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97D5DC3-F123-8602-B2CE-757A8F68038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F566E70-5F78-8180-7F93-49A3620B284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s equation with lines and a triangle&#10;&#10;AI-generated content may be incorrect.">
            <a:extLst>
              <a:ext uri="{FF2B5EF4-FFF2-40B4-BE49-F238E27FC236}">
                <a16:creationId xmlns:a16="http://schemas.microsoft.com/office/drawing/2014/main" id="{D79F5892-F4B0-3118-D7B3-45144326C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896838"/>
            <a:ext cx="7696200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914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3BFB-0E07-C570-1EBE-1D8AA591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582964B-E4B4-D2D7-24F9-055ACF43906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FD2D681-D7AB-0FC9-BABD-744330BC543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4A50243-B113-5013-27F3-09BFDF1D19F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09186AF0-6720-3DB1-DD3F-25C244BBD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3" y="869581"/>
            <a:ext cx="782955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782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CE656-6E02-5DF3-A6AC-261AA915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047BF1F-7502-A90C-9950-8C655F5AF6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8C43A14-CAE0-FDBD-3FA2-F283CA6388E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0351853B-D3AA-586E-E860-A6B4E5B48D75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white page with black text&#10;&#10;AI-generated content may be incorrect.">
            <a:extLst>
              <a:ext uri="{FF2B5EF4-FFF2-40B4-BE49-F238E27FC236}">
                <a16:creationId xmlns:a16="http://schemas.microsoft.com/office/drawing/2014/main" id="{2B55017B-4123-B9CC-E5FF-95469298D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665" y="836712"/>
            <a:ext cx="7629525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93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B7CB-52ED-F6CF-38A1-9908DD0E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1DE8211-4106-34A7-CF9C-7CFFFF2AE5C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C7EEAEC3-4B51-0287-08FF-B8366BAA811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3BA0902-559B-B9E4-2E52-5DD48C0DCE4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192C23D2-1EDD-EF99-C546-727C14EC3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03" y="692696"/>
            <a:ext cx="7639050" cy="60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60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5D9DE-E51E-E4E8-90B0-B1EEBF14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B77C23-DA7A-0063-3A07-2031FE7E561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B8CC67D-F066-B87F-B9AA-D1597C9DC97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49264C7-31B7-5670-017B-2C810F7BDFA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038324C-822F-FE91-F534-1A91802A6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218141"/>
            <a:ext cx="786765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6996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880C552-0047-0D8E-AB71-B34B87E08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24" y="692696"/>
            <a:ext cx="9144000" cy="512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3650-1297-E046-6770-F681D20E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D0668B-1F05-3A1E-6F6E-4F605D1E5D4A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5586236-34CD-F52F-DA85-F4DE5C5D8177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92A7397-814E-3FD9-7463-F9155C5C275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A8EF19C-15F7-F649-A3FC-5D2C3F4A2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84" y="764704"/>
            <a:ext cx="9144000" cy="59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23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2D93-BB25-EF71-8F15-47554990F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56D0DE9-AE01-74D3-6D50-802442F193C1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84B68C4-31DD-6FF4-8D85-A74751CD2D56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4105006-FC96-6175-3F31-24867CFCC4B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9" name="Picture 8" descr="A math problems with equations&#10;&#10;AI-generated content may be incorrect.">
            <a:extLst>
              <a:ext uri="{FF2B5EF4-FFF2-40B4-BE49-F238E27FC236}">
                <a16:creationId xmlns:a16="http://schemas.microsoft.com/office/drawing/2014/main" id="{F8AED1B4-80DA-1F68-1621-F8095C674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03" y="908720"/>
            <a:ext cx="87820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9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9D3391-997D-4369-8C5A-9887D520139A}">
  <ds:schemaRefs>
    <ds:schemaRef ds:uri="http://www.w3.org/XML/1998/namespace"/>
    <ds:schemaRef ds:uri="http://schemas.microsoft.com/office/2006/metadata/properties"/>
    <ds:schemaRef ds:uri="http://purl.org/dc/elements/1.1/"/>
    <ds:schemaRef ds:uri="http://purl.org/dc/terms/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aa1ecaf-a1aa-4fc9-8c75-2805352e1f6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29580</TotalTime>
  <Words>43</Words>
  <Application>Microsoft Office PowerPoint</Application>
  <PresentationFormat>On-screen Show (4:3)</PresentationFormat>
  <Paragraphs>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P2 Chapter 9: Differentiation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2026-02-03T13:39:01Z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