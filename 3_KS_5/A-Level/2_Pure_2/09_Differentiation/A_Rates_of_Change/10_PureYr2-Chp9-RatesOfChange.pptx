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717" r:id="rId5"/>
    <p:sldId id="610" r:id="rId6"/>
    <p:sldId id="612" r:id="rId7"/>
    <p:sldId id="611" r:id="rId8"/>
    <p:sldId id="531" r:id="rId9"/>
    <p:sldId id="533" r:id="rId10"/>
    <p:sldId id="718" r:id="rId11"/>
    <p:sldId id="719" r:id="rId12"/>
    <p:sldId id="70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4319DB-AA9F-4E74-9D77-62F97573F18C}" v="3" dt="2025-01-08T17:20:40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2D4319DB-AA9F-4E74-9D77-62F97573F18C}"/>
    <pc:docChg chg="undo custSel addSld delSld modSld">
      <pc:chgData name="Dieter Beaven" userId="9bbdb69f-69d0-4759-aa9b-5c090a2da237" providerId="ADAL" clId="{2D4319DB-AA9F-4E74-9D77-62F97573F18C}" dt="2025-01-08T17:24:11.901" v="27" actId="1076"/>
      <pc:docMkLst>
        <pc:docMk/>
      </pc:docMkLst>
      <pc:sldChg chg="addSp modSp mod modAnim">
        <pc:chgData name="Dieter Beaven" userId="9bbdb69f-69d0-4759-aa9b-5c090a2da237" providerId="ADAL" clId="{2D4319DB-AA9F-4E74-9D77-62F97573F18C}" dt="2025-01-08T17:19:15.522" v="8" actId="6549"/>
        <pc:sldMkLst>
          <pc:docMk/>
          <pc:sldMk cId="2586607706" sldId="531"/>
        </pc:sldMkLst>
        <pc:spChg chg="mod">
          <ac:chgData name="Dieter Beaven" userId="9bbdb69f-69d0-4759-aa9b-5c090a2da237" providerId="ADAL" clId="{2D4319DB-AA9F-4E74-9D77-62F97573F18C}" dt="2025-01-08T17:18:23.362" v="5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2D4319DB-AA9F-4E74-9D77-62F97573F18C}" dt="2025-01-08T17:19:15.522" v="8" actId="6549"/>
          <ac:spMkLst>
            <pc:docMk/>
            <pc:sldMk cId="2586607706" sldId="531"/>
            <ac:spMk id="5" creationId="{00000000-0000-0000-0000-000000000000}"/>
          </ac:spMkLst>
        </pc:spChg>
        <pc:spChg chg="add mod">
          <ac:chgData name="Dieter Beaven" userId="9bbdb69f-69d0-4759-aa9b-5c090a2da237" providerId="ADAL" clId="{2D4319DB-AA9F-4E74-9D77-62F97573F18C}" dt="2025-01-08T17:19:09.250" v="6" actId="20577"/>
          <ac:spMkLst>
            <pc:docMk/>
            <pc:sldMk cId="2586607706" sldId="531"/>
            <ac:spMk id="7" creationId="{B621267D-B34A-F83C-304C-5A0C484D807E}"/>
          </ac:spMkLst>
        </pc:spChg>
        <pc:spChg chg="add mod">
          <ac:chgData name="Dieter Beaven" userId="9bbdb69f-69d0-4759-aa9b-5c090a2da237" providerId="ADAL" clId="{2D4319DB-AA9F-4E74-9D77-62F97573F18C}" dt="2025-01-08T17:18:08.798" v="1"/>
          <ac:spMkLst>
            <pc:docMk/>
            <pc:sldMk cId="2586607706" sldId="531"/>
            <ac:spMk id="8" creationId="{91BA412D-E5A1-A76D-5E7A-BE4A4B4C417D}"/>
          </ac:spMkLst>
        </pc:spChg>
        <pc:spChg chg="add mod">
          <ac:chgData name="Dieter Beaven" userId="9bbdb69f-69d0-4759-aa9b-5c090a2da237" providerId="ADAL" clId="{2D4319DB-AA9F-4E74-9D77-62F97573F18C}" dt="2025-01-08T17:18:08.798" v="1"/>
          <ac:spMkLst>
            <pc:docMk/>
            <pc:sldMk cId="2586607706" sldId="531"/>
            <ac:spMk id="9" creationId="{635C792E-7B3B-7112-D5D8-752928A72189}"/>
          </ac:spMkLst>
        </pc:spChg>
        <pc:spChg chg="add mod">
          <ac:chgData name="Dieter Beaven" userId="9bbdb69f-69d0-4759-aa9b-5c090a2da237" providerId="ADAL" clId="{2D4319DB-AA9F-4E74-9D77-62F97573F18C}" dt="2025-01-08T17:18:08.798" v="1"/>
          <ac:spMkLst>
            <pc:docMk/>
            <pc:sldMk cId="2586607706" sldId="531"/>
            <ac:spMk id="10" creationId="{A201A5DA-CDCF-D188-2EAA-D4A5250F2699}"/>
          </ac:spMkLst>
        </pc:spChg>
      </pc:sldChg>
      <pc:sldChg chg="addSp delSp modSp mod">
        <pc:chgData name="Dieter Beaven" userId="9bbdb69f-69d0-4759-aa9b-5c090a2da237" providerId="ADAL" clId="{2D4319DB-AA9F-4E74-9D77-62F97573F18C}" dt="2025-01-08T17:22:27.325" v="23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2D4319DB-AA9F-4E74-9D77-62F97573F18C}" dt="2025-01-08T17:19:54.447" v="10" actId="478"/>
          <ac:picMkLst>
            <pc:docMk/>
            <pc:sldMk cId="173887519" sldId="533"/>
            <ac:picMk id="6" creationId="{68D78D0C-65CF-5ED7-B1D8-3453D85F9439}"/>
          </ac:picMkLst>
        </pc:picChg>
        <pc:picChg chg="add del mod">
          <ac:chgData name="Dieter Beaven" userId="9bbdb69f-69d0-4759-aa9b-5c090a2da237" providerId="ADAL" clId="{2D4319DB-AA9F-4E74-9D77-62F97573F18C}" dt="2025-01-08T17:21:46.092" v="18" actId="478"/>
          <ac:picMkLst>
            <pc:docMk/>
            <pc:sldMk cId="173887519" sldId="533"/>
            <ac:picMk id="8" creationId="{20E431DD-B13E-6CCE-8C4D-A27071FE20CE}"/>
          </ac:picMkLst>
        </pc:picChg>
        <pc:picChg chg="add mod">
          <ac:chgData name="Dieter Beaven" userId="9bbdb69f-69d0-4759-aa9b-5c090a2da237" providerId="ADAL" clId="{2D4319DB-AA9F-4E74-9D77-62F97573F18C}" dt="2025-01-08T17:22:27.325" v="23" actId="1076"/>
          <ac:picMkLst>
            <pc:docMk/>
            <pc:sldMk cId="173887519" sldId="533"/>
            <ac:picMk id="10" creationId="{2F916314-A6B6-503F-1265-DC8D2C486F99}"/>
          </ac:picMkLst>
        </pc:picChg>
      </pc:sldChg>
      <pc:sldChg chg="add">
        <pc:chgData name="Dieter Beaven" userId="9bbdb69f-69d0-4759-aa9b-5c090a2da237" providerId="ADAL" clId="{2D4319DB-AA9F-4E74-9D77-62F97573F18C}" dt="2025-01-08T17:17:31.119" v="0"/>
        <pc:sldMkLst>
          <pc:docMk/>
          <pc:sldMk cId="126919203" sldId="610"/>
        </pc:sldMkLst>
      </pc:sldChg>
      <pc:sldChg chg="add">
        <pc:chgData name="Dieter Beaven" userId="9bbdb69f-69d0-4759-aa9b-5c090a2da237" providerId="ADAL" clId="{2D4319DB-AA9F-4E74-9D77-62F97573F18C}" dt="2025-01-08T17:17:31.119" v="0"/>
        <pc:sldMkLst>
          <pc:docMk/>
          <pc:sldMk cId="1704389715" sldId="611"/>
        </pc:sldMkLst>
      </pc:sldChg>
      <pc:sldChg chg="add">
        <pc:chgData name="Dieter Beaven" userId="9bbdb69f-69d0-4759-aa9b-5c090a2da237" providerId="ADAL" clId="{2D4319DB-AA9F-4E74-9D77-62F97573F18C}" dt="2025-01-08T17:17:31.119" v="0"/>
        <pc:sldMkLst>
          <pc:docMk/>
          <pc:sldMk cId="2691254568" sldId="612"/>
        </pc:sldMkLst>
      </pc:sldChg>
      <pc:sldChg chg="add del">
        <pc:chgData name="Dieter Beaven" userId="9bbdb69f-69d0-4759-aa9b-5c090a2da237" providerId="ADAL" clId="{2D4319DB-AA9F-4E74-9D77-62F97573F18C}" dt="2025-01-08T17:18:12.438" v="2" actId="47"/>
        <pc:sldMkLst>
          <pc:docMk/>
          <pc:sldMk cId="4022081718" sldId="613"/>
        </pc:sldMkLst>
      </pc:sldChg>
      <pc:sldChg chg="addSp modSp mod">
        <pc:chgData name="Dieter Beaven" userId="9bbdb69f-69d0-4759-aa9b-5c090a2da237" providerId="ADAL" clId="{2D4319DB-AA9F-4E74-9D77-62F97573F18C}" dt="2025-01-08T17:24:11.901" v="27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2D4319DB-AA9F-4E74-9D77-62F97573F18C}" dt="2025-01-08T17:24:11.901" v="27" actId="1076"/>
          <ac:picMkLst>
            <pc:docMk/>
            <pc:sldMk cId="464788855" sldId="701"/>
            <ac:picMk id="6" creationId="{F81AD8A5-DB4A-B917-9F6A-AFDA82CDCDE2}"/>
          </ac:picMkLst>
        </pc:picChg>
      </pc:sldChg>
      <pc:sldChg chg="addSp delSp modSp mod">
        <pc:chgData name="Dieter Beaven" userId="9bbdb69f-69d0-4759-aa9b-5c090a2da237" providerId="ADAL" clId="{2D4319DB-AA9F-4E74-9D77-62F97573F18C}" dt="2025-01-08T17:22:22.591" v="22" actId="1076"/>
        <pc:sldMkLst>
          <pc:docMk/>
          <pc:sldMk cId="3902928920" sldId="718"/>
        </pc:sldMkLst>
        <pc:picChg chg="add del">
          <ac:chgData name="Dieter Beaven" userId="9bbdb69f-69d0-4759-aa9b-5c090a2da237" providerId="ADAL" clId="{2D4319DB-AA9F-4E74-9D77-62F97573F18C}" dt="2025-01-08T17:21:01.922" v="15" actId="22"/>
          <ac:picMkLst>
            <pc:docMk/>
            <pc:sldMk cId="3902928920" sldId="718"/>
            <ac:picMk id="6" creationId="{0D199964-EB75-A73A-BBE4-8F8FDC75E83A}"/>
          </ac:picMkLst>
        </pc:picChg>
        <pc:picChg chg="add del">
          <ac:chgData name="Dieter Beaven" userId="9bbdb69f-69d0-4759-aa9b-5c090a2da237" providerId="ADAL" clId="{2D4319DB-AA9F-4E74-9D77-62F97573F18C}" dt="2025-01-08T17:21:30.177" v="17" actId="478"/>
          <ac:picMkLst>
            <pc:docMk/>
            <pc:sldMk cId="3902928920" sldId="718"/>
            <ac:picMk id="8" creationId="{8F5058C7-5DAB-496E-CC7B-0EF5E80009D7}"/>
          </ac:picMkLst>
        </pc:picChg>
        <pc:picChg chg="add mod">
          <ac:chgData name="Dieter Beaven" userId="9bbdb69f-69d0-4759-aa9b-5c090a2da237" providerId="ADAL" clId="{2D4319DB-AA9F-4E74-9D77-62F97573F18C}" dt="2025-01-08T17:22:22.591" v="22" actId="1076"/>
          <ac:picMkLst>
            <pc:docMk/>
            <pc:sldMk cId="3902928920" sldId="718"/>
            <ac:picMk id="10" creationId="{BF658A83-734D-5FC5-FD19-E0CD764698E9}"/>
          </ac:picMkLst>
        </pc:picChg>
      </pc:sldChg>
      <pc:sldChg chg="addSp modSp add mod">
        <pc:chgData name="Dieter Beaven" userId="9bbdb69f-69d0-4759-aa9b-5c090a2da237" providerId="ADAL" clId="{2D4319DB-AA9F-4E74-9D77-62F97573F18C}" dt="2025-01-08T17:22:40.535" v="25" actId="1076"/>
        <pc:sldMkLst>
          <pc:docMk/>
          <pc:sldMk cId="4270148919" sldId="719"/>
        </pc:sldMkLst>
        <pc:picChg chg="add mod">
          <ac:chgData name="Dieter Beaven" userId="9bbdb69f-69d0-4759-aa9b-5c090a2da237" providerId="ADAL" clId="{2D4319DB-AA9F-4E74-9D77-62F97573F18C}" dt="2025-01-08T17:22:40.535" v="25" actId="1076"/>
          <ac:picMkLst>
            <pc:docMk/>
            <pc:sldMk cId="4270148919" sldId="719"/>
            <ac:picMk id="6" creationId="{A19FB45E-DC28-14B8-8ADD-374C55822E3A}"/>
          </ac:picMkLst>
        </pc:picChg>
      </pc:sldChg>
    </pc:docChg>
  </pc:docChgLst>
  <pc:docChgLst>
    <pc:chgData name="Dieter Beaven" userId="9bbdb69f-69d0-4759-aa9b-5c090a2da237" providerId="ADAL" clId="{1A433DA2-8BDB-45F9-8138-109FB338640A}"/>
    <pc:docChg chg="modSld">
      <pc:chgData name="Dieter Beaven" userId="9bbdb69f-69d0-4759-aa9b-5c090a2da237" providerId="ADAL" clId="{1A433DA2-8BDB-45F9-8138-109FB338640A}" dt="2025-01-08T15:03:44.020" v="26" actId="20577"/>
      <pc:docMkLst>
        <pc:docMk/>
      </pc:docMkLst>
      <pc:sldChg chg="modSp mod">
        <pc:chgData name="Dieter Beaven" userId="9bbdb69f-69d0-4759-aa9b-5c090a2da237" providerId="ADAL" clId="{1A433DA2-8BDB-45F9-8138-109FB338640A}" dt="2025-01-08T15:03:44.020" v="26" actId="20577"/>
        <pc:sldMkLst>
          <pc:docMk/>
          <pc:sldMk cId="938785864" sldId="717"/>
        </pc:sldMkLst>
        <pc:spChg chg="mod">
          <ac:chgData name="Dieter Beaven" userId="9bbdb69f-69d0-4759-aa9b-5c090a2da237" providerId="ADAL" clId="{1A433DA2-8BDB-45F9-8138-109FB338640A}" dt="2025-01-08T15:03:44.020" v="26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680.png"/><Relationship Id="rId3" Type="http://schemas.openxmlformats.org/officeDocument/2006/relationships/image" Target="../media/image580.png"/><Relationship Id="rId7" Type="http://schemas.openxmlformats.org/officeDocument/2006/relationships/image" Target="../media/image242.png"/><Relationship Id="rId12" Type="http://schemas.openxmlformats.org/officeDocument/2006/relationships/image" Target="../media/image243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0.png"/><Relationship Id="rId11" Type="http://schemas.openxmlformats.org/officeDocument/2006/relationships/image" Target="../media/image235.png"/><Relationship Id="rId5" Type="http://schemas.openxmlformats.org/officeDocument/2006/relationships/image" Target="../media/image600.png"/><Relationship Id="rId15" Type="http://schemas.openxmlformats.org/officeDocument/2006/relationships/image" Target="../media/image700.png"/><Relationship Id="rId10" Type="http://schemas.openxmlformats.org/officeDocument/2006/relationships/image" Target="../media/image650.png"/><Relationship Id="rId4" Type="http://schemas.openxmlformats.org/officeDocument/2006/relationships/image" Target="../media/image590.png"/><Relationship Id="rId9" Type="http://schemas.openxmlformats.org/officeDocument/2006/relationships/image" Target="../media/image640.png"/><Relationship Id="rId14" Type="http://schemas.openxmlformats.org/officeDocument/2006/relationships/image" Target="../media/image69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/>
            </a:br>
            <a:r>
              <a:rPr lang="en-GB"/>
              <a:t>Rates </a:t>
            </a:r>
            <a:r>
              <a:rPr lang="en-GB" dirty="0"/>
              <a:t>of Change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Relating Rates of Change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6" y="852323"/>
                <a:ext cx="7704856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rate of change of the area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of a circle when the radius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cm, given that the radius is changing at a rate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852323"/>
                <a:ext cx="7704856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95536" y="852323"/>
            <a:ext cx="360040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116" y="1751850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Firstly, how would we represent…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9484" y="2374378"/>
                <a:ext cx="38905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“the rate of change of the area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”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84" y="2374378"/>
                <a:ext cx="389054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254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1518" y="2962626"/>
                <a:ext cx="38685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“the rate of change of the radius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 is 5”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18" y="2962626"/>
                <a:ext cx="3868514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420" t="-9836" r="-315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20072" y="2196087"/>
                <a:ext cx="108012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𝒅𝑨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96087"/>
                <a:ext cx="1080120" cy="6182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20072" y="2814333"/>
                <a:ext cx="108012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𝒅𝒓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814333"/>
                <a:ext cx="1080120" cy="61824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660232" y="1936516"/>
                <a:ext cx="2232248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 err="1"/>
                  <a:t>Fro</a:t>
                </a:r>
                <a:r>
                  <a:rPr lang="en-GB" b="1" dirty="0"/>
                  <a:t> Tip: </a:t>
                </a:r>
                <a:r>
                  <a:rPr lang="en-GB" dirty="0"/>
                  <a:t>Whenever you see the word ‘</a:t>
                </a:r>
                <a:r>
                  <a:rPr lang="en-GB" u="sng" dirty="0"/>
                  <a:t>rate</a:t>
                </a:r>
                <a:r>
                  <a:rPr lang="en-GB" dirty="0"/>
                  <a:t>’, think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1936516"/>
                <a:ext cx="2232248" cy="923330"/>
              </a:xfrm>
              <a:prstGeom prst="rect">
                <a:avLst/>
              </a:prstGeom>
              <a:blipFill>
                <a:blip r:embed="rId7"/>
                <a:stretch>
                  <a:fillRect l="-1892" t="-2581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221994" y="2225407"/>
            <a:ext cx="969485" cy="5562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1994" y="2834294"/>
            <a:ext cx="969485" cy="5562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13552" y="3551192"/>
                <a:ext cx="38464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“the area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of a circle”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52" y="3551192"/>
                <a:ext cx="384648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1268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66676" y="3544972"/>
                <a:ext cx="1080120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676" y="3544972"/>
                <a:ext cx="1080120" cy="37555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220072" y="3459702"/>
            <a:ext cx="969485" cy="5562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52" y="4293096"/>
            <a:ext cx="218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Then by Chain Rule: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33008" y="4691360"/>
                <a:ext cx="4627124" cy="1027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        ×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008" y="4691360"/>
                <a:ext cx="4627124" cy="102733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3491880" y="5229200"/>
            <a:ext cx="5760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79596" y="5235107"/>
            <a:ext cx="5760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829276" y="4777624"/>
            <a:ext cx="1656184" cy="85480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for </a:t>
            </a:r>
            <a:r>
              <a:rPr lang="en-GB" dirty="0" err="1"/>
              <a:t>Fromanimation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396719" y="4691360"/>
                <a:ext cx="6213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𝑑𝐴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719" y="4691360"/>
                <a:ext cx="62137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385434" y="5250103"/>
                <a:ext cx="6213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434" y="5250103"/>
                <a:ext cx="62137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248574" y="4777624"/>
            <a:ext cx="18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First copy top and bottom into the diagonals…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961" y="5833889"/>
            <a:ext cx="3357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…Then fill in the gaps with whatever variable you didn’t use.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579596" y="4654514"/>
                <a:ext cx="4964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596" y="4654514"/>
                <a:ext cx="4964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446570" y="5257726"/>
                <a:ext cx="4964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570" y="5257726"/>
                <a:ext cx="496460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854689" y="5686892"/>
                <a:ext cx="20806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689" y="5686892"/>
                <a:ext cx="2080636" cy="120032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5391090" y="5748931"/>
            <a:ext cx="1438186" cy="10441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91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05556E-6 -2.22222E-6 L 0.11597 0.00394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9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24132 -0.0037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66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5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5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18" grpId="0"/>
      <p:bldP spid="19" grpId="0"/>
      <p:bldP spid="23" grpId="0" animBg="1"/>
      <p:bldP spid="24" grpId="0"/>
      <p:bldP spid="24" grpId="1"/>
      <p:bldP spid="25" grpId="0"/>
      <p:bldP spid="25" grpId="1"/>
      <p:bldP spid="26" grpId="0"/>
      <p:bldP spid="27" grpId="0"/>
      <p:bldP spid="30" grpId="0"/>
      <p:bldP spid="31" grpId="0" animBg="1"/>
      <p:bldP spid="3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1D3FFA-B800-43F9-826D-D067414A43A2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2DCAD7A-D9D5-4AC4-AFE6-42478695351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24BDD3D-63C0-4D25-83F7-32547AA66F8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5B5348D-D229-4DA7-B2BA-49E9CB2ED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2736"/>
            <a:ext cx="5544616" cy="2740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C462A0-643E-434E-9C58-52CA4491B400}"/>
              </a:ext>
            </a:extLst>
          </p:cNvPr>
          <p:cNvSpPr txBox="1"/>
          <p:nvPr/>
        </p:nvSpPr>
        <p:spPr>
          <a:xfrm>
            <a:off x="323528" y="779240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2008 Q3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320FA6-3AEB-4613-823B-6F42EB8C3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3" y="4026958"/>
            <a:ext cx="4333875" cy="2209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9DCE95-6492-47B0-A847-AFFCB6080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519" y="4111542"/>
            <a:ext cx="4550538" cy="17657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BD635E-9519-4130-B020-3429668CE9C4}"/>
              </a:ext>
            </a:extLst>
          </p:cNvPr>
          <p:cNvSpPr/>
          <p:nvPr/>
        </p:nvSpPr>
        <p:spPr>
          <a:xfrm>
            <a:off x="347033" y="4049311"/>
            <a:ext cx="3997475" cy="22600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1FF528-EB95-4764-986E-1F8199F4E56F}"/>
              </a:ext>
            </a:extLst>
          </p:cNvPr>
          <p:cNvSpPr/>
          <p:nvPr/>
        </p:nvSpPr>
        <p:spPr>
          <a:xfrm>
            <a:off x="4860032" y="4037599"/>
            <a:ext cx="4205025" cy="22600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9EBADC-D9E4-43C7-AB5C-7118DAB6AA43}"/>
              </a:ext>
            </a:extLst>
          </p:cNvPr>
          <p:cNvSpPr txBox="1"/>
          <p:nvPr/>
        </p:nvSpPr>
        <p:spPr>
          <a:xfrm>
            <a:off x="6740252" y="2771546"/>
            <a:ext cx="2165573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It’s common to have a second part of the question where you have to connect further rates.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9962C9-0211-4EA7-B944-E3D79CAA8B03}"/>
              </a:ext>
            </a:extLst>
          </p:cNvPr>
          <p:cNvCxnSpPr>
            <a:stCxn id="14" idx="1"/>
          </p:cNvCxnSpPr>
          <p:nvPr/>
        </p:nvCxnSpPr>
        <p:spPr>
          <a:xfrm flipH="1">
            <a:off x="6067425" y="3094712"/>
            <a:ext cx="672827" cy="400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25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58929"/>
            <a:ext cx="6143625" cy="53625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323528" y="779240"/>
            <a:ext cx="165618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June 2012 Q2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23728" y="4135673"/>
                <a:ext cx="1584176" cy="806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𝒅𝑽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4135673"/>
                <a:ext cx="1584176" cy="8060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16708" y="5373216"/>
                <a:ext cx="2947379" cy="717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𝒅𝑽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𝒅𝑽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𝟎𝟒𝟖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𝟎𝟎𝟎𝟐𝟓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708" y="5373216"/>
                <a:ext cx="2947379" cy="7170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83087" y="5516735"/>
                <a:ext cx="2724106" cy="1341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𝒅𝑨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𝒅𝑨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𝒅𝑨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𝟎𝟎𝟎𝟐𝟓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𝟎𝟐𝟒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087" y="5516735"/>
                <a:ext cx="2724106" cy="13412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442533" y="4154086"/>
            <a:ext cx="1265371" cy="7979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5776" y="5332745"/>
            <a:ext cx="2824245" cy="7979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5697" y="5470881"/>
            <a:ext cx="2648085" cy="13871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868144" y="6237312"/>
            <a:ext cx="504056" cy="72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803840" y="3894083"/>
                <a:ext cx="2116857" cy="107792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 err="1"/>
                  <a:t>Fro</a:t>
                </a:r>
                <a:r>
                  <a:rPr lang="en-GB" sz="1600" b="1" dirty="0"/>
                  <a:t> Tip</a:t>
                </a:r>
                <a:r>
                  <a:rPr lang="en-GB" sz="1600" dirty="0"/>
                  <a:t>: Don’t forget that if you know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840" y="3894083"/>
                <a:ext cx="2116857" cy="1077924"/>
              </a:xfrm>
              <a:prstGeom prst="rect">
                <a:avLst/>
              </a:prstGeom>
              <a:blipFill>
                <a:blip r:embed="rId6"/>
                <a:stretch>
                  <a:fillRect l="-855" t="-5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38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9.10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77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21267D-B34A-F83C-304C-5A0C484D807E}"/>
              </a:ext>
            </a:extLst>
          </p:cNvPr>
          <p:cNvSpPr txBox="1"/>
          <p:nvPr/>
        </p:nvSpPr>
        <p:spPr>
          <a:xfrm>
            <a:off x="446278" y="1903779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I have skipped out the content on ‘setting up differential equations’ as I think it’s better to do this in the Integration chapter. You therefore won’t be able to yet do Q5, Q6.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A412D-E5A1-A76D-5E7A-BE4A4B4C417D}"/>
              </a:ext>
            </a:extLst>
          </p:cNvPr>
          <p:cNvSpPr txBox="1"/>
          <p:nvPr/>
        </p:nvSpPr>
        <p:spPr>
          <a:xfrm>
            <a:off x="395478" y="2996433"/>
            <a:ext cx="218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5C792E-7B3B-7112-D5D8-752928A72189}"/>
                  </a:ext>
                </a:extLst>
              </p:cNvPr>
              <p:cNvSpPr txBox="1"/>
              <p:nvPr/>
            </p:nvSpPr>
            <p:spPr>
              <a:xfrm>
                <a:off x="446278" y="3365765"/>
                <a:ext cx="7870138" cy="2854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[STEP I 2009 Q5] A right circular cone has base radius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, height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 and slant height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GB" dirty="0"/>
                  <a:t>. Its volume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, and the area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of its curved surface, are given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𝑟𝑙</m:t>
                      </m:r>
                    </m:oMath>
                  </m:oMathPara>
                </a14:m>
                <a:endParaRPr lang="en-GB" dirty="0"/>
              </a:p>
              <a:p>
                <a:pPr marL="400050" indent="-400050">
                  <a:buAutoNum type="romanLcParenBoth"/>
                </a:pPr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is fixed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 is chosen so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is at its stationary value,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dirty="0"/>
                  <a:t> and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400050" indent="-400050">
                  <a:buAutoNum type="romanLcParenBoth"/>
                </a:pPr>
                <a:r>
                  <a:rPr lang="en-GB" dirty="0"/>
                  <a:t>Given, instead,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is fixed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 is chosen so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is at its stationary value, find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400050" indent="-400050">
                  <a:buAutoNum type="romanLcParenBoth"/>
                </a:pPr>
                <a:endParaRPr lang="en-GB" b="1" dirty="0"/>
              </a:p>
              <a:p>
                <a:r>
                  <a:rPr lang="en-GB" b="1" dirty="0"/>
                  <a:t>Solution to (ii):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5C792E-7B3B-7112-D5D8-752928A72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78" y="3365765"/>
                <a:ext cx="7870138" cy="2854820"/>
              </a:xfrm>
              <a:prstGeom prst="rect">
                <a:avLst/>
              </a:prstGeom>
              <a:blipFill>
                <a:blip r:embed="rId2"/>
                <a:stretch>
                  <a:fillRect l="-620" t="-1068" b="-3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201A5DA-CDCF-D188-2EAA-D4A5250F2699}"/>
              </a:ext>
            </a:extLst>
          </p:cNvPr>
          <p:cNvSpPr/>
          <p:nvPr/>
        </p:nvSpPr>
        <p:spPr>
          <a:xfrm>
            <a:off x="2025297" y="5712181"/>
            <a:ext cx="2038703" cy="7140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F916314-A6B6-503F-1265-DC8D2C486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90" y="764704"/>
            <a:ext cx="69246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F658A83-734D-5FC5-FD19-E0CD764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90" y="863034"/>
            <a:ext cx="67722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ECE59-41EF-7120-10A7-956E435D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5A7FD46-0F58-B04E-0243-DFECA6B1C09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17410A9-4F98-8486-7D31-2D8A945E2EE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EB1365A-C8FE-951D-4D30-3D50D68E48B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19FB45E-DC28-14B8-8ADD-374C55822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03" y="980728"/>
            <a:ext cx="71818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48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81AD8A5-DB4A-B917-9F6A-AFDA82CDC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85915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22504</TotalTime>
  <Words>437</Words>
  <Application>Microsoft Office PowerPoint</Application>
  <PresentationFormat>On-screen Show (4:3)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9: Differentiation  Rates of Change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2025-01-08T17:24:17Z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