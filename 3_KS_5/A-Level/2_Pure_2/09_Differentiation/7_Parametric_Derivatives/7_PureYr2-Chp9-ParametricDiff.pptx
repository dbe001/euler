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17" r:id="rId5"/>
    <p:sldId id="598" r:id="rId6"/>
    <p:sldId id="600" r:id="rId7"/>
    <p:sldId id="531" r:id="rId8"/>
    <p:sldId id="533" r:id="rId9"/>
    <p:sldId id="718" r:id="rId10"/>
    <p:sldId id="719" r:id="rId11"/>
    <p:sldId id="720" r:id="rId12"/>
    <p:sldId id="7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B1AAE-C471-4AA7-8273-86F40742E446}" v="3" dt="2024-12-10T16:48:24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728B1AAE-C471-4AA7-8273-86F40742E446}"/>
    <pc:docChg chg="custSel addSld modSld">
      <pc:chgData name="Dieter Beaven" userId="9bbdb69f-69d0-4759-aa9b-5c090a2da237" providerId="ADAL" clId="{728B1AAE-C471-4AA7-8273-86F40742E446}" dt="2024-12-10T16:48:54.062" v="63" actId="6549"/>
      <pc:docMkLst>
        <pc:docMk/>
      </pc:docMkLst>
      <pc:sldChg chg="modSp mod">
        <pc:chgData name="Dieter Beaven" userId="9bbdb69f-69d0-4759-aa9b-5c090a2da237" providerId="ADAL" clId="{728B1AAE-C471-4AA7-8273-86F40742E446}" dt="2024-12-10T16:48:54.062" v="63" actId="6549"/>
        <pc:sldMkLst>
          <pc:docMk/>
          <pc:sldMk cId="2586607706" sldId="531"/>
        </pc:sldMkLst>
        <pc:spChg chg="mod">
          <ac:chgData name="Dieter Beaven" userId="9bbdb69f-69d0-4759-aa9b-5c090a2da237" providerId="ADAL" clId="{728B1AAE-C471-4AA7-8273-86F40742E446}" dt="2024-12-10T16:48:46.779" v="61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8B1AAE-C471-4AA7-8273-86F40742E446}" dt="2024-12-10T16:48:54.062" v="63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728B1AAE-C471-4AA7-8273-86F40742E446}" dt="2024-12-10T16:29:24.636" v="1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728B1AAE-C471-4AA7-8273-86F40742E446}" dt="2024-12-10T16:29:24.636" v="1" actId="1076"/>
          <ac:picMkLst>
            <pc:docMk/>
            <pc:sldMk cId="173887519" sldId="533"/>
            <ac:picMk id="6" creationId="{99CFF49D-B750-FF7B-56D4-F6525FC90680}"/>
          </ac:picMkLst>
        </pc:picChg>
      </pc:sldChg>
      <pc:sldChg chg="add">
        <pc:chgData name="Dieter Beaven" userId="9bbdb69f-69d0-4759-aa9b-5c090a2da237" providerId="ADAL" clId="{728B1AAE-C471-4AA7-8273-86F40742E446}" dt="2024-12-10T16:48:24.822" v="59"/>
        <pc:sldMkLst>
          <pc:docMk/>
          <pc:sldMk cId="1287697165" sldId="598"/>
        </pc:sldMkLst>
      </pc:sldChg>
      <pc:sldChg chg="add">
        <pc:chgData name="Dieter Beaven" userId="9bbdb69f-69d0-4759-aa9b-5c090a2da237" providerId="ADAL" clId="{728B1AAE-C471-4AA7-8273-86F40742E446}" dt="2024-12-10T16:48:24.822" v="59"/>
        <pc:sldMkLst>
          <pc:docMk/>
          <pc:sldMk cId="2689696261" sldId="600"/>
        </pc:sldMkLst>
      </pc:sldChg>
      <pc:sldChg chg="addSp modSp mod">
        <pc:chgData name="Dieter Beaven" userId="9bbdb69f-69d0-4759-aa9b-5c090a2da237" providerId="ADAL" clId="{728B1AAE-C471-4AA7-8273-86F40742E446}" dt="2024-12-10T16:35:21.057" v="18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728B1AAE-C471-4AA7-8273-86F40742E446}" dt="2024-12-10T16:35:21.057" v="18" actId="1076"/>
          <ac:picMkLst>
            <pc:docMk/>
            <pc:sldMk cId="464788855" sldId="701"/>
            <ac:picMk id="6" creationId="{8F81A015-9714-71E4-E2C1-49D374148618}"/>
          </ac:picMkLst>
        </pc:picChg>
      </pc:sldChg>
      <pc:sldChg chg="modSp mod">
        <pc:chgData name="Dieter Beaven" userId="9bbdb69f-69d0-4759-aa9b-5c090a2da237" providerId="ADAL" clId="{728B1AAE-C471-4AA7-8273-86F40742E446}" dt="2024-12-10T16:48:05.280" v="5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8B1AAE-C471-4AA7-8273-86F40742E446}" dt="2024-12-10T16:48:05.280" v="5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728B1AAE-C471-4AA7-8273-86F40742E446}" dt="2024-12-10T16:30:45.639" v="6" actId="1076"/>
        <pc:sldMkLst>
          <pc:docMk/>
          <pc:sldMk cId="3902928920" sldId="718"/>
        </pc:sldMkLst>
        <pc:picChg chg="add del mod">
          <ac:chgData name="Dieter Beaven" userId="9bbdb69f-69d0-4759-aa9b-5c090a2da237" providerId="ADAL" clId="{728B1AAE-C471-4AA7-8273-86F40742E446}" dt="2024-12-10T16:30:25.821" v="4" actId="478"/>
          <ac:picMkLst>
            <pc:docMk/>
            <pc:sldMk cId="3902928920" sldId="718"/>
            <ac:picMk id="6" creationId="{D7739094-97F4-6865-CA1B-A5D589D71C3A}"/>
          </ac:picMkLst>
        </pc:picChg>
        <pc:picChg chg="add mod">
          <ac:chgData name="Dieter Beaven" userId="9bbdb69f-69d0-4759-aa9b-5c090a2da237" providerId="ADAL" clId="{728B1AAE-C471-4AA7-8273-86F40742E446}" dt="2024-12-10T16:30:45.639" v="6" actId="1076"/>
          <ac:picMkLst>
            <pc:docMk/>
            <pc:sldMk cId="3902928920" sldId="718"/>
            <ac:picMk id="8" creationId="{C0132DCB-F934-35E9-89BA-A55560900C99}"/>
          </ac:picMkLst>
        </pc:picChg>
      </pc:sldChg>
      <pc:sldChg chg="addSp delSp modSp add mod">
        <pc:chgData name="Dieter Beaven" userId="9bbdb69f-69d0-4759-aa9b-5c090a2da237" providerId="ADAL" clId="{728B1AAE-C471-4AA7-8273-86F40742E446}" dt="2024-12-10T16:31:43.284" v="10" actId="1076"/>
        <pc:sldMkLst>
          <pc:docMk/>
          <pc:sldMk cId="1590411360" sldId="719"/>
        </pc:sldMkLst>
        <pc:picChg chg="add mod">
          <ac:chgData name="Dieter Beaven" userId="9bbdb69f-69d0-4759-aa9b-5c090a2da237" providerId="ADAL" clId="{728B1AAE-C471-4AA7-8273-86F40742E446}" dt="2024-12-10T16:31:43.284" v="10" actId="1076"/>
          <ac:picMkLst>
            <pc:docMk/>
            <pc:sldMk cId="1590411360" sldId="719"/>
            <ac:picMk id="6" creationId="{A702FAE3-41B8-8EC5-3AC9-A3F94E489771}"/>
          </ac:picMkLst>
        </pc:picChg>
        <pc:picChg chg="del">
          <ac:chgData name="Dieter Beaven" userId="9bbdb69f-69d0-4759-aa9b-5c090a2da237" providerId="ADAL" clId="{728B1AAE-C471-4AA7-8273-86F40742E446}" dt="2024-12-10T16:30:49.666" v="8" actId="478"/>
          <ac:picMkLst>
            <pc:docMk/>
            <pc:sldMk cId="1590411360" sldId="719"/>
            <ac:picMk id="8" creationId="{C0132DCB-F934-35E9-89BA-A55560900C99}"/>
          </ac:picMkLst>
        </pc:picChg>
      </pc:sldChg>
      <pc:sldChg chg="addSp delSp modSp add mod">
        <pc:chgData name="Dieter Beaven" userId="9bbdb69f-69d0-4759-aa9b-5c090a2da237" providerId="ADAL" clId="{728B1AAE-C471-4AA7-8273-86F40742E446}" dt="2024-12-10T16:32:06.677" v="14" actId="1076"/>
        <pc:sldMkLst>
          <pc:docMk/>
          <pc:sldMk cId="260742338" sldId="720"/>
        </pc:sldMkLst>
        <pc:picChg chg="del">
          <ac:chgData name="Dieter Beaven" userId="9bbdb69f-69d0-4759-aa9b-5c090a2da237" providerId="ADAL" clId="{728B1AAE-C471-4AA7-8273-86F40742E446}" dt="2024-12-10T16:31:48.012" v="12" actId="478"/>
          <ac:picMkLst>
            <pc:docMk/>
            <pc:sldMk cId="260742338" sldId="720"/>
            <ac:picMk id="6" creationId="{A702FAE3-41B8-8EC5-3AC9-A3F94E489771}"/>
          </ac:picMkLst>
        </pc:picChg>
        <pc:picChg chg="add mod">
          <ac:chgData name="Dieter Beaven" userId="9bbdb69f-69d0-4759-aa9b-5c090a2da237" providerId="ADAL" clId="{728B1AAE-C471-4AA7-8273-86F40742E446}" dt="2024-12-10T16:32:06.677" v="14" actId="1076"/>
          <ac:picMkLst>
            <pc:docMk/>
            <pc:sldMk cId="260742338" sldId="720"/>
            <ac:picMk id="7" creationId="{B5EBFEB2-D57F-35D0-11DF-67E3CE783666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Parametric Differentiation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21952F-74C1-4A59-828C-59966803CFB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E0D4AAD-C53D-4FD9-9F9C-B2BA411FAD0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Parametric Differentiation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8B1747A-69A9-40F4-8AE9-C9429CAA290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9B4158-59BE-48CE-B9F5-6E0AB54E53FC}"/>
                  </a:ext>
                </a:extLst>
              </p:cNvPr>
              <p:cNvSpPr txBox="1"/>
              <p:nvPr/>
            </p:nvSpPr>
            <p:spPr>
              <a:xfrm>
                <a:off x="589732" y="1635424"/>
                <a:ext cx="4092252" cy="12189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+mj-lt"/>
                  </a:rPr>
                  <a:t> are given as functions of a parameter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>
                    <a:latin typeface="+mj-lt"/>
                  </a:rPr>
                  <a:t>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9B4158-59BE-48CE-B9F5-6E0AB54E5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32" y="1635424"/>
                <a:ext cx="4092252" cy="1218988"/>
              </a:xfrm>
              <a:prstGeom prst="rect">
                <a:avLst/>
              </a:prstGeom>
              <a:blipFill>
                <a:blip r:embed="rId2"/>
                <a:stretch>
                  <a:fillRect l="-1037"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9216B-242E-465C-9E7C-BD7D18CE219B}"/>
                  </a:ext>
                </a:extLst>
              </p:cNvPr>
              <p:cNvSpPr txBox="1"/>
              <p:nvPr/>
            </p:nvSpPr>
            <p:spPr>
              <a:xfrm>
                <a:off x="323528" y="764704"/>
                <a:ext cx="8064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from the previous chapter that parametric equations are when we define each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(and possibly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dirty="0"/>
                  <a:t>) in terms of some separate parameter,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9216B-242E-465C-9E7C-BD7D18CE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704"/>
                <a:ext cx="8064896" cy="646331"/>
              </a:xfrm>
              <a:prstGeom prst="rect">
                <a:avLst/>
              </a:prstGeom>
              <a:blipFill>
                <a:blip r:embed="rId3"/>
                <a:stretch>
                  <a:fillRect l="-605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A07FB2-8144-4984-BE07-27EEE302D274}"/>
                  </a:ext>
                </a:extLst>
              </p:cNvPr>
              <p:cNvSpPr txBox="1"/>
              <p:nvPr/>
            </p:nvSpPr>
            <p:spPr>
              <a:xfrm>
                <a:off x="5317232" y="1850550"/>
                <a:ext cx="3382268" cy="693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Proof: </a:t>
                </a:r>
                <a:r>
                  <a:rPr lang="en-GB" sz="1600" dirty="0"/>
                  <a:t>By Chain Rule: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GB" sz="1600" dirty="0"/>
              </a:p>
              <a:p>
                <a:r>
                  <a:rPr lang="en-GB" sz="1600" dirty="0"/>
                  <a:t>Then rearrange.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A07FB2-8144-4984-BE07-27EEE302D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232" y="1850550"/>
                <a:ext cx="3382268" cy="693203"/>
              </a:xfrm>
              <a:prstGeom prst="rect">
                <a:avLst/>
              </a:prstGeom>
              <a:blipFill>
                <a:blip r:embed="rId4"/>
                <a:stretch>
                  <a:fillRect l="-901" b="-11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A4F976-54D7-420F-A34C-D7E9BBD49D3A}"/>
                  </a:ext>
                </a:extLst>
              </p:cNvPr>
              <p:cNvSpPr txBox="1"/>
              <p:nvPr/>
            </p:nvSpPr>
            <p:spPr>
              <a:xfrm>
                <a:off x="351904" y="3159331"/>
                <a:ext cx="3593232" cy="10772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Find the gradient at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, on the curve given parametrically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,   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+1,  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A4F976-54D7-420F-A34C-D7E9BBD4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04" y="3159331"/>
                <a:ext cx="3593232" cy="1077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18A8A-A5DF-4650-8CE6-0744DCA0E612}"/>
                  </a:ext>
                </a:extLst>
              </p:cNvPr>
              <p:cNvSpPr txBox="1"/>
              <p:nvPr/>
            </p:nvSpPr>
            <p:spPr>
              <a:xfrm>
                <a:off x="540122" y="4581128"/>
                <a:ext cx="3216796" cy="1547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918A8A-A5DF-4650-8CE6-0744DCA0E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22" y="4581128"/>
                <a:ext cx="3216796" cy="1547731"/>
              </a:xfrm>
              <a:prstGeom prst="rect">
                <a:avLst/>
              </a:prstGeom>
              <a:blipFill>
                <a:blip r:embed="rId6"/>
                <a:stretch>
                  <a:fillRect l="-1708" b="-1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544B99-032C-4B45-9DBE-A0B9DA03C8C6}"/>
                  </a:ext>
                </a:extLst>
              </p:cNvPr>
              <p:cNvSpPr txBox="1"/>
              <p:nvPr/>
            </p:nvSpPr>
            <p:spPr>
              <a:xfrm>
                <a:off x="4330576" y="3032331"/>
                <a:ext cx="4368924" cy="91294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Find the equation of the normal at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GB" sz="1600" dirty="0"/>
                  <a:t>, to the curve with parametric equations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544B99-032C-4B45-9DBE-A0B9DA03C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576" y="3032331"/>
                <a:ext cx="4368924" cy="9129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F10829-E16E-43CF-9AD4-39355FEE6B7D}"/>
                  </a:ext>
                </a:extLst>
              </p:cNvPr>
              <p:cNvSpPr txBox="1"/>
              <p:nvPr/>
            </p:nvSpPr>
            <p:spPr>
              <a:xfrm>
                <a:off x="4322192" y="3995249"/>
                <a:ext cx="4320480" cy="2732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7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𝟓</m:t>
                      </m:r>
                      <m:func>
                        <m:func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7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GB" sz="17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∴ </m:t>
                      </m:r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func>
                            <m:funcPr>
                              <m:ctrlP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7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func>
                            <m:funcPr>
                              <m:ctrlP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700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unc>
                        <m:func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7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GB" sz="1700" b="1" dirty="0"/>
              </a:p>
              <a:p>
                <a:r>
                  <a:rPr lang="en-GB" sz="1700" b="1" dirty="0"/>
                  <a:t>When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7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GB" sz="1700" b="1" dirty="0"/>
                  <a:t>,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7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17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ad>
                          <m:radPr>
                            <m:degHide m:val="on"/>
                            <m:ctrlP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1700" b="1" dirty="0"/>
                  <a:t>  , 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𝟓</m:t>
                    </m:r>
                    <m:func>
                      <m:funcPr>
                        <m:ctrlPr>
                          <a:rPr lang="en-GB" sz="17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700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f>
                          <m:fPr>
                            <m:ctrlP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den>
                        </m:f>
                      </m:e>
                    </m:func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7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  <m:rad>
                          <m:radPr>
                            <m:degHide m:val="on"/>
                            <m:ctrlP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7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sz="1700" b="1" dirty="0"/>
                  <a:t>,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7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sz="1700" b="1" dirty="0"/>
              </a:p>
              <a:p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1700" b="1" dirty="0"/>
                  <a:t> Equation of normal: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d>
                        <m:dPr>
                          <m:ctrlPr>
                            <a:rPr lang="en-GB" sz="17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7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7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7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F10829-E16E-43CF-9AD4-39355FEE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192" y="3995249"/>
                <a:ext cx="4320480" cy="2732415"/>
              </a:xfrm>
              <a:prstGeom prst="rect">
                <a:avLst/>
              </a:prstGeom>
              <a:blipFill>
                <a:blip r:embed="rId8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0AB7C96-B79A-4F88-9B95-AB1A5B34BC0F}"/>
              </a:ext>
            </a:extLst>
          </p:cNvPr>
          <p:cNvSpPr/>
          <p:nvPr/>
        </p:nvSpPr>
        <p:spPr>
          <a:xfrm>
            <a:off x="357832" y="4236549"/>
            <a:ext cx="3587304" cy="23225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5A2EF5-98C2-4564-862F-7945AE7C11B3}"/>
              </a:ext>
            </a:extLst>
          </p:cNvPr>
          <p:cNvSpPr/>
          <p:nvPr/>
        </p:nvSpPr>
        <p:spPr>
          <a:xfrm>
            <a:off x="4330576" y="3945272"/>
            <a:ext cx="4368924" cy="27823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769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96A7D04-A442-42E8-9166-97424A4D8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9" y="1052736"/>
            <a:ext cx="6076950" cy="56102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57672" y="683404"/>
            <a:ext cx="193525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2012 Q6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882" y="708252"/>
            <a:ext cx="3009900" cy="2476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3498685"/>
            <a:ext cx="3707904" cy="16250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34051" y="696870"/>
            <a:ext cx="2709731" cy="24785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02532" y="3293877"/>
            <a:ext cx="3441250" cy="18267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969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9.7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75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9CFF49D-B750-FF7B-56D4-F6525FC90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3" y="628650"/>
            <a:ext cx="756285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0132DCB-F934-35E9-89BA-A55560900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8" y="692696"/>
            <a:ext cx="758190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702FAE3-41B8-8EC5-3AC9-A3F94E489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783856"/>
            <a:ext cx="78295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11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5EBFEB2-D57F-35D0-11DF-67E3CE783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028741"/>
            <a:ext cx="75819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2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F81A015-9714-71E4-E2C1-49D374148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52" y="917205"/>
            <a:ext cx="7663895" cy="553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22504</TotalTime>
  <Words>253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Office Theme</vt:lpstr>
      <vt:lpstr>P2 Chapter 9: Differentiation  Parametric Differentiation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2024-12-10T16:48:55Z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