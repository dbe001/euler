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sldIdLst>
    <p:sldId id="717" r:id="rId5"/>
    <p:sldId id="588" r:id="rId6"/>
    <p:sldId id="587" r:id="rId7"/>
    <p:sldId id="590" r:id="rId8"/>
    <p:sldId id="531" r:id="rId9"/>
    <p:sldId id="533" r:id="rId10"/>
    <p:sldId id="718" r:id="rId11"/>
    <p:sldId id="719" r:id="rId12"/>
    <p:sldId id="701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7306E1-B461-4C70-A143-BDDFF17D89C1}" v="3" dt="2024-12-10T16:42:38.6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990" autoAdjust="0"/>
    <p:restoredTop sz="88534" autoAdjust="0"/>
  </p:normalViewPr>
  <p:slideViewPr>
    <p:cSldViewPr>
      <p:cViewPr varScale="1">
        <p:scale>
          <a:sx n="112" d="100"/>
          <a:sy n="112" d="100"/>
        </p:scale>
        <p:origin x="1680" y="108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D34E0421-F03F-43F5-BDD3-9D5B0F4E01F6}"/>
    <pc:docChg chg="undo custSel addSld delSld modSld">
      <pc:chgData name="Dieter Beaven" userId="9bbdb69f-69d0-4759-aa9b-5c090a2da237" providerId="ADAL" clId="{D34E0421-F03F-43F5-BDD3-9D5B0F4E01F6}" dt="2024-12-03T16:44:18.743" v="103" actId="1076"/>
      <pc:docMkLst>
        <pc:docMk/>
      </pc:docMkLst>
      <pc:sldChg chg="del">
        <pc:chgData name="Dieter Beaven" userId="9bbdb69f-69d0-4759-aa9b-5c090a2da237" providerId="ADAL" clId="{D34E0421-F03F-43F5-BDD3-9D5B0F4E01F6}" dt="2024-12-03T16:34:31.944" v="67" actId="47"/>
        <pc:sldMkLst>
          <pc:docMk/>
          <pc:sldMk cId="3130908362" sldId="525"/>
        </pc:sldMkLst>
      </pc:sldChg>
      <pc:sldChg chg="del">
        <pc:chgData name="Dieter Beaven" userId="9bbdb69f-69d0-4759-aa9b-5c090a2da237" providerId="ADAL" clId="{D34E0421-F03F-43F5-BDD3-9D5B0F4E01F6}" dt="2024-12-03T16:34:30.376" v="64" actId="47"/>
        <pc:sldMkLst>
          <pc:docMk/>
          <pc:sldMk cId="1349853522" sldId="529"/>
        </pc:sldMkLst>
      </pc:sldChg>
      <pc:sldChg chg="del">
        <pc:chgData name="Dieter Beaven" userId="9bbdb69f-69d0-4759-aa9b-5c090a2da237" providerId="ADAL" clId="{D34E0421-F03F-43F5-BDD3-9D5B0F4E01F6}" dt="2024-12-03T16:34:31.530" v="66" actId="47"/>
        <pc:sldMkLst>
          <pc:docMk/>
          <pc:sldMk cId="2314451268" sldId="530"/>
        </pc:sldMkLst>
      </pc:sldChg>
      <pc:sldChg chg="modSp mod">
        <pc:chgData name="Dieter Beaven" userId="9bbdb69f-69d0-4759-aa9b-5c090a2da237" providerId="ADAL" clId="{D34E0421-F03F-43F5-BDD3-9D5B0F4E01F6}" dt="2024-12-03T16:35:03.131" v="85" actId="20577"/>
        <pc:sldMkLst>
          <pc:docMk/>
          <pc:sldMk cId="2586607706" sldId="531"/>
        </pc:sldMkLst>
        <pc:spChg chg="mod">
          <ac:chgData name="Dieter Beaven" userId="9bbdb69f-69d0-4759-aa9b-5c090a2da237" providerId="ADAL" clId="{D34E0421-F03F-43F5-BDD3-9D5B0F4E01F6}" dt="2024-12-03T16:34:49.248" v="73" actId="20577"/>
          <ac:spMkLst>
            <pc:docMk/>
            <pc:sldMk cId="2586607706" sldId="531"/>
            <ac:spMk id="3" creationId="{00000000-0000-0000-0000-000000000000}"/>
          </ac:spMkLst>
        </pc:spChg>
        <pc:spChg chg="mod">
          <ac:chgData name="Dieter Beaven" userId="9bbdb69f-69d0-4759-aa9b-5c090a2da237" providerId="ADAL" clId="{D34E0421-F03F-43F5-BDD3-9D5B0F4E01F6}" dt="2024-12-03T16:35:03.131" v="85" actId="20577"/>
          <ac:spMkLst>
            <pc:docMk/>
            <pc:sldMk cId="2586607706" sldId="531"/>
            <ac:spMk id="5" creationId="{00000000-0000-0000-0000-000000000000}"/>
          </ac:spMkLst>
        </pc:spChg>
      </pc:sldChg>
      <pc:sldChg chg="del">
        <pc:chgData name="Dieter Beaven" userId="9bbdb69f-69d0-4759-aa9b-5c090a2da237" providerId="ADAL" clId="{D34E0421-F03F-43F5-BDD3-9D5B0F4E01F6}" dt="2024-12-03T16:34:30.992" v="65" actId="47"/>
        <pc:sldMkLst>
          <pc:docMk/>
          <pc:sldMk cId="3885846802" sldId="532"/>
        </pc:sldMkLst>
      </pc:sldChg>
      <pc:sldChg chg="addSp delSp modSp mod">
        <pc:chgData name="Dieter Beaven" userId="9bbdb69f-69d0-4759-aa9b-5c090a2da237" providerId="ADAL" clId="{D34E0421-F03F-43F5-BDD3-9D5B0F4E01F6}" dt="2024-12-03T16:43:49.853" v="101" actId="1076"/>
        <pc:sldMkLst>
          <pc:docMk/>
          <pc:sldMk cId="173887519" sldId="533"/>
        </pc:sldMkLst>
        <pc:picChg chg="add del">
          <ac:chgData name="Dieter Beaven" userId="9bbdb69f-69d0-4759-aa9b-5c090a2da237" providerId="ADAL" clId="{D34E0421-F03F-43F5-BDD3-9D5B0F4E01F6}" dt="2024-12-03T16:42:40.536" v="95" actId="22"/>
          <ac:picMkLst>
            <pc:docMk/>
            <pc:sldMk cId="173887519" sldId="533"/>
            <ac:picMk id="6" creationId="{42C6118B-202B-256B-429A-8BAB84C22E42}"/>
          </ac:picMkLst>
        </pc:picChg>
        <pc:picChg chg="add del mod">
          <ac:chgData name="Dieter Beaven" userId="9bbdb69f-69d0-4759-aa9b-5c090a2da237" providerId="ADAL" clId="{D34E0421-F03F-43F5-BDD3-9D5B0F4E01F6}" dt="2024-12-03T16:43:16.685" v="98" actId="478"/>
          <ac:picMkLst>
            <pc:docMk/>
            <pc:sldMk cId="173887519" sldId="533"/>
            <ac:picMk id="8" creationId="{379E7335-A57F-8AC0-BC33-F157DEA696E9}"/>
          </ac:picMkLst>
        </pc:picChg>
        <pc:picChg chg="del">
          <ac:chgData name="Dieter Beaven" userId="9bbdb69f-69d0-4759-aa9b-5c090a2da237" providerId="ADAL" clId="{D34E0421-F03F-43F5-BDD3-9D5B0F4E01F6}" dt="2024-12-03T16:35:21.747" v="86" actId="478"/>
          <ac:picMkLst>
            <pc:docMk/>
            <pc:sldMk cId="173887519" sldId="533"/>
            <ac:picMk id="8" creationId="{C938A651-6684-D122-61FB-82F0372BE2BF}"/>
          </ac:picMkLst>
        </pc:picChg>
        <pc:picChg chg="add mod">
          <ac:chgData name="Dieter Beaven" userId="9bbdb69f-69d0-4759-aa9b-5c090a2da237" providerId="ADAL" clId="{D34E0421-F03F-43F5-BDD3-9D5B0F4E01F6}" dt="2024-12-03T16:43:49.853" v="101" actId="1076"/>
          <ac:picMkLst>
            <pc:docMk/>
            <pc:sldMk cId="173887519" sldId="533"/>
            <ac:picMk id="10" creationId="{4AD4ACBB-14BF-AC1B-4111-C633BBF5FA19}"/>
          </ac:picMkLst>
        </pc:picChg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2702725889" sldId="565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3628465465" sldId="566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3026909746" sldId="567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3536885959" sldId="568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1552281268" sldId="569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4134640982" sldId="570"/>
        </pc:sldMkLst>
      </pc:sldChg>
      <pc:sldChg chg="delSp mod">
        <pc:chgData name="Dieter Beaven" userId="9bbdb69f-69d0-4759-aa9b-5c090a2da237" providerId="ADAL" clId="{D34E0421-F03F-43F5-BDD3-9D5B0F4E01F6}" dt="2024-12-03T16:35:24.591" v="88" actId="478"/>
        <pc:sldMkLst>
          <pc:docMk/>
          <pc:sldMk cId="464788855" sldId="701"/>
        </pc:sldMkLst>
        <pc:picChg chg="del">
          <ac:chgData name="Dieter Beaven" userId="9bbdb69f-69d0-4759-aa9b-5c090a2da237" providerId="ADAL" clId="{D34E0421-F03F-43F5-BDD3-9D5B0F4E01F6}" dt="2024-12-03T16:35:24.591" v="88" actId="478"/>
          <ac:picMkLst>
            <pc:docMk/>
            <pc:sldMk cId="464788855" sldId="701"/>
            <ac:picMk id="6" creationId="{6908608A-AE97-AB0F-3502-87D35C09CC91}"/>
          </ac:picMkLst>
        </pc:picChg>
      </pc:sldChg>
      <pc:sldChg chg="modSp mod">
        <pc:chgData name="Dieter Beaven" userId="9bbdb69f-69d0-4759-aa9b-5c090a2da237" providerId="ADAL" clId="{D34E0421-F03F-43F5-BDD3-9D5B0F4E01F6}" dt="2024-12-03T16:35:36.263" v="92" actId="6549"/>
        <pc:sldMkLst>
          <pc:docMk/>
          <pc:sldMk cId="938785864" sldId="717"/>
        </pc:sldMkLst>
        <pc:spChg chg="mod">
          <ac:chgData name="Dieter Beaven" userId="9bbdb69f-69d0-4759-aa9b-5c090a2da237" providerId="ADAL" clId="{D34E0421-F03F-43F5-BDD3-9D5B0F4E01F6}" dt="2024-12-03T16:35:36.263" v="92" actId="6549"/>
          <ac:spMkLst>
            <pc:docMk/>
            <pc:sldMk cId="938785864" sldId="717"/>
            <ac:spMk id="2" creationId="{00000000-0000-0000-0000-000000000000}"/>
          </ac:spMkLst>
        </pc:spChg>
      </pc:sldChg>
      <pc:sldChg chg="addSp delSp modSp mod">
        <pc:chgData name="Dieter Beaven" userId="9bbdb69f-69d0-4759-aa9b-5c090a2da237" providerId="ADAL" clId="{D34E0421-F03F-43F5-BDD3-9D5B0F4E01F6}" dt="2024-12-03T16:44:18.743" v="103" actId="1076"/>
        <pc:sldMkLst>
          <pc:docMk/>
          <pc:sldMk cId="3902928920" sldId="718"/>
        </pc:sldMkLst>
        <pc:picChg chg="add mod">
          <ac:chgData name="Dieter Beaven" userId="9bbdb69f-69d0-4759-aa9b-5c090a2da237" providerId="ADAL" clId="{D34E0421-F03F-43F5-BDD3-9D5B0F4E01F6}" dt="2024-12-03T16:44:18.743" v="103" actId="1076"/>
          <ac:picMkLst>
            <pc:docMk/>
            <pc:sldMk cId="3902928920" sldId="718"/>
            <ac:picMk id="6" creationId="{6FE058EC-293F-6D3B-32DA-9BFE3FF1EAEC}"/>
          </ac:picMkLst>
        </pc:picChg>
        <pc:picChg chg="del">
          <ac:chgData name="Dieter Beaven" userId="9bbdb69f-69d0-4759-aa9b-5c090a2da237" providerId="ADAL" clId="{D34E0421-F03F-43F5-BDD3-9D5B0F4E01F6}" dt="2024-12-03T16:35:23.169" v="87" actId="478"/>
          <ac:picMkLst>
            <pc:docMk/>
            <pc:sldMk cId="3902928920" sldId="718"/>
            <ac:picMk id="6" creationId="{7181C309-966E-05D7-8FA5-CEEEB12DC424}"/>
          </ac:picMkLst>
        </pc:picChg>
      </pc:sldChg>
    </pc:docChg>
  </pc:docChgLst>
  <pc:docChgLst>
    <pc:chgData name="Dieter Beaven" userId="9bbdb69f-69d0-4759-aa9b-5c090a2da237" providerId="ADAL" clId="{ECBD9E4A-1235-4EEC-869C-E985CAFAC468}"/>
    <pc:docChg chg="custSel delSld modSld">
      <pc:chgData name="Dieter Beaven" userId="9bbdb69f-69d0-4759-aa9b-5c090a2da237" providerId="ADAL" clId="{ECBD9E4A-1235-4EEC-869C-E985CAFAC468}" dt="2024-12-03T16:48:12.107" v="62" actId="478"/>
      <pc:docMkLst>
        <pc:docMk/>
      </pc:docMkLst>
      <pc:sldChg chg="modSp mod">
        <pc:chgData name="Dieter Beaven" userId="9bbdb69f-69d0-4759-aa9b-5c090a2da237" providerId="ADAL" clId="{ECBD9E4A-1235-4EEC-869C-E985CAFAC468}" dt="2024-12-03T16:48:08.522" v="60" actId="20577"/>
        <pc:sldMkLst>
          <pc:docMk/>
          <pc:sldMk cId="2586607706" sldId="531"/>
        </pc:sldMkLst>
        <pc:spChg chg="mod">
          <ac:chgData name="Dieter Beaven" userId="9bbdb69f-69d0-4759-aa9b-5c090a2da237" providerId="ADAL" clId="{ECBD9E4A-1235-4EEC-869C-E985CAFAC468}" dt="2024-12-03T16:48:01.510" v="58" actId="6549"/>
          <ac:spMkLst>
            <pc:docMk/>
            <pc:sldMk cId="2586607706" sldId="531"/>
            <ac:spMk id="3" creationId="{00000000-0000-0000-0000-000000000000}"/>
          </ac:spMkLst>
        </pc:spChg>
        <pc:spChg chg="mod">
          <ac:chgData name="Dieter Beaven" userId="9bbdb69f-69d0-4759-aa9b-5c090a2da237" providerId="ADAL" clId="{ECBD9E4A-1235-4EEC-869C-E985CAFAC468}" dt="2024-12-03T16:48:08.522" v="60" actId="20577"/>
          <ac:spMkLst>
            <pc:docMk/>
            <pc:sldMk cId="2586607706" sldId="531"/>
            <ac:spMk id="5" creationId="{00000000-0000-0000-0000-000000000000}"/>
          </ac:spMkLst>
        </pc:spChg>
      </pc:sldChg>
      <pc:sldChg chg="delSp mod">
        <pc:chgData name="Dieter Beaven" userId="9bbdb69f-69d0-4759-aa9b-5c090a2da237" providerId="ADAL" clId="{ECBD9E4A-1235-4EEC-869C-E985CAFAC468}" dt="2024-12-03T16:48:10.928" v="61" actId="478"/>
        <pc:sldMkLst>
          <pc:docMk/>
          <pc:sldMk cId="173887519" sldId="533"/>
        </pc:sldMkLst>
        <pc:picChg chg="del">
          <ac:chgData name="Dieter Beaven" userId="9bbdb69f-69d0-4759-aa9b-5c090a2da237" providerId="ADAL" clId="{ECBD9E4A-1235-4EEC-869C-E985CAFAC468}" dt="2024-12-03T16:48:10.928" v="61" actId="478"/>
          <ac:picMkLst>
            <pc:docMk/>
            <pc:sldMk cId="173887519" sldId="533"/>
            <ac:picMk id="10" creationId="{4AD4ACBB-14BF-AC1B-4111-C633BBF5FA19}"/>
          </ac:picMkLst>
        </pc:picChg>
      </pc:sldChg>
      <pc:sldChg chg="del">
        <pc:chgData name="Dieter Beaven" userId="9bbdb69f-69d0-4759-aa9b-5c090a2da237" providerId="ADAL" clId="{ECBD9E4A-1235-4EEC-869C-E985CAFAC468}" dt="2024-12-03T16:47:51.686" v="51" actId="47"/>
        <pc:sldMkLst>
          <pc:docMk/>
          <pc:sldMk cId="2702725889" sldId="565"/>
        </pc:sldMkLst>
      </pc:sldChg>
      <pc:sldChg chg="del">
        <pc:chgData name="Dieter Beaven" userId="9bbdb69f-69d0-4759-aa9b-5c090a2da237" providerId="ADAL" clId="{ECBD9E4A-1235-4EEC-869C-E985CAFAC468}" dt="2024-12-03T16:47:54.828" v="54" actId="47"/>
        <pc:sldMkLst>
          <pc:docMk/>
          <pc:sldMk cId="3628465465" sldId="566"/>
        </pc:sldMkLst>
      </pc:sldChg>
      <pc:sldChg chg="del">
        <pc:chgData name="Dieter Beaven" userId="9bbdb69f-69d0-4759-aa9b-5c090a2da237" providerId="ADAL" clId="{ECBD9E4A-1235-4EEC-869C-E985CAFAC468}" dt="2024-12-03T16:47:52.733" v="52" actId="47"/>
        <pc:sldMkLst>
          <pc:docMk/>
          <pc:sldMk cId="3026909746" sldId="567"/>
        </pc:sldMkLst>
      </pc:sldChg>
      <pc:sldChg chg="del">
        <pc:chgData name="Dieter Beaven" userId="9bbdb69f-69d0-4759-aa9b-5c090a2da237" providerId="ADAL" clId="{ECBD9E4A-1235-4EEC-869C-E985CAFAC468}" dt="2024-12-03T16:47:53.827" v="53" actId="47"/>
        <pc:sldMkLst>
          <pc:docMk/>
          <pc:sldMk cId="3536885959" sldId="568"/>
        </pc:sldMkLst>
      </pc:sldChg>
      <pc:sldChg chg="del">
        <pc:chgData name="Dieter Beaven" userId="9bbdb69f-69d0-4759-aa9b-5c090a2da237" providerId="ADAL" clId="{ECBD9E4A-1235-4EEC-869C-E985CAFAC468}" dt="2024-12-03T16:47:56.062" v="55" actId="47"/>
        <pc:sldMkLst>
          <pc:docMk/>
          <pc:sldMk cId="1552281268" sldId="569"/>
        </pc:sldMkLst>
      </pc:sldChg>
      <pc:sldChg chg="del">
        <pc:chgData name="Dieter Beaven" userId="9bbdb69f-69d0-4759-aa9b-5c090a2da237" providerId="ADAL" clId="{ECBD9E4A-1235-4EEC-869C-E985CAFAC468}" dt="2024-12-03T16:47:57.278" v="56" actId="47"/>
        <pc:sldMkLst>
          <pc:docMk/>
          <pc:sldMk cId="4134640982" sldId="570"/>
        </pc:sldMkLst>
      </pc:sldChg>
      <pc:sldChg chg="modSp mod">
        <pc:chgData name="Dieter Beaven" userId="9bbdb69f-69d0-4759-aa9b-5c090a2da237" providerId="ADAL" clId="{ECBD9E4A-1235-4EEC-869C-E985CAFAC468}" dt="2024-12-03T16:47:48.917" v="50" actId="20577"/>
        <pc:sldMkLst>
          <pc:docMk/>
          <pc:sldMk cId="938785864" sldId="717"/>
        </pc:sldMkLst>
        <pc:spChg chg="mod">
          <ac:chgData name="Dieter Beaven" userId="9bbdb69f-69d0-4759-aa9b-5c090a2da237" providerId="ADAL" clId="{ECBD9E4A-1235-4EEC-869C-E985CAFAC468}" dt="2024-12-03T16:47:48.917" v="50" actId="20577"/>
          <ac:spMkLst>
            <pc:docMk/>
            <pc:sldMk cId="938785864" sldId="717"/>
            <ac:spMk id="2" creationId="{00000000-0000-0000-0000-000000000000}"/>
          </ac:spMkLst>
        </pc:spChg>
      </pc:sldChg>
      <pc:sldChg chg="delSp mod">
        <pc:chgData name="Dieter Beaven" userId="9bbdb69f-69d0-4759-aa9b-5c090a2da237" providerId="ADAL" clId="{ECBD9E4A-1235-4EEC-869C-E985CAFAC468}" dt="2024-12-03T16:48:12.107" v="62" actId="478"/>
        <pc:sldMkLst>
          <pc:docMk/>
          <pc:sldMk cId="3902928920" sldId="718"/>
        </pc:sldMkLst>
        <pc:picChg chg="del">
          <ac:chgData name="Dieter Beaven" userId="9bbdb69f-69d0-4759-aa9b-5c090a2da237" providerId="ADAL" clId="{ECBD9E4A-1235-4EEC-869C-E985CAFAC468}" dt="2024-12-03T16:48:12.107" v="62" actId="478"/>
          <ac:picMkLst>
            <pc:docMk/>
            <pc:sldMk cId="3902928920" sldId="718"/>
            <ac:picMk id="6" creationId="{6FE058EC-293F-6D3B-32DA-9BFE3FF1EAEC}"/>
          </ac:picMkLst>
        </pc:picChg>
      </pc:sldChg>
    </pc:docChg>
  </pc:docChgLst>
  <pc:docChgLst>
    <pc:chgData name="Dieter Beaven" userId="9bbdb69f-69d0-4759-aa9b-5c090a2da237" providerId="ADAL" clId="{247306E1-B461-4C70-A143-BDDFF17D89C1}"/>
    <pc:docChg chg="custSel addSld delSld modSld">
      <pc:chgData name="Dieter Beaven" userId="9bbdb69f-69d0-4759-aa9b-5c090a2da237" providerId="ADAL" clId="{247306E1-B461-4C70-A143-BDDFF17D89C1}" dt="2024-12-10T16:43:21.759" v="51" actId="47"/>
      <pc:docMkLst>
        <pc:docMk/>
      </pc:docMkLst>
      <pc:sldChg chg="addSp delSp modSp mod">
        <pc:chgData name="Dieter Beaven" userId="9bbdb69f-69d0-4759-aa9b-5c090a2da237" providerId="ADAL" clId="{247306E1-B461-4C70-A143-BDDFF17D89C1}" dt="2024-12-10T16:43:01.544" v="50" actId="1035"/>
        <pc:sldMkLst>
          <pc:docMk/>
          <pc:sldMk cId="2586607706" sldId="531"/>
        </pc:sldMkLst>
        <pc:spChg chg="mod">
          <ac:chgData name="Dieter Beaven" userId="9bbdb69f-69d0-4759-aa9b-5c090a2da237" providerId="ADAL" clId="{247306E1-B461-4C70-A143-BDDFF17D89C1}" dt="2024-12-10T16:42:42.465" v="40" actId="6549"/>
          <ac:spMkLst>
            <pc:docMk/>
            <pc:sldMk cId="2586607706" sldId="531"/>
            <ac:spMk id="3" creationId="{00000000-0000-0000-0000-000000000000}"/>
          </ac:spMkLst>
        </pc:spChg>
        <pc:spChg chg="mod">
          <ac:chgData name="Dieter Beaven" userId="9bbdb69f-69d0-4759-aa9b-5c090a2da237" providerId="ADAL" clId="{247306E1-B461-4C70-A143-BDDFF17D89C1}" dt="2024-12-10T16:42:46.730" v="42" actId="20577"/>
          <ac:spMkLst>
            <pc:docMk/>
            <pc:sldMk cId="2586607706" sldId="531"/>
            <ac:spMk id="5" creationId="{00000000-0000-0000-0000-000000000000}"/>
          </ac:spMkLst>
        </pc:spChg>
        <pc:spChg chg="add mod">
          <ac:chgData name="Dieter Beaven" userId="9bbdb69f-69d0-4759-aa9b-5c090a2da237" providerId="ADAL" clId="{247306E1-B461-4C70-A143-BDDFF17D89C1}" dt="2024-12-10T16:43:01.544" v="50" actId="1035"/>
          <ac:spMkLst>
            <pc:docMk/>
            <pc:sldMk cId="2586607706" sldId="531"/>
            <ac:spMk id="8" creationId="{EF0A41D1-386C-6544-36E5-D0EC5421408D}"/>
          </ac:spMkLst>
        </pc:spChg>
        <pc:spChg chg="add mod">
          <ac:chgData name="Dieter Beaven" userId="9bbdb69f-69d0-4759-aa9b-5c090a2da237" providerId="ADAL" clId="{247306E1-B461-4C70-A143-BDDFF17D89C1}" dt="2024-12-10T16:43:01.544" v="50" actId="1035"/>
          <ac:spMkLst>
            <pc:docMk/>
            <pc:sldMk cId="2586607706" sldId="531"/>
            <ac:spMk id="9" creationId="{EEEF097C-B392-9FC5-57D5-B490C99BF7D5}"/>
          </ac:spMkLst>
        </pc:spChg>
        <pc:cxnChg chg="del">
          <ac:chgData name="Dieter Beaven" userId="9bbdb69f-69d0-4759-aa9b-5c090a2da237" providerId="ADAL" clId="{247306E1-B461-4C70-A143-BDDFF17D89C1}" dt="2024-12-10T16:42:56.667" v="43" actId="478"/>
          <ac:cxnSpMkLst>
            <pc:docMk/>
            <pc:sldMk cId="2586607706" sldId="531"/>
            <ac:cxnSpMk id="6" creationId="{00000000-0000-0000-0000-000000000000}"/>
          </ac:cxnSpMkLst>
        </pc:cxnChg>
        <pc:cxnChg chg="add mod">
          <ac:chgData name="Dieter Beaven" userId="9bbdb69f-69d0-4759-aa9b-5c090a2da237" providerId="ADAL" clId="{247306E1-B461-4C70-A143-BDDFF17D89C1}" dt="2024-12-10T16:42:38.636" v="38"/>
          <ac:cxnSpMkLst>
            <pc:docMk/>
            <pc:sldMk cId="2586607706" sldId="531"/>
            <ac:cxnSpMk id="7" creationId="{D9BB01A5-069C-8D55-ED36-420883AC271D}"/>
          </ac:cxnSpMkLst>
        </pc:cxnChg>
      </pc:sldChg>
      <pc:sldChg chg="addSp delSp modSp mod">
        <pc:chgData name="Dieter Beaven" userId="9bbdb69f-69d0-4759-aa9b-5c090a2da237" providerId="ADAL" clId="{247306E1-B461-4C70-A143-BDDFF17D89C1}" dt="2024-12-10T16:24:55.730" v="28" actId="22"/>
        <pc:sldMkLst>
          <pc:docMk/>
          <pc:sldMk cId="173887519" sldId="533"/>
        </pc:sldMkLst>
        <pc:picChg chg="add del mod">
          <ac:chgData name="Dieter Beaven" userId="9bbdb69f-69d0-4759-aa9b-5c090a2da237" providerId="ADAL" clId="{247306E1-B461-4C70-A143-BDDFF17D89C1}" dt="2024-12-10T16:24:55.559" v="27" actId="478"/>
          <ac:picMkLst>
            <pc:docMk/>
            <pc:sldMk cId="173887519" sldId="533"/>
            <ac:picMk id="6" creationId="{EE75E7E7-6244-9224-AE28-E3420695A3D9}"/>
          </ac:picMkLst>
        </pc:picChg>
        <pc:picChg chg="add">
          <ac:chgData name="Dieter Beaven" userId="9bbdb69f-69d0-4759-aa9b-5c090a2da237" providerId="ADAL" clId="{247306E1-B461-4C70-A143-BDDFF17D89C1}" dt="2024-12-10T16:24:55.730" v="28" actId="22"/>
          <ac:picMkLst>
            <pc:docMk/>
            <pc:sldMk cId="173887519" sldId="533"/>
            <ac:picMk id="8" creationId="{DDC303AC-FA56-5E50-93B0-CC3DFA83C36D}"/>
          </ac:picMkLst>
        </pc:picChg>
      </pc:sldChg>
      <pc:sldChg chg="add">
        <pc:chgData name="Dieter Beaven" userId="9bbdb69f-69d0-4759-aa9b-5c090a2da237" providerId="ADAL" clId="{247306E1-B461-4C70-A143-BDDFF17D89C1}" dt="2024-12-10T16:42:28.100" v="37"/>
        <pc:sldMkLst>
          <pc:docMk/>
          <pc:sldMk cId="3561205992" sldId="587"/>
        </pc:sldMkLst>
      </pc:sldChg>
      <pc:sldChg chg="add">
        <pc:chgData name="Dieter Beaven" userId="9bbdb69f-69d0-4759-aa9b-5c090a2da237" providerId="ADAL" clId="{247306E1-B461-4C70-A143-BDDFF17D89C1}" dt="2024-12-10T16:42:28.100" v="37"/>
        <pc:sldMkLst>
          <pc:docMk/>
          <pc:sldMk cId="1594185676" sldId="588"/>
        </pc:sldMkLst>
      </pc:sldChg>
      <pc:sldChg chg="add del">
        <pc:chgData name="Dieter Beaven" userId="9bbdb69f-69d0-4759-aa9b-5c090a2da237" providerId="ADAL" clId="{247306E1-B461-4C70-A143-BDDFF17D89C1}" dt="2024-12-10T16:43:21.759" v="51" actId="47"/>
        <pc:sldMkLst>
          <pc:docMk/>
          <pc:sldMk cId="2465291414" sldId="589"/>
        </pc:sldMkLst>
      </pc:sldChg>
      <pc:sldChg chg="add">
        <pc:chgData name="Dieter Beaven" userId="9bbdb69f-69d0-4759-aa9b-5c090a2da237" providerId="ADAL" clId="{247306E1-B461-4C70-A143-BDDFF17D89C1}" dt="2024-12-10T16:42:28.100" v="37"/>
        <pc:sldMkLst>
          <pc:docMk/>
          <pc:sldMk cId="3851095376" sldId="590"/>
        </pc:sldMkLst>
      </pc:sldChg>
      <pc:sldChg chg="addSp modSp mod">
        <pc:chgData name="Dieter Beaven" userId="9bbdb69f-69d0-4759-aa9b-5c090a2da237" providerId="ADAL" clId="{247306E1-B461-4C70-A143-BDDFF17D89C1}" dt="2024-12-10T16:39:07.519" v="36" actId="1076"/>
        <pc:sldMkLst>
          <pc:docMk/>
          <pc:sldMk cId="464788855" sldId="701"/>
        </pc:sldMkLst>
        <pc:picChg chg="add mod">
          <ac:chgData name="Dieter Beaven" userId="9bbdb69f-69d0-4759-aa9b-5c090a2da237" providerId="ADAL" clId="{247306E1-B461-4C70-A143-BDDFF17D89C1}" dt="2024-12-10T16:39:07.519" v="36" actId="1076"/>
          <ac:picMkLst>
            <pc:docMk/>
            <pc:sldMk cId="464788855" sldId="701"/>
            <ac:picMk id="6" creationId="{7FC3BF31-4606-897C-87B8-C1F9E7D54383}"/>
          </ac:picMkLst>
        </pc:picChg>
      </pc:sldChg>
      <pc:sldChg chg="modSp mod">
        <pc:chgData name="Dieter Beaven" userId="9bbdb69f-69d0-4759-aa9b-5c090a2da237" providerId="ADAL" clId="{247306E1-B461-4C70-A143-BDDFF17D89C1}" dt="2024-12-10T16:22:58.124" v="16" actId="20577"/>
        <pc:sldMkLst>
          <pc:docMk/>
          <pc:sldMk cId="938785864" sldId="717"/>
        </pc:sldMkLst>
        <pc:spChg chg="mod">
          <ac:chgData name="Dieter Beaven" userId="9bbdb69f-69d0-4759-aa9b-5c090a2da237" providerId="ADAL" clId="{247306E1-B461-4C70-A143-BDDFF17D89C1}" dt="2024-12-10T16:22:58.124" v="16" actId="20577"/>
          <ac:spMkLst>
            <pc:docMk/>
            <pc:sldMk cId="938785864" sldId="717"/>
            <ac:spMk id="2" creationId="{00000000-0000-0000-0000-000000000000}"/>
          </ac:spMkLst>
        </pc:spChg>
      </pc:sldChg>
      <pc:sldChg chg="addSp delSp modSp mod">
        <pc:chgData name="Dieter Beaven" userId="9bbdb69f-69d0-4759-aa9b-5c090a2da237" providerId="ADAL" clId="{247306E1-B461-4C70-A143-BDDFF17D89C1}" dt="2024-12-10T16:25:03.386" v="29" actId="1076"/>
        <pc:sldMkLst>
          <pc:docMk/>
          <pc:sldMk cId="3902928920" sldId="718"/>
        </pc:sldMkLst>
        <pc:picChg chg="add del mod">
          <ac:chgData name="Dieter Beaven" userId="9bbdb69f-69d0-4759-aa9b-5c090a2da237" providerId="ADAL" clId="{247306E1-B461-4C70-A143-BDDFF17D89C1}" dt="2024-12-10T16:24:34.184" v="24" actId="478"/>
          <ac:picMkLst>
            <pc:docMk/>
            <pc:sldMk cId="3902928920" sldId="718"/>
            <ac:picMk id="6" creationId="{E8C667C1-4823-832D-DB16-6313429A2AF2}"/>
          </ac:picMkLst>
        </pc:picChg>
        <pc:picChg chg="add mod">
          <ac:chgData name="Dieter Beaven" userId="9bbdb69f-69d0-4759-aa9b-5c090a2da237" providerId="ADAL" clId="{247306E1-B461-4C70-A143-BDDFF17D89C1}" dt="2024-12-10T16:25:03.386" v="29" actId="1076"/>
          <ac:picMkLst>
            <pc:docMk/>
            <pc:sldMk cId="3902928920" sldId="718"/>
            <ac:picMk id="8" creationId="{335E20FA-DE6A-3E80-A620-62F4C64EA8DE}"/>
          </ac:picMkLst>
        </pc:picChg>
      </pc:sldChg>
      <pc:sldChg chg="addSp delSp add mod">
        <pc:chgData name="Dieter Beaven" userId="9bbdb69f-69d0-4759-aa9b-5c090a2da237" providerId="ADAL" clId="{247306E1-B461-4C70-A143-BDDFF17D89C1}" dt="2024-12-10T16:24:13.853" v="23" actId="22"/>
        <pc:sldMkLst>
          <pc:docMk/>
          <pc:sldMk cId="2902702326" sldId="719"/>
        </pc:sldMkLst>
        <pc:picChg chg="del">
          <ac:chgData name="Dieter Beaven" userId="9bbdb69f-69d0-4759-aa9b-5c090a2da237" providerId="ADAL" clId="{247306E1-B461-4C70-A143-BDDFF17D89C1}" dt="2024-12-10T16:23:38.547" v="22" actId="478"/>
          <ac:picMkLst>
            <pc:docMk/>
            <pc:sldMk cId="2902702326" sldId="719"/>
            <ac:picMk id="6" creationId="{E8C667C1-4823-832D-DB16-6313429A2AF2}"/>
          </ac:picMkLst>
        </pc:picChg>
        <pc:picChg chg="add">
          <ac:chgData name="Dieter Beaven" userId="9bbdb69f-69d0-4759-aa9b-5c090a2da237" providerId="ADAL" clId="{247306E1-B461-4C70-A143-BDDFF17D89C1}" dt="2024-12-10T16:24:13.853" v="23" actId="22"/>
          <ac:picMkLst>
            <pc:docMk/>
            <pc:sldMk cId="2902702326" sldId="719"/>
            <ac:picMk id="7" creationId="{28DA76AC-785C-44CB-ED61-74621A4A24A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10/12/2024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10/12/2024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10/12/2024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10/12/2024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10/12/2024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10/12/2024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10/12/2024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10/12/2024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10/12/2024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10/12/2024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10/12/2024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10/12/2024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10/12/2024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ng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png"/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8.png"/><Relationship Id="rId5" Type="http://schemas.openxmlformats.org/officeDocument/2006/relationships/image" Target="../media/image157.png"/><Relationship Id="rId4" Type="http://schemas.openxmlformats.org/officeDocument/2006/relationships/image" Target="../media/image15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16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2130425"/>
            <a:ext cx="8640960" cy="3026767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P2 Chapter 9: </a:t>
            </a:r>
            <a:r>
              <a:rPr lang="en-GB" dirty="0">
                <a:solidFill>
                  <a:schemeClr val="accent5"/>
                </a:solidFill>
              </a:rPr>
              <a:t>Differentiation</a:t>
            </a:r>
            <a:br>
              <a:rPr lang="en-GB" dirty="0"/>
            </a:br>
            <a:br>
              <a:rPr lang="en-GB" dirty="0"/>
            </a:br>
            <a:r>
              <a:rPr lang="en-GB" dirty="0"/>
              <a:t>The Quotient Rule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8785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The Quotient Rule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467544" y="836712"/>
            <a:ext cx="81369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Just as we use the ‘product rule’ to differentiate a ‘product’, we use the ‘</a:t>
            </a:r>
            <a:r>
              <a:rPr lang="en-GB" b="1" dirty="0"/>
              <a:t>quotient rule</a:t>
            </a:r>
            <a:r>
              <a:rPr lang="en-GB" dirty="0"/>
              <a:t>’ to differentiate a ‘quotient’ (i.e. division).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479824" y="1802904"/>
                <a:ext cx="3600400" cy="27009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𝑢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𝑢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𝑑𝑣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𝑑𝑢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𝑑𝑢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den>
                          </m:f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𝑑𝑣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den>
                          </m:f>
                        </m:e>
                      </m:d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𝑑𝑢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den>
                          </m:f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𝑑𝑣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den>
                          </m:f>
                        </m:num>
                        <m:den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b="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9824" y="1802904"/>
                <a:ext cx="3600400" cy="27009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796136" y="4799413"/>
                <a:ext cx="2808312" cy="1600438"/>
              </a:xfrm>
              <a:prstGeom prst="rect">
                <a:avLst/>
              </a:prstGeom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b="1" dirty="0"/>
                  <a:t>Memorisation Tips</a:t>
                </a:r>
                <a:r>
                  <a:rPr lang="en-GB" sz="1400" dirty="0"/>
                  <a:t>: “Bottoms first!” The denominator (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GB" sz="1400" dirty="0"/>
                  <a:t>) is the first term seen in the new denominator and numerator. The denominator gets squared. Note that in the numerator, we have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GB" sz="1400" dirty="0"/>
                  <a:t> instead of the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GB" sz="1400" dirty="0"/>
                  <a:t> seen in the Product Rule.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6136" y="4799413"/>
                <a:ext cx="2808312" cy="16004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3919984" y="1692895"/>
            <a:ext cx="877929" cy="58055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24926" y="2273452"/>
            <a:ext cx="2095258" cy="58055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32395" y="2863141"/>
            <a:ext cx="2095258" cy="58055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56754" y="3602930"/>
            <a:ext cx="1394028" cy="87550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EF16E26-E1D6-4477-B069-276A3A7F1252}"/>
                  </a:ext>
                </a:extLst>
              </p:cNvPr>
              <p:cNvSpPr txBox="1"/>
              <p:nvPr/>
            </p:nvSpPr>
            <p:spPr>
              <a:xfrm>
                <a:off x="606167" y="4913951"/>
                <a:ext cx="4191746" cy="891013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>
                    <a:latin typeface="Wingdings" panose="05000000000000000000" pitchFamily="2" charset="2"/>
                  </a:rPr>
                  <a:t>!</a:t>
                </a:r>
                <a:r>
                  <a:rPr lang="en-GB" dirty="0"/>
                  <a:t> The quotient rule:</a:t>
                </a:r>
              </a:p>
              <a:p>
                <a:r>
                  <a:rPr lang="en-GB" dirty="0"/>
                  <a:t>If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den>
                    </m:f>
                  </m:oMath>
                </a14:m>
                <a:r>
                  <a:rPr lang="en-GB" dirty="0"/>
                  <a:t> then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f>
                          <m:f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𝑑𝑢</m:t>
                            </m:r>
                          </m:num>
                          <m:den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den>
                        </m:f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f>
                          <m:f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𝑑𝑣</m:t>
                            </m:r>
                          </m:num>
                          <m:den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den>
                        </m:f>
                      </m:num>
                      <m:den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EF16E26-E1D6-4477-B069-276A3A7F12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167" y="4913951"/>
                <a:ext cx="4191746" cy="891013"/>
              </a:xfrm>
              <a:prstGeom prst="rect">
                <a:avLst/>
              </a:prstGeom>
              <a:blipFill>
                <a:blip r:embed="rId4"/>
                <a:stretch>
                  <a:fillRect l="-867" t="-2667" b="-2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4185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488FF6A-374F-4122-B494-428BECF73D1B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7A818170-A43F-4DEF-9DF5-BE4C444FD29C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Examples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5652C62A-C219-4C65-9332-3BD816311E62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F261557-D9A3-4F00-B398-7367BD1E0E06}"/>
                  </a:ext>
                </a:extLst>
              </p:cNvPr>
              <p:cNvSpPr txBox="1"/>
              <p:nvPr/>
            </p:nvSpPr>
            <p:spPr>
              <a:xfrm>
                <a:off x="315662" y="860481"/>
                <a:ext cx="8432802" cy="491288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[Textbook] If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+5</m:t>
                        </m:r>
                      </m:den>
                    </m:f>
                  </m:oMath>
                </a14:m>
                <a:r>
                  <a:rPr lang="en-GB" dirty="0"/>
                  <a:t>, find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F261557-D9A3-4F00-B398-7367BD1E0E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662" y="860481"/>
                <a:ext cx="8432802" cy="49128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2073CCD-157A-4312-BBA8-9A798D7E97CE}"/>
                  </a:ext>
                </a:extLst>
              </p:cNvPr>
              <p:cNvSpPr txBox="1"/>
              <p:nvPr/>
            </p:nvSpPr>
            <p:spPr>
              <a:xfrm>
                <a:off x="480762" y="1353592"/>
                <a:ext cx="3748338" cy="13190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         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  <m:oMath xmlns:m="http://schemas.openxmlformats.org/officeDocument/2006/math">
                      <m:f>
                        <m:f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𝒅𝒖</m:t>
                          </m:r>
                        </m:num>
                        <m:den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     </m:t>
                      </m:r>
                      <m:f>
                        <m:f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𝒅𝒗</m:t>
                          </m:r>
                        </m:num>
                        <m:den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  <m:oMath xmlns:m="http://schemas.openxmlformats.org/officeDocument/2006/math">
                      <m:f>
                        <m:f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𝒅𝒚</m:t>
                          </m:r>
                        </m:num>
                        <m:den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d>
                            <m:dPr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e>
                          </m:d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num>
                        <m:den>
                          <m:sSup>
                            <m:sSupPr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sz="16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</a:rPr>
                                    <m:t>𝟓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num>
                        <m:den>
                          <m:sSup>
                            <m:sSupPr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sz="16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</a:rPr>
                                    <m:t>𝟓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sz="16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2073CCD-157A-4312-BBA8-9A798D7E97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762" y="1353592"/>
                <a:ext cx="3748338" cy="13190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036484C2-B1C0-4C95-B87F-DE8CA6F0A766}"/>
              </a:ext>
            </a:extLst>
          </p:cNvPr>
          <p:cNvSpPr txBox="1"/>
          <p:nvPr/>
        </p:nvSpPr>
        <p:spPr>
          <a:xfrm>
            <a:off x="4898132" y="1497608"/>
            <a:ext cx="2736304" cy="64633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Layout just like you would with the Product Rule.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39238D8-C554-49FF-A889-4115AD8AB9A9}"/>
                  </a:ext>
                </a:extLst>
              </p:cNvPr>
              <p:cNvSpPr txBox="1"/>
              <p:nvPr/>
            </p:nvSpPr>
            <p:spPr>
              <a:xfrm>
                <a:off x="315662" y="2731811"/>
                <a:ext cx="8432802" cy="495264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[Textbook] Find the stationary point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</m:num>
                      <m:den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</m:oMath>
                </a14:m>
                <a:r>
                  <a:rPr lang="en-GB" dirty="0"/>
                  <a:t> 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0&lt;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39238D8-C554-49FF-A889-4115AD8AB9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662" y="2731811"/>
                <a:ext cx="8432802" cy="4952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8A34CB5-9833-4899-B6E2-3F6D3F44C249}"/>
                  </a:ext>
                </a:extLst>
              </p:cNvPr>
              <p:cNvSpPr txBox="1"/>
              <p:nvPr/>
            </p:nvSpPr>
            <p:spPr>
              <a:xfrm>
                <a:off x="611560" y="3370064"/>
                <a:ext cx="4032448" cy="33363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    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𝑑𝑢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         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𝑑𝑣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−2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≠0  ∴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→  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=0.464 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𝑠𝑓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0.464</m:t>
                                  </m:r>
                                </m:e>
                              </m:d>
                            </m:e>
                          </m:func>
                        </m:num>
                        <m:den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2×0.464</m:t>
                              </m:r>
                            </m:sup>
                          </m:sSup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=0.177 (3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𝑠𝑓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8A34CB5-9833-4899-B6E2-3F6D3F44C2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3370064"/>
                <a:ext cx="4032448" cy="333636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42EC1FE3-6CB5-4F77-9470-DCFD6BF396A9}"/>
              </a:ext>
            </a:extLst>
          </p:cNvPr>
          <p:cNvSpPr txBox="1"/>
          <p:nvPr/>
        </p:nvSpPr>
        <p:spPr>
          <a:xfrm>
            <a:off x="5567412" y="4563662"/>
            <a:ext cx="3024336" cy="46166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200" dirty="0"/>
              <a:t>Whenever you have “fraction = 0”, you can just multiply through by denominator.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A59AD6-94DD-44BC-B860-2DFD02C842E3}"/>
              </a:ext>
            </a:extLst>
          </p:cNvPr>
          <p:cNvSpPr txBox="1"/>
          <p:nvPr/>
        </p:nvSpPr>
        <p:spPr>
          <a:xfrm>
            <a:off x="5567412" y="5144267"/>
            <a:ext cx="3024336" cy="46166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200" dirty="0"/>
              <a:t>As per advice earlier this chapter, try to factorise whenever you have 0 on one side.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DDD0407-000D-46AE-9AF4-FCF8BF43C89A}"/>
              </a:ext>
            </a:extLst>
          </p:cNvPr>
          <p:cNvCxnSpPr>
            <a:stCxn id="11" idx="1"/>
          </p:cNvCxnSpPr>
          <p:nvPr/>
        </p:nvCxnSpPr>
        <p:spPr>
          <a:xfrm flipH="1">
            <a:off x="4546600" y="4794495"/>
            <a:ext cx="1020812" cy="696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CA74527-671C-49D0-BB2F-418024774E0D}"/>
              </a:ext>
            </a:extLst>
          </p:cNvPr>
          <p:cNvCxnSpPr>
            <a:cxnSpLocks/>
          </p:cNvCxnSpPr>
          <p:nvPr/>
        </p:nvCxnSpPr>
        <p:spPr>
          <a:xfrm flipH="1" flipV="1">
            <a:off x="4597400" y="5194300"/>
            <a:ext cx="970012" cy="1358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0940496-899F-445D-A0FD-370AF6334A7A}"/>
                  </a:ext>
                </a:extLst>
              </p:cNvPr>
              <p:cNvSpPr txBox="1"/>
              <p:nvPr/>
            </p:nvSpPr>
            <p:spPr>
              <a:xfrm>
                <a:off x="5567412" y="5674466"/>
                <a:ext cx="3024336" cy="461665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200" dirty="0"/>
                  <a:t>As per trig chapter, divide by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2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GB" sz="1200" dirty="0"/>
                  <a:t> whenever you have a mix of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2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GB" sz="1200" dirty="0"/>
                  <a:t> and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2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GB" sz="1200" dirty="0"/>
                  <a:t>.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0940496-899F-445D-A0FD-370AF6334A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7412" y="5674466"/>
                <a:ext cx="3024336" cy="461665"/>
              </a:xfrm>
              <a:prstGeom prst="rect">
                <a:avLst/>
              </a:prstGeom>
              <a:blipFill>
                <a:blip r:embed="rId6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>
            <a:extLst>
              <a:ext uri="{FF2B5EF4-FFF2-40B4-BE49-F238E27FC236}">
                <a16:creationId xmlns:a16="http://schemas.microsoft.com/office/drawing/2014/main" id="{173FDE6E-D8CE-4E5E-AC09-2E5096A59173}"/>
              </a:ext>
            </a:extLst>
          </p:cNvPr>
          <p:cNvSpPr/>
          <p:nvPr/>
        </p:nvSpPr>
        <p:spPr>
          <a:xfrm>
            <a:off x="315662" y="1359084"/>
            <a:ext cx="8432802" cy="125378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A6935A8-B9A9-4983-BDD1-CE3B88D0B919}"/>
              </a:ext>
            </a:extLst>
          </p:cNvPr>
          <p:cNvSpPr/>
          <p:nvPr/>
        </p:nvSpPr>
        <p:spPr>
          <a:xfrm>
            <a:off x="315662" y="3238570"/>
            <a:ext cx="8432802" cy="346785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561205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D9B1C58-5F42-46E5-A4C0-EEDB76E7337C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49F26F14-7947-451D-9998-9CE5152339E3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Test Your Understanding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9C57C7CF-B089-4A31-B68B-E4F5BE74C247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4A903C5C-D18E-4C57-A3CB-4279738FF5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548" y="1304024"/>
            <a:ext cx="6181725" cy="85725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062502B-BB1A-4125-8644-FD467B675E72}"/>
              </a:ext>
            </a:extLst>
          </p:cNvPr>
          <p:cNvSpPr/>
          <p:nvPr/>
        </p:nvSpPr>
        <p:spPr>
          <a:xfrm>
            <a:off x="403480" y="922628"/>
            <a:ext cx="2512336" cy="37375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Edexcel C3 Jan 2012 Q1a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6462CA7-AF19-45FA-9031-EE5C61A35F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973" y="2653804"/>
            <a:ext cx="6243192" cy="400888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6E65E4A-8165-4318-8F12-F4C3DBE9C7CF}"/>
                  </a:ext>
                </a:extLst>
              </p:cNvPr>
              <p:cNvSpPr txBox="1"/>
              <p:nvPr/>
            </p:nvSpPr>
            <p:spPr>
              <a:xfrm>
                <a:off x="6778476" y="1367284"/>
                <a:ext cx="1944216" cy="6127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func>
                            <m:func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 i="0" smtClean="0">
                                  <a:latin typeface="Cambria Math" panose="02040503050406030204" pitchFamily="18" charset="0"/>
                                </a:rPr>
                                <m:t>𝐜𝐨𝐬</m:t>
                              </m:r>
                            </m:fName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func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func>
                            <m:func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 i="0" smtClean="0">
                                  <a:latin typeface="Cambria Math" panose="02040503050406030204" pitchFamily="18" charset="0"/>
                                </a:rPr>
                                <m:t>𝐬𝐢𝐧</m:t>
                              </m:r>
                            </m:fName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func>
                        </m:num>
                        <m:den>
                          <m:sSup>
                            <m:sSup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6E65E4A-8165-4318-8F12-F4C3DBE9C7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8476" y="1367284"/>
                <a:ext cx="1944216" cy="612732"/>
              </a:xfrm>
              <a:prstGeom prst="rect">
                <a:avLst/>
              </a:prstGeom>
              <a:blipFill>
                <a:blip r:embed="rId4"/>
                <a:stretch>
                  <a:fillRect r="-1003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9F525C3A-B375-46E6-A0EB-A3096C26DFCA}"/>
              </a:ext>
            </a:extLst>
          </p:cNvPr>
          <p:cNvSpPr/>
          <p:nvPr/>
        </p:nvSpPr>
        <p:spPr>
          <a:xfrm>
            <a:off x="251973" y="2280048"/>
            <a:ext cx="2512336" cy="37375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Edexcel C3 June 2012 Q3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DABD74E-582E-487B-9FEA-FBF6D118CA2F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4563" y="3954512"/>
            <a:ext cx="4058293" cy="2221508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0FD8FE6-2895-4B3A-9261-597B6F101AEF}"/>
              </a:ext>
            </a:extLst>
          </p:cNvPr>
          <p:cNvSpPr/>
          <p:nvPr/>
        </p:nvSpPr>
        <p:spPr>
          <a:xfrm>
            <a:off x="6743700" y="1186451"/>
            <a:ext cx="2300662" cy="9344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515D978-12C2-48D7-9EBF-7673F54E370F}"/>
              </a:ext>
            </a:extLst>
          </p:cNvPr>
          <p:cNvSpPr/>
          <p:nvPr/>
        </p:nvSpPr>
        <p:spPr>
          <a:xfrm>
            <a:off x="5046462" y="3926838"/>
            <a:ext cx="4058293" cy="226188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851095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Exercise 9.5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725840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Pearson Pure Year 2</a:t>
            </a:r>
          </a:p>
          <a:p>
            <a:r>
              <a:rPr lang="en-GB" sz="2400" dirty="0"/>
              <a:t>Page 73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9BB01A5-069C-8D55-ED36-420883AC271D}"/>
              </a:ext>
            </a:extLst>
          </p:cNvPr>
          <p:cNvCxnSpPr/>
          <p:nvPr/>
        </p:nvCxnSpPr>
        <p:spPr>
          <a:xfrm>
            <a:off x="0" y="1594754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F0A41D1-386C-6544-36E5-D0EC5421408D}"/>
              </a:ext>
            </a:extLst>
          </p:cNvPr>
          <p:cNvSpPr txBox="1"/>
          <p:nvPr/>
        </p:nvSpPr>
        <p:spPr>
          <a:xfrm>
            <a:off x="323528" y="2060848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Extension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EEF097C-B392-9FC5-57D5-B490C99BF7D5}"/>
                  </a:ext>
                </a:extLst>
              </p:cNvPr>
              <p:cNvSpPr txBox="1"/>
              <p:nvPr/>
            </p:nvSpPr>
            <p:spPr>
              <a:xfrm>
                <a:off x="680196" y="2469211"/>
                <a:ext cx="6408712" cy="19388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[STEP I 2010 Q2] The curve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GB" sz="1600" dirty="0"/>
                  <a:t>, where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sz="1600" dirty="0"/>
                  <a:t> are constants, has two stationary points. Show that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&lt;0</m:t>
                      </m:r>
                      <m:r>
                        <a:rPr lang="en-GB" sz="1600" b="0" i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GB" sz="1600" b="0" i="0" smtClean="0">
                          <a:latin typeface="Cambria Math" panose="02040503050406030204" pitchFamily="18" charset="0"/>
                        </a:rPr>
                        <m:t>or</m:t>
                      </m:r>
                      <m:r>
                        <a:rPr lang="en-GB" sz="1600" b="0" i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&gt;4</m:t>
                      </m:r>
                    </m:oMath>
                  </m:oMathPara>
                </a14:m>
                <a:endParaRPr lang="en-GB" sz="1600" i="1" dirty="0"/>
              </a:p>
              <a:p>
                <a:pPr marL="400050" indent="-400050">
                  <a:buAutoNum type="romanLcParenBoth"/>
                </a:pPr>
                <a:r>
                  <a:rPr lang="en-GB" sz="1600" dirty="0"/>
                  <a:t>Show that, in the case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GB" sz="1600" dirty="0"/>
                  <a:t>, there is one stationary point on either side of the curve’s vertical asymptote, and sketch the curve.</a:t>
                </a:r>
              </a:p>
              <a:p>
                <a:pPr marL="400050" indent="-400050">
                  <a:buAutoNum type="romanLcParenBoth"/>
                </a:pPr>
                <a:r>
                  <a:rPr lang="en-GB" sz="1600" dirty="0"/>
                  <a:t>Sketch the curve in the case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1600" dirty="0"/>
                  <a:t>.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EEF097C-B392-9FC5-57D5-B490C99BF7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196" y="2469211"/>
                <a:ext cx="6408712" cy="1938864"/>
              </a:xfrm>
              <a:prstGeom prst="rect">
                <a:avLst/>
              </a:prstGeom>
              <a:blipFill>
                <a:blip r:embed="rId2"/>
                <a:stretch>
                  <a:fillRect l="-571" r="-114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6607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DDC303AC-FA56-5E50-93B0-CC3DFA83C3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1185862"/>
            <a:ext cx="7600950" cy="448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875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335E20FA-DE6A-3E80-A620-62F4C64EA8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953" y="1175489"/>
            <a:ext cx="7600950" cy="477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928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28DA76AC-785C-44CB-ED61-74621A4A24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425" y="1190625"/>
            <a:ext cx="7677150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7023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</a:t>
              </a:r>
              <a:r>
                <a:rPr lang="en-GB" sz="3200" dirty="0">
                  <a:latin typeface="+mj-lt"/>
                </a:rPr>
                <a:t> Answers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7FC3BF31-4606-897C-87B8-C1F9E7D543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972" y="908720"/>
            <a:ext cx="8208912" cy="4171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788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7A8A453-4F69-4ABD-93B0-CC23B8374D5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33B3424-125D-4609-84E5-4A3F753A602C}">
  <ds:schemaRefs>
    <ds:schemaRef ds:uri="http://schemas.microsoft.com/office/2006/metadata/properties"/>
    <ds:schemaRef ds:uri="http://schemas.microsoft.com/office/infopath/2007/PartnerControls"/>
    <ds:schemaRef ds:uri="faa1ecaf-a1aa-4fc9-8c75-2805352e1f65"/>
    <ds:schemaRef ds:uri="f9cd3b9a-9a6c-485a-81b7-4082693b5161"/>
  </ds:schemaRefs>
</ds:datastoreItem>
</file>

<file path=customXml/itemProps3.xml><?xml version="1.0" encoding="utf-8"?>
<ds:datastoreItem xmlns:ds="http://schemas.openxmlformats.org/officeDocument/2006/customXml" ds:itemID="{50663578-A72F-4CF5-86EB-49307922FA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22501</TotalTime>
  <Words>432</Words>
  <Application>Microsoft Office PowerPoint</Application>
  <PresentationFormat>On-screen Show (4:3)</PresentationFormat>
  <Paragraphs>41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 Math</vt:lpstr>
      <vt:lpstr>Wingdings</vt:lpstr>
      <vt:lpstr>Office Theme</vt:lpstr>
      <vt:lpstr>P2 Chapter 9: Differentiation  The Quotient Rule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836</cp:revision>
  <dcterms:created xsi:type="dcterms:W3CDTF">2013-02-28T07:36:55Z</dcterms:created>
  <dcterms:modified xsi:type="dcterms:W3CDTF">2024-12-10T16:43:27Z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