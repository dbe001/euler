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717" r:id="rId5"/>
    <p:sldId id="565" r:id="rId6"/>
    <p:sldId id="567" r:id="rId7"/>
    <p:sldId id="568" r:id="rId8"/>
    <p:sldId id="566" r:id="rId9"/>
    <p:sldId id="569" r:id="rId10"/>
    <p:sldId id="570" r:id="rId11"/>
    <p:sldId id="531" r:id="rId12"/>
    <p:sldId id="533" r:id="rId13"/>
    <p:sldId id="718" r:id="rId14"/>
    <p:sldId id="701" r:id="rId15"/>
    <p:sldId id="71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4E0421-F03F-43F5-BDD3-9D5B0F4E01F6}" v="10" dt="2024-12-03T17:00:52.3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D34E0421-F03F-43F5-BDD3-9D5B0F4E01F6}"/>
    <pc:docChg chg="undo custSel addSld delSld modSld">
      <pc:chgData name="Dieter Beaven" userId="9bbdb69f-69d0-4759-aa9b-5c090a2da237" providerId="ADAL" clId="{D34E0421-F03F-43F5-BDD3-9D5B0F4E01F6}" dt="2024-12-03T17:01:02.409" v="170" actId="1076"/>
      <pc:docMkLst>
        <pc:docMk/>
      </pc:docMkLst>
      <pc:sldChg chg="del">
        <pc:chgData name="Dieter Beaven" userId="9bbdb69f-69d0-4759-aa9b-5c090a2da237" providerId="ADAL" clId="{D34E0421-F03F-43F5-BDD3-9D5B0F4E01F6}" dt="2024-12-03T16:34:31.944" v="67" actId="47"/>
        <pc:sldMkLst>
          <pc:docMk/>
          <pc:sldMk cId="3130908362" sldId="525"/>
        </pc:sldMkLst>
      </pc:sldChg>
      <pc:sldChg chg="del">
        <pc:chgData name="Dieter Beaven" userId="9bbdb69f-69d0-4759-aa9b-5c090a2da237" providerId="ADAL" clId="{D34E0421-F03F-43F5-BDD3-9D5B0F4E01F6}" dt="2024-12-03T16:34:30.376" v="64" actId="47"/>
        <pc:sldMkLst>
          <pc:docMk/>
          <pc:sldMk cId="1349853522" sldId="529"/>
        </pc:sldMkLst>
      </pc:sldChg>
      <pc:sldChg chg="del">
        <pc:chgData name="Dieter Beaven" userId="9bbdb69f-69d0-4759-aa9b-5c090a2da237" providerId="ADAL" clId="{D34E0421-F03F-43F5-BDD3-9D5B0F4E01F6}" dt="2024-12-03T16:34:31.530" v="66" actId="47"/>
        <pc:sldMkLst>
          <pc:docMk/>
          <pc:sldMk cId="2314451268" sldId="530"/>
        </pc:sldMkLst>
      </pc:sldChg>
      <pc:sldChg chg="modSp mod">
        <pc:chgData name="Dieter Beaven" userId="9bbdb69f-69d0-4759-aa9b-5c090a2da237" providerId="ADAL" clId="{D34E0421-F03F-43F5-BDD3-9D5B0F4E01F6}" dt="2024-12-03T16:35:03.131" v="85" actId="20577"/>
        <pc:sldMkLst>
          <pc:docMk/>
          <pc:sldMk cId="2586607706" sldId="531"/>
        </pc:sldMkLst>
        <pc:spChg chg="mod">
          <ac:chgData name="Dieter Beaven" userId="9bbdb69f-69d0-4759-aa9b-5c090a2da237" providerId="ADAL" clId="{D34E0421-F03F-43F5-BDD3-9D5B0F4E01F6}" dt="2024-12-03T16:34:49.248" v="73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D34E0421-F03F-43F5-BDD3-9D5B0F4E01F6}" dt="2024-12-03T16:35:03.131" v="85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">
        <pc:chgData name="Dieter Beaven" userId="9bbdb69f-69d0-4759-aa9b-5c090a2da237" providerId="ADAL" clId="{D34E0421-F03F-43F5-BDD3-9D5B0F4E01F6}" dt="2024-12-03T16:34:30.992" v="65" actId="47"/>
        <pc:sldMkLst>
          <pc:docMk/>
          <pc:sldMk cId="3885846802" sldId="532"/>
        </pc:sldMkLst>
      </pc:sldChg>
      <pc:sldChg chg="addSp delSp modSp mod">
        <pc:chgData name="Dieter Beaven" userId="9bbdb69f-69d0-4759-aa9b-5c090a2da237" providerId="ADAL" clId="{D34E0421-F03F-43F5-BDD3-9D5B0F4E01F6}" dt="2024-12-03T16:43:49.853" v="101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D34E0421-F03F-43F5-BDD3-9D5B0F4E01F6}" dt="2024-12-03T16:42:40.536" v="95" actId="22"/>
          <ac:picMkLst>
            <pc:docMk/>
            <pc:sldMk cId="173887519" sldId="533"/>
            <ac:picMk id="6" creationId="{42C6118B-202B-256B-429A-8BAB84C22E42}"/>
          </ac:picMkLst>
        </pc:picChg>
        <pc:picChg chg="add del mod">
          <ac:chgData name="Dieter Beaven" userId="9bbdb69f-69d0-4759-aa9b-5c090a2da237" providerId="ADAL" clId="{D34E0421-F03F-43F5-BDD3-9D5B0F4E01F6}" dt="2024-12-03T16:43:16.685" v="98" actId="478"/>
          <ac:picMkLst>
            <pc:docMk/>
            <pc:sldMk cId="173887519" sldId="533"/>
            <ac:picMk id="8" creationId="{379E7335-A57F-8AC0-BC33-F157DEA696E9}"/>
          </ac:picMkLst>
        </pc:picChg>
        <pc:picChg chg="del">
          <ac:chgData name="Dieter Beaven" userId="9bbdb69f-69d0-4759-aa9b-5c090a2da237" providerId="ADAL" clId="{D34E0421-F03F-43F5-BDD3-9D5B0F4E01F6}" dt="2024-12-03T16:35:21.747" v="86" actId="478"/>
          <ac:picMkLst>
            <pc:docMk/>
            <pc:sldMk cId="173887519" sldId="533"/>
            <ac:picMk id="8" creationId="{C938A651-6684-D122-61FB-82F0372BE2BF}"/>
          </ac:picMkLst>
        </pc:picChg>
        <pc:picChg chg="add mod">
          <ac:chgData name="Dieter Beaven" userId="9bbdb69f-69d0-4759-aa9b-5c090a2da237" providerId="ADAL" clId="{D34E0421-F03F-43F5-BDD3-9D5B0F4E01F6}" dt="2024-12-03T16:43:49.853" v="101" actId="1076"/>
          <ac:picMkLst>
            <pc:docMk/>
            <pc:sldMk cId="173887519" sldId="533"/>
            <ac:picMk id="10" creationId="{4AD4ACBB-14BF-AC1B-4111-C633BBF5FA19}"/>
          </ac:picMkLst>
        </pc:picChg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2702725889" sldId="565"/>
        </pc:sldMkLst>
      </pc:sldChg>
      <pc:sldChg chg="modSp add mod">
        <pc:chgData name="Dieter Beaven" userId="9bbdb69f-69d0-4759-aa9b-5c090a2da237" providerId="ADAL" clId="{D34E0421-F03F-43F5-BDD3-9D5B0F4E01F6}" dt="2024-12-03T17:01:02.409" v="170" actId="1076"/>
        <pc:sldMkLst>
          <pc:docMk/>
          <pc:sldMk cId="3628465465" sldId="566"/>
        </pc:sldMkLst>
        <pc:spChg chg="mod">
          <ac:chgData name="Dieter Beaven" userId="9bbdb69f-69d0-4759-aa9b-5c090a2da237" providerId="ADAL" clId="{D34E0421-F03F-43F5-BDD3-9D5B0F4E01F6}" dt="2024-12-03T17:01:02.409" v="170" actId="1076"/>
          <ac:spMkLst>
            <pc:docMk/>
            <pc:sldMk cId="3628465465" sldId="566"/>
            <ac:spMk id="9" creationId="{F8821A67-9CAE-46B7-BB8B-1560FE8DB6AD}"/>
          </ac:spMkLst>
        </pc:spChg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026909746" sldId="567"/>
        </pc:sldMkLst>
      </pc:sldChg>
      <pc:sldChg chg="modSp add mod">
        <pc:chgData name="Dieter Beaven" userId="9bbdb69f-69d0-4759-aa9b-5c090a2da237" providerId="ADAL" clId="{D34E0421-F03F-43F5-BDD3-9D5B0F4E01F6}" dt="2024-12-03T17:00:46.293" v="164" actId="1035"/>
        <pc:sldMkLst>
          <pc:docMk/>
          <pc:sldMk cId="3536885959" sldId="568"/>
        </pc:sldMkLst>
        <pc:spChg chg="mod">
          <ac:chgData name="Dieter Beaven" userId="9bbdb69f-69d0-4759-aa9b-5c090a2da237" providerId="ADAL" clId="{D34E0421-F03F-43F5-BDD3-9D5B0F4E01F6}" dt="2024-12-03T17:00:46.293" v="164" actId="1035"/>
          <ac:spMkLst>
            <pc:docMk/>
            <pc:sldMk cId="3536885959" sldId="568"/>
            <ac:spMk id="33" creationId="{C6C58DAE-E62D-4D5D-8F4C-20B2228BB7D4}"/>
          </ac:spMkLst>
        </pc:spChg>
        <pc:spChg chg="mod">
          <ac:chgData name="Dieter Beaven" userId="9bbdb69f-69d0-4759-aa9b-5c090a2da237" providerId="ADAL" clId="{D34E0421-F03F-43F5-BDD3-9D5B0F4E01F6}" dt="2024-12-03T17:00:46.293" v="164" actId="1035"/>
          <ac:spMkLst>
            <pc:docMk/>
            <pc:sldMk cId="3536885959" sldId="568"/>
            <ac:spMk id="34" creationId="{49519A6F-7788-464B-8E9A-F5F175243176}"/>
          </ac:spMkLst>
        </pc:spChg>
        <pc:spChg chg="mod">
          <ac:chgData name="Dieter Beaven" userId="9bbdb69f-69d0-4759-aa9b-5c090a2da237" providerId="ADAL" clId="{D34E0421-F03F-43F5-BDD3-9D5B0F4E01F6}" dt="2024-12-03T17:00:46.293" v="164" actId="1035"/>
          <ac:spMkLst>
            <pc:docMk/>
            <pc:sldMk cId="3536885959" sldId="568"/>
            <ac:spMk id="35" creationId="{3A43BF46-6879-456A-84EC-F483A6CD5360}"/>
          </ac:spMkLst>
        </pc:spChg>
        <pc:cxnChg chg="mod">
          <ac:chgData name="Dieter Beaven" userId="9bbdb69f-69d0-4759-aa9b-5c090a2da237" providerId="ADAL" clId="{D34E0421-F03F-43F5-BDD3-9D5B0F4E01F6}" dt="2024-12-03T17:00:46.293" v="164" actId="1035"/>
          <ac:cxnSpMkLst>
            <pc:docMk/>
            <pc:sldMk cId="3536885959" sldId="568"/>
            <ac:cxnSpMk id="36" creationId="{8E39D4E6-763E-4B1D-989B-F76217EA951A}"/>
          </ac:cxnSpMkLst>
        </pc:cxnChg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1552281268" sldId="569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4134640982" sldId="570"/>
        </pc:sldMkLst>
      </pc:sldChg>
      <pc:sldChg chg="addSp delSp modSp mod">
        <pc:chgData name="Dieter Beaven" userId="9bbdb69f-69d0-4759-aa9b-5c090a2da237" providerId="ADAL" clId="{D34E0421-F03F-43F5-BDD3-9D5B0F4E01F6}" dt="2024-12-03T16:58:07.523" v="107" actId="1076"/>
        <pc:sldMkLst>
          <pc:docMk/>
          <pc:sldMk cId="464788855" sldId="701"/>
        </pc:sldMkLst>
        <pc:picChg chg="add mod">
          <ac:chgData name="Dieter Beaven" userId="9bbdb69f-69d0-4759-aa9b-5c090a2da237" providerId="ADAL" clId="{D34E0421-F03F-43F5-BDD3-9D5B0F4E01F6}" dt="2024-12-03T16:58:07.523" v="107" actId="1076"/>
          <ac:picMkLst>
            <pc:docMk/>
            <pc:sldMk cId="464788855" sldId="701"/>
            <ac:picMk id="6" creationId="{2134FB3E-F0CD-AB80-D17C-5EF3FABB0A8D}"/>
          </ac:picMkLst>
        </pc:picChg>
        <pc:picChg chg="del">
          <ac:chgData name="Dieter Beaven" userId="9bbdb69f-69d0-4759-aa9b-5c090a2da237" providerId="ADAL" clId="{D34E0421-F03F-43F5-BDD3-9D5B0F4E01F6}" dt="2024-12-03T16:35:24.591" v="88" actId="478"/>
          <ac:picMkLst>
            <pc:docMk/>
            <pc:sldMk cId="464788855" sldId="701"/>
            <ac:picMk id="6" creationId="{6908608A-AE97-AB0F-3502-87D35C09CC91}"/>
          </ac:picMkLst>
        </pc:picChg>
      </pc:sldChg>
      <pc:sldChg chg="modSp mod">
        <pc:chgData name="Dieter Beaven" userId="9bbdb69f-69d0-4759-aa9b-5c090a2da237" providerId="ADAL" clId="{D34E0421-F03F-43F5-BDD3-9D5B0F4E01F6}" dt="2024-12-03T16:35:36.263" v="92" actId="6549"/>
        <pc:sldMkLst>
          <pc:docMk/>
          <pc:sldMk cId="938785864" sldId="717"/>
        </pc:sldMkLst>
        <pc:spChg chg="mod">
          <ac:chgData name="Dieter Beaven" userId="9bbdb69f-69d0-4759-aa9b-5c090a2da237" providerId="ADAL" clId="{D34E0421-F03F-43F5-BDD3-9D5B0F4E01F6}" dt="2024-12-03T16:35:36.263" v="92" actId="6549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D34E0421-F03F-43F5-BDD3-9D5B0F4E01F6}" dt="2024-12-03T16:44:18.743" v="103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D34E0421-F03F-43F5-BDD3-9D5B0F4E01F6}" dt="2024-12-03T16:44:18.743" v="103" actId="1076"/>
          <ac:picMkLst>
            <pc:docMk/>
            <pc:sldMk cId="3902928920" sldId="718"/>
            <ac:picMk id="6" creationId="{6FE058EC-293F-6D3B-32DA-9BFE3FF1EAEC}"/>
          </ac:picMkLst>
        </pc:picChg>
        <pc:picChg chg="del">
          <ac:chgData name="Dieter Beaven" userId="9bbdb69f-69d0-4759-aa9b-5c090a2da237" providerId="ADAL" clId="{D34E0421-F03F-43F5-BDD3-9D5B0F4E01F6}" dt="2024-12-03T16:35:23.169" v="87" actId="478"/>
          <ac:picMkLst>
            <pc:docMk/>
            <pc:sldMk cId="3902928920" sldId="718"/>
            <ac:picMk id="6" creationId="{7181C309-966E-05D7-8FA5-CEEEB12DC424}"/>
          </ac:picMkLst>
        </pc:picChg>
      </pc:sldChg>
      <pc:sldChg chg="addSp delSp modSp add mod">
        <pc:chgData name="Dieter Beaven" userId="9bbdb69f-69d0-4759-aa9b-5c090a2da237" providerId="ADAL" clId="{D34E0421-F03F-43F5-BDD3-9D5B0F4E01F6}" dt="2024-12-03T16:58:23.355" v="111" actId="1076"/>
        <pc:sldMkLst>
          <pc:docMk/>
          <pc:sldMk cId="1951786711" sldId="719"/>
        </pc:sldMkLst>
        <pc:picChg chg="del">
          <ac:chgData name="Dieter Beaven" userId="9bbdb69f-69d0-4759-aa9b-5c090a2da237" providerId="ADAL" clId="{D34E0421-F03F-43F5-BDD3-9D5B0F4E01F6}" dt="2024-12-03T16:58:11.605" v="109" actId="478"/>
          <ac:picMkLst>
            <pc:docMk/>
            <pc:sldMk cId="1951786711" sldId="719"/>
            <ac:picMk id="6" creationId="{2134FB3E-F0CD-AB80-D17C-5EF3FABB0A8D}"/>
          </ac:picMkLst>
        </pc:picChg>
        <pc:picChg chg="add mod">
          <ac:chgData name="Dieter Beaven" userId="9bbdb69f-69d0-4759-aa9b-5c090a2da237" providerId="ADAL" clId="{D34E0421-F03F-43F5-BDD3-9D5B0F4E01F6}" dt="2024-12-03T16:58:23.355" v="111" actId="1076"/>
          <ac:picMkLst>
            <pc:docMk/>
            <pc:sldMk cId="1951786711" sldId="719"/>
            <ac:picMk id="7" creationId="{8A14B542-A461-8448-4B2A-FE99A919650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.pn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9: </a:t>
            </a:r>
            <a:r>
              <a:rPr lang="en-GB" dirty="0">
                <a:solidFill>
                  <a:schemeClr val="accent5"/>
                </a:solidFill>
              </a:rPr>
              <a:t>Differentiation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Differentiating Sin and Cos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E79D884-080B-4633-BBAB-93CE63B9045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ACBB9B9C-999A-4438-AE18-FFB77A9F1C56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Differentiating trigonometric functions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46D7A9C-27AB-4D62-94C1-77AAF29D5BAD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6C3B0C-DF36-48C5-B0F5-52AE60B9A4A4}"/>
                  </a:ext>
                </a:extLst>
              </p:cNvPr>
              <p:cNvSpPr txBox="1"/>
              <p:nvPr/>
            </p:nvSpPr>
            <p:spPr>
              <a:xfrm>
                <a:off x="2343944" y="1052736"/>
                <a:ext cx="3960440" cy="1144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36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3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3600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6C3B0C-DF36-48C5-B0F5-52AE60B9A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3944" y="1052736"/>
                <a:ext cx="3960440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A95303-5747-42A9-A179-DF68C61FC2E9}"/>
                  </a:ext>
                </a:extLst>
              </p:cNvPr>
              <p:cNvSpPr txBox="1"/>
              <p:nvPr/>
            </p:nvSpPr>
            <p:spPr>
              <a:xfrm>
                <a:off x="6531382" y="2055781"/>
                <a:ext cx="2300312" cy="12533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Things of helpfulness: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400" dirty="0"/>
                  <a:t>As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→0,  </m:t>
                    </m:r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≈1−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func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func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A95303-5747-42A9-A179-DF68C61FC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382" y="2055781"/>
                <a:ext cx="2300312" cy="12533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B0A3BB7-C755-489F-9F09-9096A29F325D}"/>
              </a:ext>
            </a:extLst>
          </p:cNvPr>
          <p:cNvSpPr txBox="1"/>
          <p:nvPr/>
        </p:nvSpPr>
        <p:spPr>
          <a:xfrm>
            <a:off x="755452" y="2632596"/>
            <a:ext cx="864096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Proof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2AF39A-9D92-4BC5-8C50-27760F40CEC0}"/>
              </a:ext>
            </a:extLst>
          </p:cNvPr>
          <p:cNvSpPr txBox="1"/>
          <p:nvPr/>
        </p:nvSpPr>
        <p:spPr>
          <a:xfrm>
            <a:off x="2991644" y="2492896"/>
            <a:ext cx="338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Yes, you could be tested on this!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9BDAE09-5CF2-49B1-BF6D-34C75DD326B4}"/>
              </a:ext>
            </a:extLst>
          </p:cNvPr>
          <p:cNvCxnSpPr/>
          <p:nvPr/>
        </p:nvCxnSpPr>
        <p:spPr>
          <a:xfrm flipH="1">
            <a:off x="1790700" y="2632596"/>
            <a:ext cx="1125116" cy="161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BBA8051-9CF7-4E81-915A-EECA72017CB5}"/>
                  </a:ext>
                </a:extLst>
              </p:cNvPr>
              <p:cNvSpPr txBox="1"/>
              <p:nvPr/>
            </p:nvSpPr>
            <p:spPr>
              <a:xfrm>
                <a:off x="683567" y="3140968"/>
                <a:ext cx="5430153" cy="37784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d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func>
                                        <m:func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</m:func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num>
                                    <m:den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den>
                                  </m:f>
                                </m:e>
                              </m:d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func>
                                        <m:func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</m:func>
                                    </m:num>
                                    <m:den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den>
                                  </m:f>
                                </m:e>
                              </m:d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Since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func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dirty="0"/>
                  <a:t>,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func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≈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Similarly,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func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≈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(−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) →0</m:t>
                    </m:r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BBA8051-9CF7-4E81-915A-EECA72017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7" y="3140968"/>
                <a:ext cx="5430153" cy="3778407"/>
              </a:xfrm>
              <a:prstGeom prst="rect">
                <a:avLst/>
              </a:prstGeom>
              <a:blipFill>
                <a:blip r:embed="rId4"/>
                <a:stretch>
                  <a:fillRect l="-8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E26143A-54A8-4E67-BED8-902C45DCFB69}"/>
              </a:ext>
            </a:extLst>
          </p:cNvPr>
          <p:cNvSpPr txBox="1"/>
          <p:nvPr/>
        </p:nvSpPr>
        <p:spPr>
          <a:xfrm>
            <a:off x="6191372" y="4021050"/>
            <a:ext cx="2218813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Use addition formula.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B0E953F-3A50-44E7-9470-4DA1F8937B1C}"/>
              </a:ext>
            </a:extLst>
          </p:cNvPr>
          <p:cNvCxnSpPr>
            <a:cxnSpLocks/>
          </p:cNvCxnSpPr>
          <p:nvPr/>
        </p:nvCxnSpPr>
        <p:spPr>
          <a:xfrm flipH="1">
            <a:off x="5720316" y="4203334"/>
            <a:ext cx="497102" cy="28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6C3EC2D-453B-4D84-AF0C-37F2B4AFF34A}"/>
                  </a:ext>
                </a:extLst>
              </p:cNvPr>
              <p:cNvSpPr txBox="1"/>
              <p:nvPr/>
            </p:nvSpPr>
            <p:spPr>
              <a:xfrm>
                <a:off x="6140040" y="4605380"/>
                <a:ext cx="2781918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Collect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terms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terms together.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6C3EC2D-453B-4D84-AF0C-37F2B4AFF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040" y="4605380"/>
                <a:ext cx="2781918" cy="646331"/>
              </a:xfrm>
              <a:prstGeom prst="rect">
                <a:avLst/>
              </a:prstGeom>
              <a:blipFill>
                <a:blip r:embed="rId5"/>
                <a:stretch>
                  <a:fillRect l="-1302" t="-2703" b="-108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8527852-0F9F-4CC4-A670-021BFCB9AC3F}"/>
                  </a:ext>
                </a:extLst>
              </p:cNvPr>
              <p:cNvSpPr txBox="1"/>
              <p:nvPr/>
            </p:nvSpPr>
            <p:spPr>
              <a:xfrm>
                <a:off x="6140040" y="5524943"/>
                <a:ext cx="2781918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Use small angle approximations to consider what the expressions in terms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sz="1400" dirty="0"/>
                  <a:t> will become.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8527852-0F9F-4CC4-A670-021BFCB9A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040" y="5524943"/>
                <a:ext cx="2781918" cy="738664"/>
              </a:xfrm>
              <a:prstGeom prst="rect">
                <a:avLst/>
              </a:prstGeom>
              <a:blipFill>
                <a:blip r:embed="rId6"/>
                <a:stretch>
                  <a:fillRect l="-217" b="-64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A9BDEC5-5E6D-43CE-A194-871C858B41D4}"/>
              </a:ext>
            </a:extLst>
          </p:cNvPr>
          <p:cNvCxnSpPr>
            <a:cxnSpLocks/>
          </p:cNvCxnSpPr>
          <p:nvPr/>
        </p:nvCxnSpPr>
        <p:spPr>
          <a:xfrm flipH="1">
            <a:off x="5694270" y="4994338"/>
            <a:ext cx="497102" cy="28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A936733-7489-4A9C-8236-771ACCD2AEB1}"/>
              </a:ext>
            </a:extLst>
          </p:cNvPr>
          <p:cNvSpPr/>
          <p:nvPr/>
        </p:nvSpPr>
        <p:spPr>
          <a:xfrm>
            <a:off x="4999549" y="1187634"/>
            <a:ext cx="1325051" cy="94596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86BAED-81FE-4D75-ACC8-0DDD55A6591C}"/>
              </a:ext>
            </a:extLst>
          </p:cNvPr>
          <p:cNvSpPr/>
          <p:nvPr/>
        </p:nvSpPr>
        <p:spPr>
          <a:xfrm>
            <a:off x="1403648" y="3646967"/>
            <a:ext cx="2572929" cy="47846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B50E36-EEA8-48EE-8645-DE27BD64FF8A}"/>
              </a:ext>
            </a:extLst>
          </p:cNvPr>
          <p:cNvSpPr/>
          <p:nvPr/>
        </p:nvSpPr>
        <p:spPr>
          <a:xfrm>
            <a:off x="1403648" y="4128521"/>
            <a:ext cx="4146547" cy="5391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C5D2316-BFDE-41F3-A684-B90CE9260264}"/>
              </a:ext>
            </a:extLst>
          </p:cNvPr>
          <p:cNvSpPr/>
          <p:nvPr/>
        </p:nvSpPr>
        <p:spPr>
          <a:xfrm>
            <a:off x="1429968" y="4667693"/>
            <a:ext cx="4146547" cy="72301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63E5B2-31EA-4DD6-B2E0-D848CCE5C3AC}"/>
              </a:ext>
            </a:extLst>
          </p:cNvPr>
          <p:cNvSpPr/>
          <p:nvPr/>
        </p:nvSpPr>
        <p:spPr>
          <a:xfrm>
            <a:off x="721988" y="5376167"/>
            <a:ext cx="5157817" cy="93957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905D157-AB7C-47E8-ADCE-320264B8475F}"/>
              </a:ext>
            </a:extLst>
          </p:cNvPr>
          <p:cNvCxnSpPr>
            <a:cxnSpLocks/>
          </p:cNvCxnSpPr>
          <p:nvPr/>
        </p:nvCxnSpPr>
        <p:spPr>
          <a:xfrm flipH="1">
            <a:off x="5694270" y="5785342"/>
            <a:ext cx="497102" cy="28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E3A2AB18-B2B9-4B2D-9039-365F9606E194}"/>
              </a:ext>
            </a:extLst>
          </p:cNvPr>
          <p:cNvSpPr/>
          <p:nvPr/>
        </p:nvSpPr>
        <p:spPr>
          <a:xfrm>
            <a:off x="2267745" y="6315740"/>
            <a:ext cx="3633326" cy="5528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02725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65049CD-D272-4A87-AED0-49BC279C4873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D755086E-CD6B-4756-96FF-5EDA9177F7F7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Why does this result only hold in radians?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B44F398-6289-49C6-8177-E2F528F1A06F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39D649-DAE0-480D-8DD0-71AD706E65E6}"/>
                  </a:ext>
                </a:extLst>
              </p:cNvPr>
              <p:cNvSpPr txBox="1"/>
              <p:nvPr/>
            </p:nvSpPr>
            <p:spPr>
              <a:xfrm>
                <a:off x="539552" y="908720"/>
                <a:ext cx="7488832" cy="1436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Explanation 1:</a:t>
                </a:r>
              </a:p>
              <a:p>
                <a:r>
                  <a:rPr lang="en-GB" dirty="0"/>
                  <a:t>The approximations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≈1−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(as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GB" dirty="0"/>
                  <a:t>) only holds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is in radians (we saw why in the chapter on radians). The proof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made use of these approximations.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39D649-DAE0-480D-8DD0-71AD706E6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908720"/>
                <a:ext cx="7488832" cy="1436419"/>
              </a:xfrm>
              <a:prstGeom prst="rect">
                <a:avLst/>
              </a:prstGeom>
              <a:blipFill>
                <a:blip r:embed="rId2"/>
                <a:stretch>
                  <a:fillRect l="-733" t="-2119" b="-16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85BC9D-BE4D-4391-AFB6-533AD25E2FEB}"/>
                  </a:ext>
                </a:extLst>
              </p:cNvPr>
              <p:cNvSpPr txBox="1"/>
              <p:nvPr/>
            </p:nvSpPr>
            <p:spPr>
              <a:xfrm>
                <a:off x="539552" y="2532775"/>
                <a:ext cx="835292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Explanation 2:</a:t>
                </a:r>
              </a:p>
              <a:p>
                <a:r>
                  <a:rPr lang="en-GB" dirty="0"/>
                  <a:t>We can see by observation if we look at the graph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in radians and in degrees.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85BC9D-BE4D-4391-AFB6-533AD25E2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532775"/>
                <a:ext cx="8352928" cy="646331"/>
              </a:xfrm>
              <a:prstGeom prst="rect">
                <a:avLst/>
              </a:prstGeom>
              <a:blipFill>
                <a:blip r:embed="rId3"/>
                <a:stretch>
                  <a:fillRect l="-657" t="-4673" b="-130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B076C50-F492-4E55-BDC8-CFD2C6FEF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3717032"/>
            <a:ext cx="3312368" cy="24340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3AC7C8-BBE8-41B2-B15D-DA52C2F0919C}"/>
                  </a:ext>
                </a:extLst>
              </p:cNvPr>
              <p:cNvSpPr txBox="1"/>
              <p:nvPr/>
            </p:nvSpPr>
            <p:spPr>
              <a:xfrm>
                <a:off x="2690267" y="3565773"/>
                <a:ext cx="1152128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pPr algn="ctr"/>
                <a:r>
                  <a:rPr lang="en-GB" sz="1200" dirty="0"/>
                  <a:t>using radians</a:t>
                </a:r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3AC7C8-BBE8-41B2-B15D-DA52C2F09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0267" y="3565773"/>
                <a:ext cx="1152128" cy="553998"/>
              </a:xfrm>
              <a:prstGeom prst="rect">
                <a:avLst/>
              </a:prstGeom>
              <a:blipFill>
                <a:blip r:embed="rId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247A2A-D37A-4624-9FE5-93C0DF5F3286}"/>
              </a:ext>
            </a:extLst>
          </p:cNvPr>
          <p:cNvCxnSpPr/>
          <p:nvPr/>
        </p:nvCxnSpPr>
        <p:spPr>
          <a:xfrm flipV="1">
            <a:off x="1562100" y="4195762"/>
            <a:ext cx="1181100" cy="1514475"/>
          </a:xfrm>
          <a:prstGeom prst="line">
            <a:avLst/>
          </a:prstGeom>
          <a:ln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E29A0D1-0D20-4138-9C42-0A1B0C1B9B01}"/>
                  </a:ext>
                </a:extLst>
              </p:cNvPr>
              <p:cNvSpPr txBox="1"/>
              <p:nvPr/>
            </p:nvSpPr>
            <p:spPr>
              <a:xfrm>
                <a:off x="2356176" y="5453436"/>
                <a:ext cx="2006273" cy="104894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If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1400" dirty="0"/>
                  <a:t> then the gradient when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400" dirty="0"/>
                  <a:t>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func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400" dirty="0"/>
                  <a:t>. This looks right from the graph.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E29A0D1-0D20-4138-9C42-0A1B0C1B9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6176" y="5453436"/>
                <a:ext cx="2006273" cy="1048942"/>
              </a:xfrm>
              <a:prstGeom prst="rect">
                <a:avLst/>
              </a:prstGeom>
              <a:blipFill>
                <a:blip r:embed="rId6"/>
                <a:stretch>
                  <a:fillRect l="-912" r="-2736" b="-52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CD41CBC8-F9A9-4566-8399-6C3A2A1AE2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7712" y="3527197"/>
            <a:ext cx="3686175" cy="26193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25CFD8-0BBB-4769-8D3D-08CEB40D493D}"/>
                  </a:ext>
                </a:extLst>
              </p:cNvPr>
              <p:cNvSpPr txBox="1"/>
              <p:nvPr/>
            </p:nvSpPr>
            <p:spPr>
              <a:xfrm>
                <a:off x="7236296" y="3762273"/>
                <a:ext cx="1152128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pPr algn="ctr"/>
                <a:r>
                  <a:rPr lang="en-GB" sz="1200" dirty="0"/>
                  <a:t>using degrees</a:t>
                </a:r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25CFD8-0BBB-4769-8D3D-08CEB40D4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3762273"/>
                <a:ext cx="1152128" cy="553998"/>
              </a:xfrm>
              <a:prstGeom prst="rect">
                <a:avLst/>
              </a:prstGeom>
              <a:blipFill>
                <a:blip r:embed="rId8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798F493-ACC2-4C1C-87E0-05CC3DF71F53}"/>
                  </a:ext>
                </a:extLst>
              </p:cNvPr>
              <p:cNvSpPr txBox="1"/>
              <p:nvPr/>
            </p:nvSpPr>
            <p:spPr>
              <a:xfrm>
                <a:off x="6407675" y="5180306"/>
                <a:ext cx="2412797" cy="116955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However when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is in degrees, and again using the same scale for both axes, we can clearly see the gradient is much lower than 1.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798F493-ACC2-4C1C-87E0-05CC3DF71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7675" y="5180306"/>
                <a:ext cx="2412797" cy="1169551"/>
              </a:xfrm>
              <a:prstGeom prst="rect">
                <a:avLst/>
              </a:prstGeom>
              <a:blipFill>
                <a:blip r:embed="rId9"/>
                <a:stretch>
                  <a:fillRect l="-758" t="-1042" r="-2273" b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690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1" grpId="0" animBg="1"/>
      <p:bldP spid="13" grpId="0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E79D884-080B-4633-BBAB-93CE63B9045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ACBB9B9C-999A-4438-AE18-FFB77A9F1C56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Differentiating trigonometric functions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46D7A9C-27AB-4D62-94C1-77AAF29D5BAD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6C3B0C-DF36-48C5-B0F5-52AE60B9A4A4}"/>
                  </a:ext>
                </a:extLst>
              </p:cNvPr>
              <p:cNvSpPr txBox="1"/>
              <p:nvPr/>
            </p:nvSpPr>
            <p:spPr>
              <a:xfrm>
                <a:off x="1790700" y="1052736"/>
                <a:ext cx="4513684" cy="1144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36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sz="3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36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6C3B0C-DF36-48C5-B0F5-52AE60B9A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700" y="1052736"/>
                <a:ext cx="4513684" cy="11441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BA936733-7489-4A9C-8236-771ACCD2AEB1}"/>
              </a:ext>
            </a:extLst>
          </p:cNvPr>
          <p:cNvSpPr/>
          <p:nvPr/>
        </p:nvSpPr>
        <p:spPr>
          <a:xfrm>
            <a:off x="4571428" y="1137126"/>
            <a:ext cx="1637481" cy="94596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C58DAE-E62D-4D5D-8F4C-20B2228BB7D4}"/>
              </a:ext>
            </a:extLst>
          </p:cNvPr>
          <p:cNvSpPr txBox="1"/>
          <p:nvPr/>
        </p:nvSpPr>
        <p:spPr>
          <a:xfrm>
            <a:off x="4932040" y="2852936"/>
            <a:ext cx="3312368" cy="313932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Memory Tip: </a:t>
            </a:r>
            <a:r>
              <a:rPr lang="en-GB" dirty="0"/>
              <a:t>The way I picture this in my head is this: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where moving ‘down’ is differentiating and moving up is integrating. If it’s the ‘wrong’ function (differentiating cos or integrating sin) the sign changes.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9519A6F-7788-464B-8E9A-F5F175243176}"/>
                  </a:ext>
                </a:extLst>
              </p:cNvPr>
              <p:cNvSpPr txBox="1"/>
              <p:nvPr/>
            </p:nvSpPr>
            <p:spPr>
              <a:xfrm>
                <a:off x="5868144" y="3499267"/>
                <a:ext cx="13681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9519A6F-7788-464B-8E9A-F5F175243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3499267"/>
                <a:ext cx="13681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A43BF46-6879-456A-84EC-F483A6CD5360}"/>
                  </a:ext>
                </a:extLst>
              </p:cNvPr>
              <p:cNvSpPr txBox="1"/>
              <p:nvPr/>
            </p:nvSpPr>
            <p:spPr>
              <a:xfrm>
                <a:off x="5868144" y="3988970"/>
                <a:ext cx="13681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A43BF46-6879-456A-84EC-F483A6CD5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3988970"/>
                <a:ext cx="136815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E39D4E6-763E-4B1D-989B-F76217EA951A}"/>
              </a:ext>
            </a:extLst>
          </p:cNvPr>
          <p:cNvCxnSpPr/>
          <p:nvPr/>
        </p:nvCxnSpPr>
        <p:spPr>
          <a:xfrm>
            <a:off x="6541203" y="3791481"/>
            <a:ext cx="0" cy="30503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6885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27" grpId="0" animBg="1"/>
      <p:bldP spid="33" grpId="0" animBg="1"/>
      <p:bldP spid="34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1208241-4F80-4E7D-A148-9B0BEB3CED9E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>
                  <a:extLst>
                    <a:ext uri="{FF2B5EF4-FFF2-40B4-BE49-F238E27FC236}">
                      <a16:creationId xmlns:a16="http://schemas.microsoft.com/office/drawing/2014/main" id="{923AAA75-D3AC-4D41-AFFA-33EA7922F06B}"/>
                    </a:ext>
                  </a:extLst>
                </p:cNvPr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3200" dirty="0">
                      <a:latin typeface="+mj-lt"/>
                    </a:rPr>
                    <a:t>Differentiating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𝑘𝑥</m:t>
                          </m:r>
                        </m:e>
                      </m:func>
                    </m:oMath>
                  </a14:m>
                  <a:r>
                    <a:rPr lang="en-GB" sz="3200" dirty="0"/>
                    <a:t> and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𝑘𝑥</m:t>
                          </m:r>
                        </m:e>
                      </m:func>
                    </m:oMath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3" name="TextBox 32">
                  <a:extLst>
                    <a:ext uri="{FF2B5EF4-FFF2-40B4-BE49-F238E27FC236}">
                      <a16:creationId xmlns:a16="http://schemas.microsoft.com/office/drawing/2014/main" id="{923AAA75-D3AC-4D41-AFFA-33EA7922F0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>
                  <a:blip r:embed="rId2"/>
                  <a:stretch>
                    <a:fillRect t="-12245" b="-316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B4ADEA7-217B-4E8F-839D-CB531D9A205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933BB2-88A2-497E-810A-17D4B18FA7C7}"/>
                  </a:ext>
                </a:extLst>
              </p:cNvPr>
              <p:cNvSpPr txBox="1"/>
              <p:nvPr/>
            </p:nvSpPr>
            <p:spPr>
              <a:xfrm>
                <a:off x="1979712" y="818820"/>
                <a:ext cx="4608512" cy="1144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36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𝑘𝑥</m:t>
                              </m:r>
                            </m:e>
                          </m:func>
                        </m:e>
                      </m:d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 smtClean="0">
                          <a:latin typeface="Cambria Math" panose="02040503050406030204" pitchFamily="18" charset="0"/>
                        </a:rPr>
                        <m:t>𝒌</m:t>
                      </m:r>
                      <m:func>
                        <m:funcPr>
                          <m:ctrlPr>
                            <a:rPr lang="en-GB" sz="3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3600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sz="3600" b="1" i="1" smtClean="0">
                              <a:latin typeface="Cambria Math" panose="02040503050406030204" pitchFamily="18" charset="0"/>
                            </a:rPr>
                            <m:t>𝒌𝒙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933BB2-88A2-497E-810A-17D4B18FA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818820"/>
                <a:ext cx="4608512" cy="11441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90157075-68DE-40D5-9F71-3EB2A3B00BB6}"/>
              </a:ext>
            </a:extLst>
          </p:cNvPr>
          <p:cNvSpPr/>
          <p:nvPr/>
        </p:nvSpPr>
        <p:spPr>
          <a:xfrm>
            <a:off x="4768304" y="815451"/>
            <a:ext cx="2139234" cy="10469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2889EC-6F4B-40E1-A550-D812D3D4F5BD}"/>
                  </a:ext>
                </a:extLst>
              </p:cNvPr>
              <p:cNvSpPr txBox="1"/>
              <p:nvPr/>
            </p:nvSpPr>
            <p:spPr>
              <a:xfrm>
                <a:off x="1722962" y="1929823"/>
                <a:ext cx="5184576" cy="1144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36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𝑘𝑥</m:t>
                              </m:r>
                            </m:e>
                          </m:func>
                        </m:e>
                      </m:d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3600" b="1" i="1" smtClean="0">
                          <a:latin typeface="Cambria Math" panose="02040503050406030204" pitchFamily="18" charset="0"/>
                        </a:rPr>
                        <m:t>𝒌</m:t>
                      </m:r>
                      <m:func>
                        <m:funcPr>
                          <m:ctrlPr>
                            <a:rPr lang="en-GB" sz="3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36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sz="3600" b="1" i="1" smtClean="0">
                              <a:latin typeface="Cambria Math" panose="02040503050406030204" pitchFamily="18" charset="0"/>
                            </a:rPr>
                            <m:t>𝒌𝒙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2889EC-6F4B-40E1-A550-D812D3D4F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962" y="1929823"/>
                <a:ext cx="5184576" cy="11441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196CA397-7A58-4037-9B91-24C11376905B}"/>
              </a:ext>
            </a:extLst>
          </p:cNvPr>
          <p:cNvSpPr/>
          <p:nvPr/>
        </p:nvSpPr>
        <p:spPr>
          <a:xfrm>
            <a:off x="4764477" y="1967565"/>
            <a:ext cx="2143061" cy="10469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821A67-9CAE-46B7-BB8B-1560FE8DB6AD}"/>
              </a:ext>
            </a:extLst>
          </p:cNvPr>
          <p:cNvSpPr txBox="1"/>
          <p:nvPr/>
        </p:nvSpPr>
        <p:spPr>
          <a:xfrm>
            <a:off x="3851920" y="3429000"/>
            <a:ext cx="5184576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Note</a:t>
            </a:r>
            <a:r>
              <a:rPr lang="en-GB" dirty="0"/>
              <a:t>: This is not a rule in itself but a specific case of the ‘</a:t>
            </a:r>
            <a:r>
              <a:rPr lang="en-GB" i="1" dirty="0"/>
              <a:t>chain rule</a:t>
            </a:r>
            <a:r>
              <a:rPr lang="en-GB" dirty="0"/>
              <a:t>’ which we’ll see later this chapter.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FE08AB-A13A-43FD-9754-DA1459ACD071}"/>
              </a:ext>
            </a:extLst>
          </p:cNvPr>
          <p:cNvSpPr txBox="1"/>
          <p:nvPr/>
        </p:nvSpPr>
        <p:spPr>
          <a:xfrm>
            <a:off x="392595" y="4214653"/>
            <a:ext cx="2159220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Quickfire Questions: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73C29B-EA5F-411B-9F3F-56AE8F0C4F4C}"/>
                  </a:ext>
                </a:extLst>
              </p:cNvPr>
              <p:cNvSpPr txBox="1"/>
              <p:nvPr/>
            </p:nvSpPr>
            <p:spPr>
              <a:xfrm>
                <a:off x="445765" y="4765254"/>
                <a:ext cx="3222468" cy="1670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𝟓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𝟏𝟓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73C29B-EA5F-411B-9F3F-56AE8F0C4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65" y="4765254"/>
                <a:ext cx="3222468" cy="16700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C07B58-5706-4B71-83F4-4A18E48CDA20}"/>
                  </a:ext>
                </a:extLst>
              </p:cNvPr>
              <p:cNvSpPr txBox="1"/>
              <p:nvPr/>
            </p:nvSpPr>
            <p:spPr>
              <a:xfrm>
                <a:off x="4224773" y="4765254"/>
                <a:ext cx="3222468" cy="18629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𝟏𝟐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C07B58-5706-4B71-83F4-4A18E48CD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773" y="4765254"/>
                <a:ext cx="3222468" cy="18629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8D00AA7B-F848-4BA5-96BF-A3D282A66F8C}"/>
              </a:ext>
            </a:extLst>
          </p:cNvPr>
          <p:cNvSpPr/>
          <p:nvPr/>
        </p:nvSpPr>
        <p:spPr>
          <a:xfrm>
            <a:off x="2144734" y="4839798"/>
            <a:ext cx="1310847" cy="4658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D9DC0B-6E00-4197-BB3B-DC09B415631C}"/>
              </a:ext>
            </a:extLst>
          </p:cNvPr>
          <p:cNvSpPr/>
          <p:nvPr/>
        </p:nvSpPr>
        <p:spPr>
          <a:xfrm>
            <a:off x="2195736" y="5345580"/>
            <a:ext cx="1310847" cy="4658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82BC29-A02B-4926-A308-AA6D436F592C}"/>
              </a:ext>
            </a:extLst>
          </p:cNvPr>
          <p:cNvSpPr/>
          <p:nvPr/>
        </p:nvSpPr>
        <p:spPr>
          <a:xfrm>
            <a:off x="2357386" y="5879671"/>
            <a:ext cx="1310847" cy="4658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A0AFBA-AC60-4FA3-B95D-C0BF12E25CCE}"/>
              </a:ext>
            </a:extLst>
          </p:cNvPr>
          <p:cNvSpPr/>
          <p:nvPr/>
        </p:nvSpPr>
        <p:spPr>
          <a:xfrm>
            <a:off x="6058768" y="4828946"/>
            <a:ext cx="1310847" cy="4658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16787C-10F9-4705-86CB-E72AE91C62E8}"/>
              </a:ext>
            </a:extLst>
          </p:cNvPr>
          <p:cNvSpPr/>
          <p:nvPr/>
        </p:nvSpPr>
        <p:spPr>
          <a:xfrm>
            <a:off x="6136394" y="5345580"/>
            <a:ext cx="1310847" cy="54485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328A22-5F46-46E3-B37D-C64A5FD2E8E5}"/>
              </a:ext>
            </a:extLst>
          </p:cNvPr>
          <p:cNvSpPr/>
          <p:nvPr/>
        </p:nvSpPr>
        <p:spPr>
          <a:xfrm>
            <a:off x="6313636" y="5966637"/>
            <a:ext cx="1310847" cy="59927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28465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B4177DB-A145-4AE4-8214-38B2C7F85513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336720D-BC69-4600-B7F7-B698FD3B01DB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Example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81371C5-50BF-4F60-A394-5FF18835962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197E71-C0A9-4B35-AAF5-D45BEE929F5C}"/>
                  </a:ext>
                </a:extLst>
              </p:cNvPr>
              <p:cNvSpPr txBox="1"/>
              <p:nvPr/>
            </p:nvSpPr>
            <p:spPr>
              <a:xfrm>
                <a:off x="633894" y="1001552"/>
                <a:ext cx="7686589" cy="7604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A curve has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. Find the stationary points on the curve in the interval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197E71-C0A9-4B35-AAF5-D45BEE929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94" y="1001552"/>
                <a:ext cx="7686589" cy="760465"/>
              </a:xfrm>
              <a:prstGeom prst="rect">
                <a:avLst/>
              </a:prstGeom>
              <a:blipFill>
                <a:blip r:embed="rId2"/>
                <a:stretch>
                  <a:fillRect b="-2013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A5F75A-7A16-4205-9739-2B460E81F8F2}"/>
                  </a:ext>
                </a:extLst>
              </p:cNvPr>
              <p:cNvSpPr txBox="1"/>
              <p:nvPr/>
            </p:nvSpPr>
            <p:spPr>
              <a:xfrm>
                <a:off x="1328815" y="2234456"/>
                <a:ext cx="6296745" cy="2877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𝟐𝟓𝟐𝟕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𝟑𝟗𝟒𝟑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𝟎𝟑𝟎𝟓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𝟔𝟗𝟕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𝟎𝟏𝟓</m:t>
                      </m:r>
                    </m:oMath>
                  </m:oMathPara>
                </a14:m>
                <a:br>
                  <a:rPr lang="en-GB" b="1" dirty="0"/>
                </a:br>
                <a:endParaRPr lang="en-GB" b="1" dirty="0"/>
              </a:p>
              <a:p>
                <a:r>
                  <a:rPr lang="en-GB" b="1" dirty="0"/>
                  <a:t>When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𝟔𝟗𝟕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𝟔𝟗𝟕</m:t>
                        </m:r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𝐜𝐨𝐬</m:t>
                        </m:r>
                      </m:fName>
                      <m:e>
                        <m:d>
                          <m:d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𝟔𝟗𝟕</m:t>
                            </m:r>
                          </m:e>
                        </m:d>
                      </m:e>
                    </m:func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𝟖𝟐</m:t>
                    </m:r>
                  </m:oMath>
                </a14:m>
                <a:endParaRPr lang="en-GB" b="1" dirty="0"/>
              </a:p>
              <a:p>
                <a:r>
                  <a:rPr lang="en-GB" b="1" dirty="0"/>
                  <a:t>When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𝟎𝟏𝟓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𝟓𝟑𝟗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A5F75A-7A16-4205-9739-2B460E81F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815" y="2234456"/>
                <a:ext cx="6296745" cy="2877583"/>
              </a:xfrm>
              <a:prstGeom prst="rect">
                <a:avLst/>
              </a:prstGeom>
              <a:blipFill>
                <a:blip r:embed="rId3"/>
                <a:stretch>
                  <a:fillRect l="-871" b="-2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D1679892-AD93-4CE2-934E-4902DDE1BACB}"/>
              </a:ext>
            </a:extLst>
          </p:cNvPr>
          <p:cNvSpPr/>
          <p:nvPr/>
        </p:nvSpPr>
        <p:spPr>
          <a:xfrm>
            <a:off x="633894" y="1768607"/>
            <a:ext cx="7686589" cy="356219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52281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BDFCAA0-F8E4-464B-9377-A5412C0D018A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1097F194-BB4B-4A8B-A6FC-ADAF126F770D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0463019-3C03-428D-968A-0D442453ECDD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56207F-05D7-445A-934C-4FD37D7F6A58}"/>
                  </a:ext>
                </a:extLst>
              </p:cNvPr>
              <p:cNvSpPr txBox="1"/>
              <p:nvPr/>
            </p:nvSpPr>
            <p:spPr>
              <a:xfrm>
                <a:off x="633894" y="1001552"/>
                <a:ext cx="7686589" cy="76245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 curve has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 Find the stationary points on the curve in the interval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56207F-05D7-445A-934C-4FD37D7F6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94" y="1001552"/>
                <a:ext cx="7686589" cy="7624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49AF3C-C692-4F3A-9C03-8BA3CEC1F5D7}"/>
                  </a:ext>
                </a:extLst>
              </p:cNvPr>
              <p:cNvSpPr txBox="1"/>
              <p:nvPr/>
            </p:nvSpPr>
            <p:spPr>
              <a:xfrm>
                <a:off x="1328815" y="2234456"/>
                <a:ext cx="6296745" cy="2523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𝒄𝒐𝒔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𝟑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𝟑𝟎𝟎𝟓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𝟗𝟖𝟐𝟕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𝟕𝟔𝟔𝟖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𝟑𝟐𝟕𝟔</m:t>
                      </m:r>
                    </m:oMath>
                  </m:oMathPara>
                </a14:m>
                <a:br>
                  <a:rPr lang="en-GB" b="1" dirty="0"/>
                </a:br>
                <a:endParaRPr lang="en-GB" b="1" dirty="0"/>
              </a:p>
              <a:p>
                <a:r>
                  <a:rPr lang="en-GB" b="1" dirty="0"/>
                  <a:t>When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𝟕𝟔𝟔𝟖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𝟐𝟕𝟗</m:t>
                    </m:r>
                  </m:oMath>
                </a14:m>
                <a:endParaRPr lang="en-GB" b="1" dirty="0"/>
              </a:p>
              <a:p>
                <a:r>
                  <a:rPr lang="en-GB" b="1" dirty="0"/>
                  <a:t>When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𝟑𝟐𝟕𝟔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𝟗𝟏𝟎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49AF3C-C692-4F3A-9C03-8BA3CEC1F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815" y="2234456"/>
                <a:ext cx="6296745" cy="2523832"/>
              </a:xfrm>
              <a:prstGeom prst="rect">
                <a:avLst/>
              </a:prstGeom>
              <a:blipFill>
                <a:blip r:embed="rId3"/>
                <a:stretch>
                  <a:fillRect l="-871" b="-28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4EFEC067-EF0F-4809-BE49-EB55328727DC}"/>
              </a:ext>
            </a:extLst>
          </p:cNvPr>
          <p:cNvSpPr/>
          <p:nvPr/>
        </p:nvSpPr>
        <p:spPr>
          <a:xfrm>
            <a:off x="608133" y="1764005"/>
            <a:ext cx="7712350" cy="356219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34640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9.1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Year 2</a:t>
            </a:r>
          </a:p>
          <a:p>
            <a:r>
              <a:rPr lang="en-GB" sz="2400" dirty="0"/>
              <a:t>Page 70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607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4AD4ACBB-14BF-AC1B-4111-C633BBF5F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53" y="836712"/>
            <a:ext cx="7600950" cy="572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FE058EC-293F-6D3B-32DA-9BFE3FF1E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78" y="1052736"/>
            <a:ext cx="819150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28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134FB3E-F0CD-AB80-D17C-5EF3FABB0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03" y="764704"/>
            <a:ext cx="893445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8A14B542-A461-8448-4B2A-FE99A9196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196752"/>
            <a:ext cx="4086225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786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22497</TotalTime>
  <Words>642</Words>
  <Application>Microsoft Office PowerPoint</Application>
  <PresentationFormat>On-screen Show (4:3)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 Math</vt:lpstr>
      <vt:lpstr>Office Theme</vt:lpstr>
      <vt:lpstr>P2 Chapter 9: Differentiation  Differentiating Sin and Cos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2024-12-03T17:01:08Z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