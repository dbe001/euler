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717" r:id="rId5"/>
    <p:sldId id="607" r:id="rId6"/>
    <p:sldId id="608" r:id="rId7"/>
    <p:sldId id="531" r:id="rId8"/>
    <p:sldId id="533" r:id="rId9"/>
    <p:sldId id="718" r:id="rId10"/>
    <p:sldId id="719" r:id="rId11"/>
    <p:sldId id="701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ABFA20-16A8-46C6-8968-7DACAACA1E1B}" v="15" dt="2025-01-08T17:15:57.3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90" autoAdjust="0"/>
    <p:restoredTop sz="88534" autoAdjust="0"/>
  </p:normalViewPr>
  <p:slideViewPr>
    <p:cSldViewPr>
      <p:cViewPr varScale="1">
        <p:scale>
          <a:sx n="112" d="100"/>
          <a:sy n="112" d="100"/>
        </p:scale>
        <p:origin x="1680" y="108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D34E0421-F03F-43F5-BDD3-9D5B0F4E01F6}"/>
    <pc:docChg chg="undo custSel addSld delSld modSld">
      <pc:chgData name="Dieter Beaven" userId="9bbdb69f-69d0-4759-aa9b-5c090a2da237" providerId="ADAL" clId="{D34E0421-F03F-43F5-BDD3-9D5B0F4E01F6}" dt="2024-12-03T16:44:18.743" v="103" actId="1076"/>
      <pc:docMkLst>
        <pc:docMk/>
      </pc:docMkLst>
      <pc:sldChg chg="del">
        <pc:chgData name="Dieter Beaven" userId="9bbdb69f-69d0-4759-aa9b-5c090a2da237" providerId="ADAL" clId="{D34E0421-F03F-43F5-BDD3-9D5B0F4E01F6}" dt="2024-12-03T16:34:31.944" v="67" actId="47"/>
        <pc:sldMkLst>
          <pc:docMk/>
          <pc:sldMk cId="3130908362" sldId="525"/>
        </pc:sldMkLst>
      </pc:sldChg>
      <pc:sldChg chg="del">
        <pc:chgData name="Dieter Beaven" userId="9bbdb69f-69d0-4759-aa9b-5c090a2da237" providerId="ADAL" clId="{D34E0421-F03F-43F5-BDD3-9D5B0F4E01F6}" dt="2024-12-03T16:34:30.376" v="64" actId="47"/>
        <pc:sldMkLst>
          <pc:docMk/>
          <pc:sldMk cId="1349853522" sldId="529"/>
        </pc:sldMkLst>
      </pc:sldChg>
      <pc:sldChg chg="del">
        <pc:chgData name="Dieter Beaven" userId="9bbdb69f-69d0-4759-aa9b-5c090a2da237" providerId="ADAL" clId="{D34E0421-F03F-43F5-BDD3-9D5B0F4E01F6}" dt="2024-12-03T16:34:31.530" v="66" actId="47"/>
        <pc:sldMkLst>
          <pc:docMk/>
          <pc:sldMk cId="2314451268" sldId="530"/>
        </pc:sldMkLst>
      </pc:sldChg>
      <pc:sldChg chg="modSp mod">
        <pc:chgData name="Dieter Beaven" userId="9bbdb69f-69d0-4759-aa9b-5c090a2da237" providerId="ADAL" clId="{D34E0421-F03F-43F5-BDD3-9D5B0F4E01F6}" dt="2024-12-03T16:35:03.131" v="85" actId="20577"/>
        <pc:sldMkLst>
          <pc:docMk/>
          <pc:sldMk cId="2586607706" sldId="531"/>
        </pc:sldMkLst>
        <pc:spChg chg="mod">
          <ac:chgData name="Dieter Beaven" userId="9bbdb69f-69d0-4759-aa9b-5c090a2da237" providerId="ADAL" clId="{D34E0421-F03F-43F5-BDD3-9D5B0F4E01F6}" dt="2024-12-03T16:34:49.248" v="73" actId="20577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D34E0421-F03F-43F5-BDD3-9D5B0F4E01F6}" dt="2024-12-03T16:35:03.131" v="85" actId="20577"/>
          <ac:spMkLst>
            <pc:docMk/>
            <pc:sldMk cId="2586607706" sldId="531"/>
            <ac:spMk id="5" creationId="{00000000-0000-0000-0000-000000000000}"/>
          </ac:spMkLst>
        </pc:spChg>
      </pc:sldChg>
      <pc:sldChg chg="del">
        <pc:chgData name="Dieter Beaven" userId="9bbdb69f-69d0-4759-aa9b-5c090a2da237" providerId="ADAL" clId="{D34E0421-F03F-43F5-BDD3-9D5B0F4E01F6}" dt="2024-12-03T16:34:30.992" v="65" actId="47"/>
        <pc:sldMkLst>
          <pc:docMk/>
          <pc:sldMk cId="3885846802" sldId="532"/>
        </pc:sldMkLst>
      </pc:sldChg>
      <pc:sldChg chg="addSp delSp modSp mod">
        <pc:chgData name="Dieter Beaven" userId="9bbdb69f-69d0-4759-aa9b-5c090a2da237" providerId="ADAL" clId="{D34E0421-F03F-43F5-BDD3-9D5B0F4E01F6}" dt="2024-12-03T16:43:49.853" v="101" actId="1076"/>
        <pc:sldMkLst>
          <pc:docMk/>
          <pc:sldMk cId="173887519" sldId="533"/>
        </pc:sldMkLst>
        <pc:picChg chg="add del">
          <ac:chgData name="Dieter Beaven" userId="9bbdb69f-69d0-4759-aa9b-5c090a2da237" providerId="ADAL" clId="{D34E0421-F03F-43F5-BDD3-9D5B0F4E01F6}" dt="2024-12-03T16:42:40.536" v="95" actId="22"/>
          <ac:picMkLst>
            <pc:docMk/>
            <pc:sldMk cId="173887519" sldId="533"/>
            <ac:picMk id="6" creationId="{42C6118B-202B-256B-429A-8BAB84C22E42}"/>
          </ac:picMkLst>
        </pc:picChg>
        <pc:picChg chg="add del mod">
          <ac:chgData name="Dieter Beaven" userId="9bbdb69f-69d0-4759-aa9b-5c090a2da237" providerId="ADAL" clId="{D34E0421-F03F-43F5-BDD3-9D5B0F4E01F6}" dt="2024-12-03T16:43:16.685" v="98" actId="478"/>
          <ac:picMkLst>
            <pc:docMk/>
            <pc:sldMk cId="173887519" sldId="533"/>
            <ac:picMk id="8" creationId="{379E7335-A57F-8AC0-BC33-F157DEA696E9}"/>
          </ac:picMkLst>
        </pc:picChg>
        <pc:picChg chg="del">
          <ac:chgData name="Dieter Beaven" userId="9bbdb69f-69d0-4759-aa9b-5c090a2da237" providerId="ADAL" clId="{D34E0421-F03F-43F5-BDD3-9D5B0F4E01F6}" dt="2024-12-03T16:35:21.747" v="86" actId="478"/>
          <ac:picMkLst>
            <pc:docMk/>
            <pc:sldMk cId="173887519" sldId="533"/>
            <ac:picMk id="8" creationId="{C938A651-6684-D122-61FB-82F0372BE2BF}"/>
          </ac:picMkLst>
        </pc:picChg>
        <pc:picChg chg="add mod">
          <ac:chgData name="Dieter Beaven" userId="9bbdb69f-69d0-4759-aa9b-5c090a2da237" providerId="ADAL" clId="{D34E0421-F03F-43F5-BDD3-9D5B0F4E01F6}" dt="2024-12-03T16:43:49.853" v="101" actId="1076"/>
          <ac:picMkLst>
            <pc:docMk/>
            <pc:sldMk cId="173887519" sldId="533"/>
            <ac:picMk id="10" creationId="{4AD4ACBB-14BF-AC1B-4111-C633BBF5FA19}"/>
          </ac:picMkLst>
        </pc:picChg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2702725889" sldId="565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3628465465" sldId="566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3026909746" sldId="567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3536885959" sldId="568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1552281268" sldId="569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4134640982" sldId="570"/>
        </pc:sldMkLst>
      </pc:sldChg>
      <pc:sldChg chg="delSp mod">
        <pc:chgData name="Dieter Beaven" userId="9bbdb69f-69d0-4759-aa9b-5c090a2da237" providerId="ADAL" clId="{D34E0421-F03F-43F5-BDD3-9D5B0F4E01F6}" dt="2024-12-03T16:35:24.591" v="88" actId="478"/>
        <pc:sldMkLst>
          <pc:docMk/>
          <pc:sldMk cId="464788855" sldId="701"/>
        </pc:sldMkLst>
        <pc:picChg chg="del">
          <ac:chgData name="Dieter Beaven" userId="9bbdb69f-69d0-4759-aa9b-5c090a2da237" providerId="ADAL" clId="{D34E0421-F03F-43F5-BDD3-9D5B0F4E01F6}" dt="2024-12-03T16:35:24.591" v="88" actId="478"/>
          <ac:picMkLst>
            <pc:docMk/>
            <pc:sldMk cId="464788855" sldId="701"/>
            <ac:picMk id="6" creationId="{6908608A-AE97-AB0F-3502-87D35C09CC91}"/>
          </ac:picMkLst>
        </pc:picChg>
      </pc:sldChg>
      <pc:sldChg chg="modSp mod">
        <pc:chgData name="Dieter Beaven" userId="9bbdb69f-69d0-4759-aa9b-5c090a2da237" providerId="ADAL" clId="{D34E0421-F03F-43F5-BDD3-9D5B0F4E01F6}" dt="2024-12-03T16:35:36.263" v="92" actId="6549"/>
        <pc:sldMkLst>
          <pc:docMk/>
          <pc:sldMk cId="938785864" sldId="717"/>
        </pc:sldMkLst>
        <pc:spChg chg="mod">
          <ac:chgData name="Dieter Beaven" userId="9bbdb69f-69d0-4759-aa9b-5c090a2da237" providerId="ADAL" clId="{D34E0421-F03F-43F5-BDD3-9D5B0F4E01F6}" dt="2024-12-03T16:35:36.263" v="92" actId="6549"/>
          <ac:spMkLst>
            <pc:docMk/>
            <pc:sldMk cId="938785864" sldId="717"/>
            <ac:spMk id="2" creationId="{00000000-0000-0000-0000-000000000000}"/>
          </ac:spMkLst>
        </pc:spChg>
      </pc:sldChg>
      <pc:sldChg chg="addSp delSp modSp mod">
        <pc:chgData name="Dieter Beaven" userId="9bbdb69f-69d0-4759-aa9b-5c090a2da237" providerId="ADAL" clId="{D34E0421-F03F-43F5-BDD3-9D5B0F4E01F6}" dt="2024-12-03T16:44:18.743" v="103" actId="1076"/>
        <pc:sldMkLst>
          <pc:docMk/>
          <pc:sldMk cId="3902928920" sldId="718"/>
        </pc:sldMkLst>
        <pc:picChg chg="add mod">
          <ac:chgData name="Dieter Beaven" userId="9bbdb69f-69d0-4759-aa9b-5c090a2da237" providerId="ADAL" clId="{D34E0421-F03F-43F5-BDD3-9D5B0F4E01F6}" dt="2024-12-03T16:44:18.743" v="103" actId="1076"/>
          <ac:picMkLst>
            <pc:docMk/>
            <pc:sldMk cId="3902928920" sldId="718"/>
            <ac:picMk id="6" creationId="{6FE058EC-293F-6D3B-32DA-9BFE3FF1EAEC}"/>
          </ac:picMkLst>
        </pc:picChg>
        <pc:picChg chg="del">
          <ac:chgData name="Dieter Beaven" userId="9bbdb69f-69d0-4759-aa9b-5c090a2da237" providerId="ADAL" clId="{D34E0421-F03F-43F5-BDD3-9D5B0F4E01F6}" dt="2024-12-03T16:35:23.169" v="87" actId="478"/>
          <ac:picMkLst>
            <pc:docMk/>
            <pc:sldMk cId="3902928920" sldId="718"/>
            <ac:picMk id="6" creationId="{7181C309-966E-05D7-8FA5-CEEEB12DC424}"/>
          </ac:picMkLst>
        </pc:picChg>
      </pc:sldChg>
    </pc:docChg>
  </pc:docChgLst>
  <pc:docChgLst>
    <pc:chgData name="Dieter Beaven" userId="9bbdb69f-69d0-4759-aa9b-5c090a2da237" providerId="ADAL" clId="{ACABFA20-16A8-46C6-8968-7DACAACA1E1B}"/>
    <pc:docChg chg="custSel addSld modSld">
      <pc:chgData name="Dieter Beaven" userId="9bbdb69f-69d0-4759-aa9b-5c090a2da237" providerId="ADAL" clId="{ACABFA20-16A8-46C6-8968-7DACAACA1E1B}" dt="2025-01-08T17:26:43.786" v="72" actId="1076"/>
      <pc:docMkLst>
        <pc:docMk/>
      </pc:docMkLst>
      <pc:sldChg chg="modSp mod">
        <pc:chgData name="Dieter Beaven" userId="9bbdb69f-69d0-4759-aa9b-5c090a2da237" providerId="ADAL" clId="{ACABFA20-16A8-46C6-8968-7DACAACA1E1B}" dt="2025-01-08T17:13:15.692" v="61" actId="6549"/>
        <pc:sldMkLst>
          <pc:docMk/>
          <pc:sldMk cId="2586607706" sldId="531"/>
        </pc:sldMkLst>
        <pc:spChg chg="mod">
          <ac:chgData name="Dieter Beaven" userId="9bbdb69f-69d0-4759-aa9b-5c090a2da237" providerId="ADAL" clId="{ACABFA20-16A8-46C6-8968-7DACAACA1E1B}" dt="2025-01-08T17:13:12.486" v="59" actId="6549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ACABFA20-16A8-46C6-8968-7DACAACA1E1B}" dt="2025-01-08T17:13:15.692" v="61" actId="6549"/>
          <ac:spMkLst>
            <pc:docMk/>
            <pc:sldMk cId="2586607706" sldId="531"/>
            <ac:spMk id="5" creationId="{00000000-0000-0000-0000-000000000000}"/>
          </ac:spMkLst>
        </pc:spChg>
      </pc:sldChg>
      <pc:sldChg chg="addSp modSp mod">
        <pc:chgData name="Dieter Beaven" userId="9bbdb69f-69d0-4759-aa9b-5c090a2da237" providerId="ADAL" clId="{ACABFA20-16A8-46C6-8968-7DACAACA1E1B}" dt="2025-01-08T17:15:03.651" v="63" actId="1076"/>
        <pc:sldMkLst>
          <pc:docMk/>
          <pc:sldMk cId="173887519" sldId="533"/>
        </pc:sldMkLst>
        <pc:picChg chg="add mod">
          <ac:chgData name="Dieter Beaven" userId="9bbdb69f-69d0-4759-aa9b-5c090a2da237" providerId="ADAL" clId="{ACABFA20-16A8-46C6-8968-7DACAACA1E1B}" dt="2025-01-08T17:15:03.651" v="63" actId="1076"/>
          <ac:picMkLst>
            <pc:docMk/>
            <pc:sldMk cId="173887519" sldId="533"/>
            <ac:picMk id="6" creationId="{916A5D9E-23CE-0389-B673-2A6ABADB4222}"/>
          </ac:picMkLst>
        </pc:picChg>
      </pc:sldChg>
      <pc:sldChg chg="modSp add mod">
        <pc:chgData name="Dieter Beaven" userId="9bbdb69f-69d0-4759-aa9b-5c090a2da237" providerId="ADAL" clId="{ACABFA20-16A8-46C6-8968-7DACAACA1E1B}" dt="2025-01-08T17:12:54.082" v="57" actId="20577"/>
        <pc:sldMkLst>
          <pc:docMk/>
          <pc:sldMk cId="1455416707" sldId="607"/>
        </pc:sldMkLst>
        <pc:spChg chg="mod">
          <ac:chgData name="Dieter Beaven" userId="9bbdb69f-69d0-4759-aa9b-5c090a2da237" providerId="ADAL" clId="{ACABFA20-16A8-46C6-8968-7DACAACA1E1B}" dt="2025-01-08T17:12:44.369" v="49" actId="20577"/>
          <ac:spMkLst>
            <pc:docMk/>
            <pc:sldMk cId="1455416707" sldId="607"/>
            <ac:spMk id="5" creationId="{77A5FAD5-3D0A-4BC9-92D1-98CB0DCFE6BF}"/>
          </ac:spMkLst>
        </pc:spChg>
        <pc:spChg chg="mod">
          <ac:chgData name="Dieter Beaven" userId="9bbdb69f-69d0-4759-aa9b-5c090a2da237" providerId="ADAL" clId="{ACABFA20-16A8-46C6-8968-7DACAACA1E1B}" dt="2025-01-08T17:12:54.082" v="57" actId="20577"/>
          <ac:spMkLst>
            <pc:docMk/>
            <pc:sldMk cId="1455416707" sldId="607"/>
            <ac:spMk id="20" creationId="{16EF886C-CE86-4754-AC53-7085E2A5F045}"/>
          </ac:spMkLst>
        </pc:spChg>
      </pc:sldChg>
      <pc:sldChg chg="add">
        <pc:chgData name="Dieter Beaven" userId="9bbdb69f-69d0-4759-aa9b-5c090a2da237" providerId="ADAL" clId="{ACABFA20-16A8-46C6-8968-7DACAACA1E1B}" dt="2025-01-08T17:09:43.156" v="0"/>
        <pc:sldMkLst>
          <pc:docMk/>
          <pc:sldMk cId="155006182" sldId="608"/>
        </pc:sldMkLst>
      </pc:sldChg>
      <pc:sldChg chg="addSp modSp mod">
        <pc:chgData name="Dieter Beaven" userId="9bbdb69f-69d0-4759-aa9b-5c090a2da237" providerId="ADAL" clId="{ACABFA20-16A8-46C6-8968-7DACAACA1E1B}" dt="2025-01-08T17:26:43.786" v="72" actId="1076"/>
        <pc:sldMkLst>
          <pc:docMk/>
          <pc:sldMk cId="464788855" sldId="701"/>
        </pc:sldMkLst>
        <pc:picChg chg="add mod">
          <ac:chgData name="Dieter Beaven" userId="9bbdb69f-69d0-4759-aa9b-5c090a2da237" providerId="ADAL" clId="{ACABFA20-16A8-46C6-8968-7DACAACA1E1B}" dt="2025-01-08T17:26:43.786" v="72" actId="1076"/>
          <ac:picMkLst>
            <pc:docMk/>
            <pc:sldMk cId="464788855" sldId="701"/>
            <ac:picMk id="6" creationId="{DDA5895F-7F9D-2D50-3979-5AAFA70DBC30}"/>
          </ac:picMkLst>
        </pc:picChg>
      </pc:sldChg>
      <pc:sldChg chg="addSp modSp mod">
        <pc:chgData name="Dieter Beaven" userId="9bbdb69f-69d0-4759-aa9b-5c090a2da237" providerId="ADAL" clId="{ACABFA20-16A8-46C6-8968-7DACAACA1E1B}" dt="2025-01-08T17:15:51.848" v="65" actId="1076"/>
        <pc:sldMkLst>
          <pc:docMk/>
          <pc:sldMk cId="3902928920" sldId="718"/>
        </pc:sldMkLst>
        <pc:picChg chg="add mod">
          <ac:chgData name="Dieter Beaven" userId="9bbdb69f-69d0-4759-aa9b-5c090a2da237" providerId="ADAL" clId="{ACABFA20-16A8-46C6-8968-7DACAACA1E1B}" dt="2025-01-08T17:15:51.848" v="65" actId="1076"/>
          <ac:picMkLst>
            <pc:docMk/>
            <pc:sldMk cId="3902928920" sldId="718"/>
            <ac:picMk id="6" creationId="{9EF0AF7A-2ADA-5249-238A-B493E94A475B}"/>
          </ac:picMkLst>
        </pc:picChg>
      </pc:sldChg>
      <pc:sldChg chg="addSp delSp modSp add mod">
        <pc:chgData name="Dieter Beaven" userId="9bbdb69f-69d0-4759-aa9b-5c090a2da237" providerId="ADAL" clId="{ACABFA20-16A8-46C6-8968-7DACAACA1E1B}" dt="2025-01-08T17:16:52.360" v="69" actId="1076"/>
        <pc:sldMkLst>
          <pc:docMk/>
          <pc:sldMk cId="1701787432" sldId="719"/>
        </pc:sldMkLst>
        <pc:picChg chg="del">
          <ac:chgData name="Dieter Beaven" userId="9bbdb69f-69d0-4759-aa9b-5c090a2da237" providerId="ADAL" clId="{ACABFA20-16A8-46C6-8968-7DACAACA1E1B}" dt="2025-01-08T17:15:59.235" v="67" actId="478"/>
          <ac:picMkLst>
            <pc:docMk/>
            <pc:sldMk cId="1701787432" sldId="719"/>
            <ac:picMk id="6" creationId="{1C42D427-4D3B-8C9E-589A-58CADD7A22EE}"/>
          </ac:picMkLst>
        </pc:picChg>
        <pc:picChg chg="add mod">
          <ac:chgData name="Dieter Beaven" userId="9bbdb69f-69d0-4759-aa9b-5c090a2da237" providerId="ADAL" clId="{ACABFA20-16A8-46C6-8968-7DACAACA1E1B}" dt="2025-01-08T17:16:52.360" v="69" actId="1076"/>
          <ac:picMkLst>
            <pc:docMk/>
            <pc:sldMk cId="1701787432" sldId="719"/>
            <ac:picMk id="7" creationId="{E902FE23-9CD8-2E6B-E7D3-6A96610F5DFB}"/>
          </ac:picMkLst>
        </pc:picChg>
      </pc:sldChg>
    </pc:docChg>
  </pc:docChgLst>
  <pc:docChgLst>
    <pc:chgData name="Dieter Beaven" userId="9bbdb69f-69d0-4759-aa9b-5c090a2da237" providerId="ADAL" clId="{D2087311-8B8A-485F-A336-209E2CE491DB}"/>
    <pc:docChg chg="custSel modSld">
      <pc:chgData name="Dieter Beaven" userId="9bbdb69f-69d0-4759-aa9b-5c090a2da237" providerId="ADAL" clId="{D2087311-8B8A-485F-A336-209E2CE491DB}" dt="2025-01-08T15:03:22.056" v="39" actId="20577"/>
      <pc:docMkLst>
        <pc:docMk/>
      </pc:docMkLst>
      <pc:sldChg chg="modSp mod">
        <pc:chgData name="Dieter Beaven" userId="9bbdb69f-69d0-4759-aa9b-5c090a2da237" providerId="ADAL" clId="{D2087311-8B8A-485F-A336-209E2CE491DB}" dt="2025-01-08T15:03:22.056" v="39" actId="20577"/>
        <pc:sldMkLst>
          <pc:docMk/>
          <pc:sldMk cId="938785864" sldId="717"/>
        </pc:sldMkLst>
        <pc:spChg chg="mod">
          <ac:chgData name="Dieter Beaven" userId="9bbdb69f-69d0-4759-aa9b-5c090a2da237" providerId="ADAL" clId="{D2087311-8B8A-485F-A336-209E2CE491DB}" dt="2025-01-08T15:03:22.056" v="39" actId="20577"/>
          <ac:spMkLst>
            <pc:docMk/>
            <pc:sldMk cId="938785864" sldId="717"/>
            <ac:spMk id="2" creationId="{00000000-0000-0000-0000-000000000000}"/>
          </ac:spMkLst>
        </pc:spChg>
      </pc:sldChg>
    </pc:docChg>
  </pc:docChgLst>
  <pc:docChgLst>
    <pc:chgData name="Dieter Beaven" userId="9bbdb69f-69d0-4759-aa9b-5c090a2da237" providerId="ADAL" clId="{ECBD9E4A-1235-4EEC-869C-E985CAFAC468}"/>
    <pc:docChg chg="custSel delSld modSld">
      <pc:chgData name="Dieter Beaven" userId="9bbdb69f-69d0-4759-aa9b-5c090a2da237" providerId="ADAL" clId="{ECBD9E4A-1235-4EEC-869C-E985CAFAC468}" dt="2024-12-03T16:48:12.107" v="62" actId="478"/>
      <pc:docMkLst>
        <pc:docMk/>
      </pc:docMkLst>
      <pc:sldChg chg="modSp mod">
        <pc:chgData name="Dieter Beaven" userId="9bbdb69f-69d0-4759-aa9b-5c090a2da237" providerId="ADAL" clId="{ECBD9E4A-1235-4EEC-869C-E985CAFAC468}" dt="2024-12-03T16:48:08.522" v="60" actId="20577"/>
        <pc:sldMkLst>
          <pc:docMk/>
          <pc:sldMk cId="2586607706" sldId="531"/>
        </pc:sldMkLst>
        <pc:spChg chg="mod">
          <ac:chgData name="Dieter Beaven" userId="9bbdb69f-69d0-4759-aa9b-5c090a2da237" providerId="ADAL" clId="{ECBD9E4A-1235-4EEC-869C-E985CAFAC468}" dt="2024-12-03T16:48:01.510" v="58" actId="6549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ECBD9E4A-1235-4EEC-869C-E985CAFAC468}" dt="2024-12-03T16:48:08.522" v="60" actId="20577"/>
          <ac:spMkLst>
            <pc:docMk/>
            <pc:sldMk cId="2586607706" sldId="531"/>
            <ac:spMk id="5" creationId="{00000000-0000-0000-0000-000000000000}"/>
          </ac:spMkLst>
        </pc:spChg>
      </pc:sldChg>
      <pc:sldChg chg="delSp mod">
        <pc:chgData name="Dieter Beaven" userId="9bbdb69f-69d0-4759-aa9b-5c090a2da237" providerId="ADAL" clId="{ECBD9E4A-1235-4EEC-869C-E985CAFAC468}" dt="2024-12-03T16:48:10.928" v="61" actId="478"/>
        <pc:sldMkLst>
          <pc:docMk/>
          <pc:sldMk cId="173887519" sldId="533"/>
        </pc:sldMkLst>
        <pc:picChg chg="del">
          <ac:chgData name="Dieter Beaven" userId="9bbdb69f-69d0-4759-aa9b-5c090a2da237" providerId="ADAL" clId="{ECBD9E4A-1235-4EEC-869C-E985CAFAC468}" dt="2024-12-03T16:48:10.928" v="61" actId="478"/>
          <ac:picMkLst>
            <pc:docMk/>
            <pc:sldMk cId="173887519" sldId="533"/>
            <ac:picMk id="10" creationId="{4AD4ACBB-14BF-AC1B-4111-C633BBF5FA19}"/>
          </ac:picMkLst>
        </pc:picChg>
      </pc:sldChg>
      <pc:sldChg chg="del">
        <pc:chgData name="Dieter Beaven" userId="9bbdb69f-69d0-4759-aa9b-5c090a2da237" providerId="ADAL" clId="{ECBD9E4A-1235-4EEC-869C-E985CAFAC468}" dt="2024-12-03T16:47:51.686" v="51" actId="47"/>
        <pc:sldMkLst>
          <pc:docMk/>
          <pc:sldMk cId="2702725889" sldId="565"/>
        </pc:sldMkLst>
      </pc:sldChg>
      <pc:sldChg chg="del">
        <pc:chgData name="Dieter Beaven" userId="9bbdb69f-69d0-4759-aa9b-5c090a2da237" providerId="ADAL" clId="{ECBD9E4A-1235-4EEC-869C-E985CAFAC468}" dt="2024-12-03T16:47:54.828" v="54" actId="47"/>
        <pc:sldMkLst>
          <pc:docMk/>
          <pc:sldMk cId="3628465465" sldId="566"/>
        </pc:sldMkLst>
      </pc:sldChg>
      <pc:sldChg chg="del">
        <pc:chgData name="Dieter Beaven" userId="9bbdb69f-69d0-4759-aa9b-5c090a2da237" providerId="ADAL" clId="{ECBD9E4A-1235-4EEC-869C-E985CAFAC468}" dt="2024-12-03T16:47:52.733" v="52" actId="47"/>
        <pc:sldMkLst>
          <pc:docMk/>
          <pc:sldMk cId="3026909746" sldId="567"/>
        </pc:sldMkLst>
      </pc:sldChg>
      <pc:sldChg chg="del">
        <pc:chgData name="Dieter Beaven" userId="9bbdb69f-69d0-4759-aa9b-5c090a2da237" providerId="ADAL" clId="{ECBD9E4A-1235-4EEC-869C-E985CAFAC468}" dt="2024-12-03T16:47:53.827" v="53" actId="47"/>
        <pc:sldMkLst>
          <pc:docMk/>
          <pc:sldMk cId="3536885959" sldId="568"/>
        </pc:sldMkLst>
      </pc:sldChg>
      <pc:sldChg chg="del">
        <pc:chgData name="Dieter Beaven" userId="9bbdb69f-69d0-4759-aa9b-5c090a2da237" providerId="ADAL" clId="{ECBD9E4A-1235-4EEC-869C-E985CAFAC468}" dt="2024-12-03T16:47:56.062" v="55" actId="47"/>
        <pc:sldMkLst>
          <pc:docMk/>
          <pc:sldMk cId="1552281268" sldId="569"/>
        </pc:sldMkLst>
      </pc:sldChg>
      <pc:sldChg chg="del">
        <pc:chgData name="Dieter Beaven" userId="9bbdb69f-69d0-4759-aa9b-5c090a2da237" providerId="ADAL" clId="{ECBD9E4A-1235-4EEC-869C-E985CAFAC468}" dt="2024-12-03T16:47:57.278" v="56" actId="47"/>
        <pc:sldMkLst>
          <pc:docMk/>
          <pc:sldMk cId="4134640982" sldId="570"/>
        </pc:sldMkLst>
      </pc:sldChg>
      <pc:sldChg chg="modSp mod">
        <pc:chgData name="Dieter Beaven" userId="9bbdb69f-69d0-4759-aa9b-5c090a2da237" providerId="ADAL" clId="{ECBD9E4A-1235-4EEC-869C-E985CAFAC468}" dt="2024-12-03T16:47:48.917" v="50" actId="20577"/>
        <pc:sldMkLst>
          <pc:docMk/>
          <pc:sldMk cId="938785864" sldId="717"/>
        </pc:sldMkLst>
        <pc:spChg chg="mod">
          <ac:chgData name="Dieter Beaven" userId="9bbdb69f-69d0-4759-aa9b-5c090a2da237" providerId="ADAL" clId="{ECBD9E4A-1235-4EEC-869C-E985CAFAC468}" dt="2024-12-03T16:47:48.917" v="50" actId="20577"/>
          <ac:spMkLst>
            <pc:docMk/>
            <pc:sldMk cId="938785864" sldId="717"/>
            <ac:spMk id="2" creationId="{00000000-0000-0000-0000-000000000000}"/>
          </ac:spMkLst>
        </pc:spChg>
      </pc:sldChg>
      <pc:sldChg chg="delSp mod">
        <pc:chgData name="Dieter Beaven" userId="9bbdb69f-69d0-4759-aa9b-5c090a2da237" providerId="ADAL" clId="{ECBD9E4A-1235-4EEC-869C-E985CAFAC468}" dt="2024-12-03T16:48:12.107" v="62" actId="478"/>
        <pc:sldMkLst>
          <pc:docMk/>
          <pc:sldMk cId="3902928920" sldId="718"/>
        </pc:sldMkLst>
        <pc:picChg chg="del">
          <ac:chgData name="Dieter Beaven" userId="9bbdb69f-69d0-4759-aa9b-5c090a2da237" providerId="ADAL" clId="{ECBD9E4A-1235-4EEC-869C-E985CAFAC468}" dt="2024-12-03T16:48:12.107" v="62" actId="478"/>
          <ac:picMkLst>
            <pc:docMk/>
            <pc:sldMk cId="3902928920" sldId="718"/>
            <ac:picMk id="6" creationId="{6FE058EC-293F-6D3B-32DA-9BFE3FF1EAE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08/01/2025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08/01/2025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08/01/2025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08/01/2025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08/01/2025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08/01/2025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08/01/2025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08/01/2025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08/01/2025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08/01/2025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08/01/2025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08/01/2025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08/01/2025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7.xml"/><Relationship Id="rId4" Type="http://schemas.openxmlformats.org/officeDocument/2006/relationships/image" Target="NUL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9: </a:t>
            </a:r>
            <a:r>
              <a:rPr lang="en-GB" dirty="0">
                <a:solidFill>
                  <a:schemeClr val="accent5"/>
                </a:solidFill>
              </a:rPr>
              <a:t>Differentiation</a:t>
            </a:r>
            <a:br>
              <a:rPr lang="en-GB" dirty="0"/>
            </a:br>
            <a:br>
              <a:rPr lang="en-GB" dirty="0"/>
            </a:br>
            <a:r>
              <a:rPr lang="en-GB" dirty="0"/>
              <a:t>Using The Second Derivative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8785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CD1C793-9946-4A37-90D4-517D113A7E91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C91DC443-ECB4-4FA0-A868-68E26DD19274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Using the second derivative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B27CDA0-CE15-48DC-BD4A-E578A9690B2E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77A5FAD5-3D0A-4BC9-92D1-98CB0DCFE6BF}"/>
              </a:ext>
            </a:extLst>
          </p:cNvPr>
          <p:cNvSpPr txBox="1"/>
          <p:nvPr/>
        </p:nvSpPr>
        <p:spPr>
          <a:xfrm>
            <a:off x="255836" y="722412"/>
            <a:ext cx="79928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Year 1 slides you may remember that a point of inflection was where the concavity of a curve changes, i.e. concave to convex or vice versa, or informally, ‘swerving one way to swerving the other’.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B4874E7-CEA4-41F2-A683-9F75D791E055}"/>
              </a:ext>
            </a:extLst>
          </p:cNvPr>
          <p:cNvSpPr/>
          <p:nvPr/>
        </p:nvSpPr>
        <p:spPr>
          <a:xfrm>
            <a:off x="2153320" y="1810161"/>
            <a:ext cx="4515389" cy="2180590"/>
          </a:xfrm>
          <a:custGeom>
            <a:avLst/>
            <a:gdLst>
              <a:gd name="connsiteX0" fmla="*/ 0 w 4146697"/>
              <a:gd name="connsiteY0" fmla="*/ 1967023 h 1967023"/>
              <a:gd name="connsiteX1" fmla="*/ 1307804 w 4146697"/>
              <a:gd name="connsiteY1" fmla="*/ 467833 h 1967023"/>
              <a:gd name="connsiteX2" fmla="*/ 2349795 w 4146697"/>
              <a:gd name="connsiteY2" fmla="*/ 1041991 h 1967023"/>
              <a:gd name="connsiteX3" fmla="*/ 4146697 w 4146697"/>
              <a:gd name="connsiteY3" fmla="*/ 0 h 1967023"/>
              <a:gd name="connsiteX4" fmla="*/ 4146697 w 4146697"/>
              <a:gd name="connsiteY4" fmla="*/ 0 h 1967023"/>
              <a:gd name="connsiteX0" fmla="*/ 0 w 4146697"/>
              <a:gd name="connsiteY0" fmla="*/ 1967023 h 1967023"/>
              <a:gd name="connsiteX1" fmla="*/ 1307804 w 4146697"/>
              <a:gd name="connsiteY1" fmla="*/ 467833 h 1967023"/>
              <a:gd name="connsiteX2" fmla="*/ 2753832 w 4146697"/>
              <a:gd name="connsiteY2" fmla="*/ 1318438 h 1967023"/>
              <a:gd name="connsiteX3" fmla="*/ 4146697 w 4146697"/>
              <a:gd name="connsiteY3" fmla="*/ 0 h 1967023"/>
              <a:gd name="connsiteX4" fmla="*/ 4146697 w 4146697"/>
              <a:gd name="connsiteY4" fmla="*/ 0 h 1967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6697" h="1967023">
                <a:moveTo>
                  <a:pt x="0" y="1967023"/>
                </a:moveTo>
                <a:cubicBezTo>
                  <a:pt x="458086" y="1294514"/>
                  <a:pt x="848832" y="575930"/>
                  <a:pt x="1307804" y="467833"/>
                </a:cubicBezTo>
                <a:cubicBezTo>
                  <a:pt x="1766776" y="359736"/>
                  <a:pt x="2280683" y="1396410"/>
                  <a:pt x="2753832" y="1318438"/>
                </a:cubicBezTo>
                <a:cubicBezTo>
                  <a:pt x="3226981" y="1240466"/>
                  <a:pt x="3914553" y="219740"/>
                  <a:pt x="4146697" y="0"/>
                </a:cubicBezTo>
                <a:lnTo>
                  <a:pt x="4146697" y="0"/>
                </a:ln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0EC8D3D-D3B3-4816-9AA4-670216BF9D88}"/>
              </a:ext>
            </a:extLst>
          </p:cNvPr>
          <p:cNvSpPr/>
          <p:nvPr/>
        </p:nvSpPr>
        <p:spPr>
          <a:xfrm>
            <a:off x="4309414" y="2739915"/>
            <a:ext cx="113730" cy="12469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294F8DB6-B5BB-414B-A6FC-EBBCE6852F19}"/>
              </a:ext>
            </a:extLst>
          </p:cNvPr>
          <p:cNvSpPr/>
          <p:nvPr/>
        </p:nvSpPr>
        <p:spPr>
          <a:xfrm rot="16200000">
            <a:off x="2899893" y="3352766"/>
            <a:ext cx="432048" cy="1896166"/>
          </a:xfrm>
          <a:prstGeom prst="leftBrace">
            <a:avLst>
              <a:gd name="adj1" fmla="val 8333"/>
              <a:gd name="adj2" fmla="val 25888"/>
            </a:avLst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04E3A2-7F96-4B6D-A290-AD5650706FDE}"/>
              </a:ext>
            </a:extLst>
          </p:cNvPr>
          <p:cNvSpPr txBox="1"/>
          <p:nvPr/>
        </p:nvSpPr>
        <p:spPr>
          <a:xfrm>
            <a:off x="1002376" y="4559853"/>
            <a:ext cx="29523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We say the curve is concave when it is </a:t>
            </a:r>
            <a:r>
              <a:rPr lang="en-GB" sz="1400" b="1" dirty="0"/>
              <a:t>swerving right</a:t>
            </a:r>
            <a:r>
              <a:rPr lang="en-GB" sz="1400" dirty="0"/>
              <a:t>: we can see the gradient is always decreasing, i.e. the change in the gradient is negative.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AABE195-47C4-43B9-B0F1-8D59E18B719C}"/>
                  </a:ext>
                </a:extLst>
              </p:cNvPr>
              <p:cNvSpPr txBox="1"/>
              <p:nvPr/>
            </p:nvSpPr>
            <p:spPr>
              <a:xfrm>
                <a:off x="539552" y="5702518"/>
                <a:ext cx="3415152" cy="369332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b="0" dirty="0">
                    <a:latin typeface="Wingdings" panose="05000000000000000000" pitchFamily="2" charset="2"/>
                  </a:rPr>
                  <a:t>!</a:t>
                </a:r>
                <a:r>
                  <a:rPr lang="en-GB" b="0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concave when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AABE195-47C4-43B9-B0F1-8D59E18B71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5702518"/>
                <a:ext cx="3415152" cy="369332"/>
              </a:xfrm>
              <a:prstGeom prst="rect">
                <a:avLst/>
              </a:prstGeom>
              <a:blipFill>
                <a:blip r:embed="rId2"/>
                <a:stretch>
                  <a:fillRect l="-1241" t="-6154" b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Left Brace 10">
            <a:extLst>
              <a:ext uri="{FF2B5EF4-FFF2-40B4-BE49-F238E27FC236}">
                <a16:creationId xmlns:a16="http://schemas.microsoft.com/office/drawing/2014/main" id="{6FE7C346-078E-4EEE-8617-8A642B41B0DD}"/>
              </a:ext>
            </a:extLst>
          </p:cNvPr>
          <p:cNvSpPr/>
          <p:nvPr/>
        </p:nvSpPr>
        <p:spPr>
          <a:xfrm rot="16200000">
            <a:off x="5859350" y="2276203"/>
            <a:ext cx="432048" cy="2880892"/>
          </a:xfrm>
          <a:prstGeom prst="leftBrace">
            <a:avLst>
              <a:gd name="adj1" fmla="val 8333"/>
              <a:gd name="adj2" fmla="val 81042"/>
            </a:avLst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65431C8-EA93-467D-8558-E9D5E4CA8229}"/>
              </a:ext>
            </a:extLst>
          </p:cNvPr>
          <p:cNvCxnSpPr>
            <a:cxnSpLocks/>
          </p:cNvCxnSpPr>
          <p:nvPr/>
        </p:nvCxnSpPr>
        <p:spPr>
          <a:xfrm>
            <a:off x="4347514" y="3116585"/>
            <a:ext cx="33986" cy="1582415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C1154CA-98DB-424C-BFFA-2231E9AC469E}"/>
              </a:ext>
            </a:extLst>
          </p:cNvPr>
          <p:cNvSpPr txBox="1"/>
          <p:nvPr/>
        </p:nvSpPr>
        <p:spPr>
          <a:xfrm>
            <a:off x="4055414" y="4787830"/>
            <a:ext cx="250741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At point of inflection, the gradient is not changing, i.e. the gradient of the gradient is 0. Note that points of inflection (as with this example) are not necessarily stationary points.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9CBBAB5-20A2-440E-8447-A12428C1985B}"/>
                  </a:ext>
                </a:extLst>
              </p:cNvPr>
              <p:cNvSpPr txBox="1"/>
              <p:nvPr/>
            </p:nvSpPr>
            <p:spPr>
              <a:xfrm>
                <a:off x="3305696" y="6311325"/>
                <a:ext cx="3975542" cy="369332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b="0" dirty="0">
                    <a:latin typeface="Wingdings" panose="05000000000000000000" pitchFamily="2" charset="2"/>
                  </a:rPr>
                  <a:t>!</a:t>
                </a:r>
                <a:r>
                  <a:rPr lang="en-GB" b="0" dirty="0"/>
                  <a:t> Point of inflection when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9CBBAB5-20A2-440E-8447-A12428C198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5696" y="6311325"/>
                <a:ext cx="3975542" cy="369332"/>
              </a:xfrm>
              <a:prstGeom prst="rect">
                <a:avLst/>
              </a:prstGeom>
              <a:blipFill>
                <a:blip r:embed="rId3"/>
                <a:stretch>
                  <a:fillRect l="-915" t="-6154" b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F45E6CCF-2F5A-4217-8711-4BF19C54A1F9}"/>
              </a:ext>
            </a:extLst>
          </p:cNvPr>
          <p:cNvSpPr txBox="1"/>
          <p:nvPr/>
        </p:nvSpPr>
        <p:spPr>
          <a:xfrm>
            <a:off x="4822034" y="4011854"/>
            <a:ext cx="40706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In this region the gradient, although initially negative, is still also increasing. The curve is </a:t>
            </a:r>
            <a:r>
              <a:rPr lang="en-GB" sz="1400" b="1" dirty="0"/>
              <a:t>swerving left</a:t>
            </a:r>
            <a:r>
              <a:rPr lang="en-GB" sz="1400" dirty="0"/>
              <a:t>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E9EA0C2-BA11-4A88-BE99-B00A30AC3D12}"/>
                  </a:ext>
                </a:extLst>
              </p:cNvPr>
              <p:cNvSpPr txBox="1"/>
              <p:nvPr/>
            </p:nvSpPr>
            <p:spPr>
              <a:xfrm>
                <a:off x="6795864" y="4647596"/>
                <a:ext cx="2096864" cy="64633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b="0" dirty="0">
                    <a:latin typeface="Wingdings" panose="05000000000000000000" pitchFamily="2" charset="2"/>
                  </a:rPr>
                  <a:t>!</a:t>
                </a:r>
                <a:r>
                  <a:rPr lang="en-GB" b="0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convex when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E9EA0C2-BA11-4A88-BE99-B00A30AC3D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5864" y="4647596"/>
                <a:ext cx="2096864" cy="646331"/>
              </a:xfrm>
              <a:prstGeom prst="rect">
                <a:avLst/>
              </a:prstGeom>
              <a:blipFill>
                <a:blip r:embed="rId4"/>
                <a:stretch>
                  <a:fillRect l="-2011" t="-3636" b="-118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16EF886C-CE86-4754-AC53-7085E2A5F045}"/>
              </a:ext>
            </a:extLst>
          </p:cNvPr>
          <p:cNvSpPr txBox="1"/>
          <p:nvPr/>
        </p:nvSpPr>
        <p:spPr>
          <a:xfrm>
            <a:off x="6702772" y="2225948"/>
            <a:ext cx="1973684" cy="93871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100" b="1" dirty="0"/>
              <a:t>Memory tip</a:t>
            </a:r>
            <a:r>
              <a:rPr lang="en-GB" sz="1100" dirty="0"/>
              <a:t>:</a:t>
            </a:r>
          </a:p>
          <a:p>
            <a:endParaRPr lang="en-GB" sz="1100" dirty="0"/>
          </a:p>
          <a:p>
            <a:r>
              <a:rPr lang="en-GB" sz="11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Concave = hill</a:t>
            </a:r>
          </a:p>
          <a:p>
            <a:r>
              <a:rPr lang="en-GB" sz="11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Convex = valley</a:t>
            </a:r>
          </a:p>
          <a:p>
            <a:endParaRPr lang="en-GB" sz="1100" dirty="0"/>
          </a:p>
        </p:txBody>
      </p:sp>
    </p:spTree>
    <p:extLst>
      <p:ext uri="{BB962C8B-B14F-4D97-AF65-F5344CB8AC3E}">
        <p14:creationId xmlns:p14="http://schemas.microsoft.com/office/powerpoint/2010/main" val="1455416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 animBg="1"/>
      <p:bldP spid="11" grpId="0" animBg="1"/>
      <p:bldP spid="14" grpId="0"/>
      <p:bldP spid="15" grpId="0" animBg="1"/>
      <p:bldP spid="18" grpId="0"/>
      <p:bldP spid="19" grpId="0" animBg="1"/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D064E7B-01A8-4BFE-9AA2-DF78FD5AC1D6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78D9F3BF-EFBD-4D54-9231-530DB6C8D3FB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Examples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2A89084-B24F-43D5-B6FF-99B413FC1CC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45AD68C-CCA4-4762-9682-66053118EE01}"/>
                  </a:ext>
                </a:extLst>
              </p:cNvPr>
              <p:cNvSpPr txBox="1"/>
              <p:nvPr/>
            </p:nvSpPr>
            <p:spPr>
              <a:xfrm>
                <a:off x="308829" y="741033"/>
                <a:ext cx="3687108" cy="58477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[Textbook] Find the interval on which the function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+4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r>
                  <a:rPr lang="en-GB" sz="1600" dirty="0"/>
                  <a:t> is concave.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45AD68C-CCA4-4762-9682-66053118EE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829" y="741033"/>
                <a:ext cx="3687108" cy="584775"/>
              </a:xfrm>
              <a:prstGeom prst="rect">
                <a:avLst/>
              </a:prstGeom>
              <a:blipFill>
                <a:blip r:embed="rId2"/>
                <a:stretch>
                  <a:fillRect b="-840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5BCEEDC-9E09-449F-ADB6-80D02740131E}"/>
                  </a:ext>
                </a:extLst>
              </p:cNvPr>
              <p:cNvSpPr txBox="1"/>
              <p:nvPr/>
            </p:nvSpPr>
            <p:spPr>
              <a:xfrm>
                <a:off x="755576" y="1550999"/>
                <a:ext cx="288032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+4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=6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  <a:p>
                <a:pPr/>
                <a:r>
                  <a:rPr lang="en-GB" dirty="0"/>
                  <a:t>Concave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∴6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br>
                  <a:rPr lang="en-GB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5BCEEDC-9E09-449F-ADB6-80D0274013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1550999"/>
                <a:ext cx="2880320" cy="1200329"/>
              </a:xfrm>
              <a:prstGeom prst="rect">
                <a:avLst/>
              </a:prstGeom>
              <a:blipFill>
                <a:blip r:embed="rId3"/>
                <a:stretch>
                  <a:fillRect l="-19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B72E047-33E9-4C2F-AB32-2E1D86F07D2B}"/>
                  </a:ext>
                </a:extLst>
              </p:cNvPr>
              <p:cNvSpPr txBox="1"/>
              <p:nvPr/>
            </p:nvSpPr>
            <p:spPr>
              <a:xfrm>
                <a:off x="4355976" y="741032"/>
                <a:ext cx="3687108" cy="58477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[Textbook] Show that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1600" dirty="0"/>
                  <a:t> is convex for all real values of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B72E047-33E9-4C2F-AB32-2E1D86F07D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5976" y="741032"/>
                <a:ext cx="3687108" cy="584775"/>
              </a:xfrm>
              <a:prstGeom prst="rect">
                <a:avLst/>
              </a:prstGeom>
              <a:blipFill>
                <a:blip r:embed="rId4"/>
                <a:stretch>
                  <a:fillRect b="-840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E2BD5CE-2005-4BC8-9395-EF7C1765F969}"/>
                  </a:ext>
                </a:extLst>
              </p:cNvPr>
              <p:cNvSpPr txBox="1"/>
              <p:nvPr/>
            </p:nvSpPr>
            <p:spPr>
              <a:xfrm>
                <a:off x="4384957" y="1412775"/>
                <a:ext cx="3713968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n-GB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GB" dirty="0"/>
                  <a:t> for all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∴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GB" dirty="0"/>
                  <a:t> for all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ℝ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therefore convex for all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E2BD5CE-2005-4BC8-9395-EF7C1765F9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4957" y="1412775"/>
                <a:ext cx="3713968" cy="1477328"/>
              </a:xfrm>
              <a:prstGeom prst="rect">
                <a:avLst/>
              </a:prstGeom>
              <a:blipFill>
                <a:blip r:embed="rId5"/>
                <a:stretch>
                  <a:fillRect l="-1311" b="-57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80EA649-14B5-4008-B2F3-815A1027C463}"/>
                  </a:ext>
                </a:extLst>
              </p:cNvPr>
              <p:cNvSpPr txBox="1"/>
              <p:nvPr/>
            </p:nvSpPr>
            <p:spPr>
              <a:xfrm>
                <a:off x="395536" y="3492298"/>
                <a:ext cx="5659978" cy="58477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[Textbook] The curve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sz="1600" dirty="0"/>
                  <a:t> has equation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−2</m:t>
                    </m:r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endParaRPr lang="en-GB" sz="1600" dirty="0"/>
              </a:p>
              <a:p>
                <a:r>
                  <a:rPr lang="en-GB" sz="1600" dirty="0"/>
                  <a:t>Find the coordinates of the point of inflection.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80EA649-14B5-4008-B2F3-815A1027C4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3492298"/>
                <a:ext cx="5659978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B9D517E-B3EB-4DE8-8609-50CAEAA68CE9}"/>
                  </a:ext>
                </a:extLst>
              </p:cNvPr>
              <p:cNvSpPr txBox="1"/>
              <p:nvPr/>
            </p:nvSpPr>
            <p:spPr>
              <a:xfrm>
                <a:off x="1478899" y="4137950"/>
                <a:ext cx="4032448" cy="21553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−4        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=6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GB" sz="1400" dirty="0"/>
              </a:p>
              <a:p>
                <a:pPr/>
                <a:r>
                  <a:rPr lang="en-GB" sz="1400" dirty="0"/>
                  <a:t>Point of inflection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∴6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−4=0</m:t>
                    </m:r>
                  </m:oMath>
                </a14:m>
                <a:br>
                  <a:rPr lang="en-GB" sz="1400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−2</m:t>
                      </m:r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−4</m:t>
                      </m:r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+5=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47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  <m:oMath xmlns:m="http://schemas.openxmlformats.org/officeDocument/2006/math"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47</m:t>
                              </m:r>
                            </m:num>
                            <m:den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27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B9D517E-B3EB-4DE8-8609-50CAEAA68C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8899" y="4137950"/>
                <a:ext cx="4032448" cy="2155334"/>
              </a:xfrm>
              <a:prstGeom prst="rect">
                <a:avLst/>
              </a:prstGeom>
              <a:blipFill>
                <a:blip r:embed="rId7"/>
                <a:stretch>
                  <a:fillRect l="-4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AF0EC974-20F0-4C66-93A7-9D08B4EEBC24}"/>
              </a:ext>
            </a:extLst>
          </p:cNvPr>
          <p:cNvSpPr/>
          <p:nvPr/>
        </p:nvSpPr>
        <p:spPr>
          <a:xfrm>
            <a:off x="309801" y="1325807"/>
            <a:ext cx="3686136" cy="17251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0E69DC-9EDE-47C1-B7B7-DD469CC9651A}"/>
              </a:ext>
            </a:extLst>
          </p:cNvPr>
          <p:cNvSpPr/>
          <p:nvPr/>
        </p:nvSpPr>
        <p:spPr>
          <a:xfrm>
            <a:off x="4355976" y="1325807"/>
            <a:ext cx="3686136" cy="17251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028CC3-A3ED-4402-A6D7-561E78698EE2}"/>
              </a:ext>
            </a:extLst>
          </p:cNvPr>
          <p:cNvSpPr/>
          <p:nvPr/>
        </p:nvSpPr>
        <p:spPr>
          <a:xfrm>
            <a:off x="395536" y="4077072"/>
            <a:ext cx="5659978" cy="221621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55006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9.9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Year 2</a:t>
            </a:r>
          </a:p>
          <a:p>
            <a:r>
              <a:rPr lang="en-GB" sz="2400" dirty="0"/>
              <a:t>Page 77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6607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916A5D9E-23CE-0389-B673-2A6ABADB4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740" y="980728"/>
            <a:ext cx="6429375" cy="513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87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9EF0AF7A-2ADA-5249-238A-B493E94A4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565" y="933351"/>
            <a:ext cx="6943725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928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3F5AA-329F-0B91-CF84-95E48FEF7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AA877B7-3733-B12D-8133-A1799EA603B3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50D86519-B6FE-84A5-820E-9AC773573753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39AEBAE-9BFA-C476-840C-42F63F6583C0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E902FE23-9CD8-2E6B-E7D3-6A96610F5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553" y="619125"/>
            <a:ext cx="7143750" cy="623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787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</a:t>
              </a:r>
              <a:r>
                <a:rPr lang="en-GB" sz="3200" dirty="0">
                  <a:latin typeface="+mj-lt"/>
                </a:rPr>
                <a:t> 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DDA5895F-7F9D-2D50-3979-5AAFA70DB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204" y="633774"/>
            <a:ext cx="7696448" cy="622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788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7A8A453-4F69-4ABD-93B0-CC23B8374D5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33B3424-125D-4609-84E5-4A3F753A602C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customXml/itemProps3.xml><?xml version="1.0" encoding="utf-8"?>
<ds:datastoreItem xmlns:ds="http://schemas.openxmlformats.org/officeDocument/2006/customXml" ds:itemID="{50663578-A72F-4CF5-86EB-49307922FA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22504</TotalTime>
  <Words>391</Words>
  <Application>Microsoft Office PowerPoint</Application>
  <PresentationFormat>On-screen Show (4:3)</PresentationFormat>
  <Paragraphs>35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 Math</vt:lpstr>
      <vt:lpstr>Wingdings</vt:lpstr>
      <vt:lpstr>Office Theme</vt:lpstr>
      <vt:lpstr>P2 Chapter 9: Differentiation  Using The Second Derivative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836</cp:revision>
  <dcterms:created xsi:type="dcterms:W3CDTF">2013-02-28T07:36:55Z</dcterms:created>
  <dcterms:modified xsi:type="dcterms:W3CDTF">2025-01-08T17:26:47Z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