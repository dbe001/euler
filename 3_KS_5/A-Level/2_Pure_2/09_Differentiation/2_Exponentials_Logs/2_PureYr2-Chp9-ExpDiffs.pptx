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717" r:id="rId5"/>
    <p:sldId id="571" r:id="rId6"/>
    <p:sldId id="573" r:id="rId7"/>
    <p:sldId id="575" r:id="rId8"/>
    <p:sldId id="531" r:id="rId9"/>
    <p:sldId id="533" r:id="rId10"/>
    <p:sldId id="718" r:id="rId11"/>
    <p:sldId id="719" r:id="rId12"/>
    <p:sldId id="70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D93E71-89D6-44D3-B554-20F17CCC5C33}" v="3" dt="2024-12-03T16:46:14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34E0421-F03F-43F5-BDD3-9D5B0F4E01F6}"/>
    <pc:docChg chg="custSel delSld modSld">
      <pc:chgData name="Dieter Beaven" userId="9bbdb69f-69d0-4759-aa9b-5c090a2da237" providerId="ADAL" clId="{D34E0421-F03F-43F5-BDD3-9D5B0F4E01F6}" dt="2024-12-03T16:35:36.263" v="92" actId="6549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delSp mod">
        <pc:chgData name="Dieter Beaven" userId="9bbdb69f-69d0-4759-aa9b-5c090a2da237" providerId="ADAL" clId="{D34E0421-F03F-43F5-BDD3-9D5B0F4E01F6}" dt="2024-12-03T16:35:21.747" v="86" actId="478"/>
        <pc:sldMkLst>
          <pc:docMk/>
          <pc:sldMk cId="173887519" sldId="533"/>
        </pc:sldMkLst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D34E0421-F03F-43F5-BDD3-9D5B0F4E01F6}" dt="2024-12-03T16:35:23.169" v="87" actId="478"/>
        <pc:sldMkLst>
          <pc:docMk/>
          <pc:sldMk cId="3902928920" sldId="718"/>
        </pc:sldMkLst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2AD93E71-89D6-44D3-B554-20F17CCC5C33}"/>
    <pc:docChg chg="custSel addSld delSld modSld">
      <pc:chgData name="Dieter Beaven" userId="9bbdb69f-69d0-4759-aa9b-5c090a2da237" providerId="ADAL" clId="{2AD93E71-89D6-44D3-B554-20F17CCC5C33}" dt="2024-12-03T17:04:20.062" v="48" actId="1076"/>
      <pc:docMkLst>
        <pc:docMk/>
      </pc:docMkLst>
      <pc:sldChg chg="modSp mod">
        <pc:chgData name="Dieter Beaven" userId="9bbdb69f-69d0-4759-aa9b-5c090a2da237" providerId="ADAL" clId="{2AD93E71-89D6-44D3-B554-20F17CCC5C33}" dt="2024-12-03T16:36:36.523" v="33" actId="20577"/>
        <pc:sldMkLst>
          <pc:docMk/>
          <pc:sldMk cId="2586607706" sldId="531"/>
        </pc:sldMkLst>
        <pc:spChg chg="mod">
          <ac:chgData name="Dieter Beaven" userId="9bbdb69f-69d0-4759-aa9b-5c090a2da237" providerId="ADAL" clId="{2AD93E71-89D6-44D3-B554-20F17CCC5C33}" dt="2024-12-03T16:36:31.899" v="30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2AD93E71-89D6-44D3-B554-20F17CCC5C33}" dt="2024-12-03T16:36:36.523" v="33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addSp modSp mod">
        <pc:chgData name="Dieter Beaven" userId="9bbdb69f-69d0-4759-aa9b-5c090a2da237" providerId="ADAL" clId="{2AD93E71-89D6-44D3-B554-20F17CCC5C33}" dt="2024-12-03T16:45:38.831" v="36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2AD93E71-89D6-44D3-B554-20F17CCC5C33}" dt="2024-12-03T16:45:38.831" v="36" actId="1076"/>
          <ac:picMkLst>
            <pc:docMk/>
            <pc:sldMk cId="173887519" sldId="533"/>
            <ac:picMk id="6" creationId="{0BCA6B8F-6400-3E02-F68A-9A6F2F203D6E}"/>
          </ac:picMkLst>
        </pc:picChg>
      </pc:sldChg>
      <pc:sldChg chg="add">
        <pc:chgData name="Dieter Beaven" userId="9bbdb69f-69d0-4759-aa9b-5c090a2da237" providerId="ADAL" clId="{2AD93E71-89D6-44D3-B554-20F17CCC5C33}" dt="2024-12-03T16:37:26.350" v="34"/>
        <pc:sldMkLst>
          <pc:docMk/>
          <pc:sldMk cId="3104387705" sldId="571"/>
        </pc:sldMkLst>
      </pc:sldChg>
      <pc:sldChg chg="add">
        <pc:chgData name="Dieter Beaven" userId="9bbdb69f-69d0-4759-aa9b-5c090a2da237" providerId="ADAL" clId="{2AD93E71-89D6-44D3-B554-20F17CCC5C33}" dt="2024-12-03T16:37:26.350" v="34"/>
        <pc:sldMkLst>
          <pc:docMk/>
          <pc:sldMk cId="4186443009" sldId="573"/>
        </pc:sldMkLst>
      </pc:sldChg>
      <pc:sldChg chg="add">
        <pc:chgData name="Dieter Beaven" userId="9bbdb69f-69d0-4759-aa9b-5c090a2da237" providerId="ADAL" clId="{2AD93E71-89D6-44D3-B554-20F17CCC5C33}" dt="2024-12-03T16:37:26.350" v="34"/>
        <pc:sldMkLst>
          <pc:docMk/>
          <pc:sldMk cId="3035839532" sldId="575"/>
        </pc:sldMkLst>
      </pc:sldChg>
      <pc:sldChg chg="addSp modSp mod">
        <pc:chgData name="Dieter Beaven" userId="9bbdb69f-69d0-4759-aa9b-5c090a2da237" providerId="ADAL" clId="{2AD93E71-89D6-44D3-B554-20F17CCC5C33}" dt="2024-12-03T17:04:20.062" v="48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2AD93E71-89D6-44D3-B554-20F17CCC5C33}" dt="2024-12-03T17:04:20.062" v="48" actId="1076"/>
          <ac:picMkLst>
            <pc:docMk/>
            <pc:sldMk cId="464788855" sldId="701"/>
            <ac:picMk id="6" creationId="{50442F62-93DE-E05F-DAEA-9BE5EF347BF9}"/>
          </ac:picMkLst>
        </pc:picChg>
      </pc:sldChg>
      <pc:sldChg chg="modSp mod">
        <pc:chgData name="Dieter Beaven" userId="9bbdb69f-69d0-4759-aa9b-5c090a2da237" providerId="ADAL" clId="{2AD93E71-89D6-44D3-B554-20F17CCC5C33}" dt="2024-12-03T16:36:23.578" v="28" actId="20577"/>
        <pc:sldMkLst>
          <pc:docMk/>
          <pc:sldMk cId="938785864" sldId="717"/>
        </pc:sldMkLst>
        <pc:spChg chg="mod">
          <ac:chgData name="Dieter Beaven" userId="9bbdb69f-69d0-4759-aa9b-5c090a2da237" providerId="ADAL" clId="{2AD93E71-89D6-44D3-B554-20F17CCC5C33}" dt="2024-12-03T16:36:23.578" v="28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addSp modSp mod">
        <pc:chgData name="Dieter Beaven" userId="9bbdb69f-69d0-4759-aa9b-5c090a2da237" providerId="ADAL" clId="{2AD93E71-89D6-44D3-B554-20F17CCC5C33}" dt="2024-12-03T16:46:12.297" v="38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2AD93E71-89D6-44D3-B554-20F17CCC5C33}" dt="2024-12-03T16:46:12.297" v="38" actId="1076"/>
          <ac:picMkLst>
            <pc:docMk/>
            <pc:sldMk cId="3902928920" sldId="718"/>
            <ac:picMk id="6" creationId="{E7E60347-B3BA-D503-32E4-23BDF4B7102C}"/>
          </ac:picMkLst>
        </pc:picChg>
      </pc:sldChg>
      <pc:sldChg chg="addSp delSp modSp add mod">
        <pc:chgData name="Dieter Beaven" userId="9bbdb69f-69d0-4759-aa9b-5c090a2da237" providerId="ADAL" clId="{2AD93E71-89D6-44D3-B554-20F17CCC5C33}" dt="2024-12-03T16:46:48.466" v="45" actId="1076"/>
        <pc:sldMkLst>
          <pc:docMk/>
          <pc:sldMk cId="1224531868" sldId="719"/>
        </pc:sldMkLst>
        <pc:picChg chg="del">
          <ac:chgData name="Dieter Beaven" userId="9bbdb69f-69d0-4759-aa9b-5c090a2da237" providerId="ADAL" clId="{2AD93E71-89D6-44D3-B554-20F17CCC5C33}" dt="2024-12-03T16:46:16.082" v="41" actId="478"/>
          <ac:picMkLst>
            <pc:docMk/>
            <pc:sldMk cId="1224531868" sldId="719"/>
            <ac:picMk id="6" creationId="{E7E60347-B3BA-D503-32E4-23BDF4B7102C}"/>
          </ac:picMkLst>
        </pc:picChg>
        <pc:picChg chg="add mod">
          <ac:chgData name="Dieter Beaven" userId="9bbdb69f-69d0-4759-aa9b-5c090a2da237" providerId="ADAL" clId="{2AD93E71-89D6-44D3-B554-20F17CCC5C33}" dt="2024-12-03T16:46:48.466" v="45" actId="1076"/>
          <ac:picMkLst>
            <pc:docMk/>
            <pc:sldMk cId="1224531868" sldId="719"/>
            <ac:picMk id="7" creationId="{2A4E91E6-9DE3-8CB1-9BA7-403DB3EE4E0A}"/>
          </ac:picMkLst>
        </pc:picChg>
      </pc:sldChg>
      <pc:sldChg chg="delSp add del mod">
        <pc:chgData name="Dieter Beaven" userId="9bbdb69f-69d0-4759-aa9b-5c090a2da237" providerId="ADAL" clId="{2AD93E71-89D6-44D3-B554-20F17CCC5C33}" dt="2024-12-03T17:04:17.436" v="47" actId="47"/>
        <pc:sldMkLst>
          <pc:docMk/>
          <pc:sldMk cId="3829290558" sldId="720"/>
        </pc:sldMkLst>
        <pc:picChg chg="del">
          <ac:chgData name="Dieter Beaven" userId="9bbdb69f-69d0-4759-aa9b-5c090a2da237" providerId="ADAL" clId="{2AD93E71-89D6-44D3-B554-20F17CCC5C33}" dt="2024-12-03T16:46:17.756" v="42" actId="478"/>
          <ac:picMkLst>
            <pc:docMk/>
            <pc:sldMk cId="3829290558" sldId="720"/>
            <ac:picMk id="6" creationId="{E7E60347-B3BA-D503-32E4-23BDF4B7102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2.jpeg"/><Relationship Id="rId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9: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Differentiating Exponents and Logs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DFCAA0-F8E4-464B-9377-A5412C0D018A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097F194-BB4B-4A8B-A6FC-ADAF126F770D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Differentiation exponential and log functions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0463019-3C03-428D-968A-0D442453ECD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41EB2B-42E6-4C35-8850-44B5863DF891}"/>
                  </a:ext>
                </a:extLst>
              </p:cNvPr>
              <p:cNvSpPr txBox="1"/>
              <p:nvPr/>
            </p:nvSpPr>
            <p:spPr>
              <a:xfrm>
                <a:off x="140279" y="1148429"/>
                <a:ext cx="3506688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41EB2B-42E6-4C35-8850-44B5863DF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79" y="1148429"/>
                <a:ext cx="3506688" cy="9103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60ABBC-B665-44F9-9E4B-2499D68EEB02}"/>
                  </a:ext>
                </a:extLst>
              </p:cNvPr>
              <p:cNvSpPr txBox="1"/>
              <p:nvPr/>
            </p:nvSpPr>
            <p:spPr>
              <a:xfrm>
                <a:off x="140279" y="2164301"/>
                <a:ext cx="3761870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e>
                          </m:func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𝒌𝒙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60ABBC-B665-44F9-9E4B-2499D68EE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79" y="2164301"/>
                <a:ext cx="3761870" cy="910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044AB08D-E0CF-4F3C-A348-F03788905117}"/>
              </a:ext>
            </a:extLst>
          </p:cNvPr>
          <p:cNvSpPr/>
          <p:nvPr/>
        </p:nvSpPr>
        <p:spPr>
          <a:xfrm>
            <a:off x="4139952" y="1947256"/>
            <a:ext cx="1296144" cy="43409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E1AE7F-37F9-4464-8CFF-D98141A3C1CA}"/>
                  </a:ext>
                </a:extLst>
              </p:cNvPr>
              <p:cNvSpPr txBox="1"/>
              <p:nvPr/>
            </p:nvSpPr>
            <p:spPr>
              <a:xfrm>
                <a:off x="5411458" y="1674907"/>
                <a:ext cx="3506688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sup>
                          </m:sSup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𝒌</m:t>
                      </m:r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𝒌𝒙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E1AE7F-37F9-4464-8CFF-D98141A3C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458" y="1674907"/>
                <a:ext cx="3506688" cy="9103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F96E44-4C35-4F39-AEBC-967FFFF1647A}"/>
                  </a:ext>
                </a:extLst>
              </p:cNvPr>
              <p:cNvSpPr txBox="1"/>
              <p:nvPr/>
            </p:nvSpPr>
            <p:spPr>
              <a:xfrm>
                <a:off x="5475178" y="768195"/>
                <a:ext cx="3456384" cy="835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know from Year 1 how to differentiate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. Can you guess what happens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𝑘𝑥</m:t>
                        </m:r>
                      </m:sup>
                    </m:sSup>
                  </m:oMath>
                </a14:m>
                <a:r>
                  <a:rPr lang="en-GB" sz="1600" dirty="0"/>
                  <a:t>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F96E44-4C35-4F39-AEBC-967FFFF16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178" y="768195"/>
                <a:ext cx="3456384" cy="835422"/>
              </a:xfrm>
              <a:prstGeom prst="rect">
                <a:avLst/>
              </a:prstGeom>
              <a:blipFill>
                <a:blip r:embed="rId5"/>
                <a:stretch>
                  <a:fillRect l="-882" t="-2190" b="-87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6A4E81C4-8DA8-446E-A33A-503FAE4EAD94}"/>
              </a:ext>
            </a:extLst>
          </p:cNvPr>
          <p:cNvSpPr/>
          <p:nvPr/>
        </p:nvSpPr>
        <p:spPr>
          <a:xfrm>
            <a:off x="2500729" y="1179215"/>
            <a:ext cx="997383" cy="79844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635CF-F252-4496-8F1F-218DABE47D32}"/>
              </a:ext>
            </a:extLst>
          </p:cNvPr>
          <p:cNvSpPr/>
          <p:nvPr/>
        </p:nvSpPr>
        <p:spPr>
          <a:xfrm>
            <a:off x="2397385" y="2220268"/>
            <a:ext cx="1387806" cy="79844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1A145F-DEEB-4D45-BA32-C319DE17138C}"/>
              </a:ext>
            </a:extLst>
          </p:cNvPr>
          <p:cNvSpPr/>
          <p:nvPr/>
        </p:nvSpPr>
        <p:spPr>
          <a:xfrm>
            <a:off x="7668344" y="1730874"/>
            <a:ext cx="1252372" cy="79844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213A44-1376-40C6-9956-BF3C7AEC9C68}"/>
                  </a:ext>
                </a:extLst>
              </p:cNvPr>
              <p:cNvSpPr txBox="1"/>
              <p:nvPr/>
            </p:nvSpPr>
            <p:spPr>
              <a:xfrm>
                <a:off x="1271298" y="3424416"/>
                <a:ext cx="2816599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213A44-1376-40C6-9956-BF3C7AEC9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298" y="3424416"/>
                <a:ext cx="2816599" cy="9103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F1E31F-79D9-430A-B8B1-4AECA6BFD004}"/>
                  </a:ext>
                </a:extLst>
              </p:cNvPr>
              <p:cNvSpPr txBox="1"/>
              <p:nvPr/>
            </p:nvSpPr>
            <p:spPr>
              <a:xfrm>
                <a:off x="4498610" y="3061765"/>
                <a:ext cx="4078430" cy="618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𝐥𝐧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𝐥𝐧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F1E31F-79D9-430A-B8B1-4AECA6BFD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610" y="3061765"/>
                <a:ext cx="4078430" cy="6184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5136329-9C8B-45E8-BC81-960054E554B0}"/>
              </a:ext>
            </a:extLst>
          </p:cNvPr>
          <p:cNvCxnSpPr>
            <a:cxnSpLocks/>
          </p:cNvCxnSpPr>
          <p:nvPr/>
        </p:nvCxnSpPr>
        <p:spPr>
          <a:xfrm flipV="1">
            <a:off x="4044702" y="3419475"/>
            <a:ext cx="498723" cy="326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AD33C2D-B7CC-4963-9400-DFE266827187}"/>
              </a:ext>
            </a:extLst>
          </p:cNvPr>
          <p:cNvSpPr txBox="1"/>
          <p:nvPr/>
        </p:nvSpPr>
        <p:spPr>
          <a:xfrm>
            <a:off x="4798690" y="3655690"/>
            <a:ext cx="3850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i.e. Scaling the input of a log does not affect the gradient.</a:t>
            </a:r>
          </a:p>
          <a:p>
            <a:r>
              <a:rPr lang="en-GB" sz="1200" dirty="0"/>
              <a:t>This variant occurs regularly in exams!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081C41-CAD5-4D05-9C2C-115E084039A4}"/>
                  </a:ext>
                </a:extLst>
              </p:cNvPr>
              <p:cNvSpPr txBox="1"/>
              <p:nvPr/>
            </p:nvSpPr>
            <p:spPr>
              <a:xfrm>
                <a:off x="1277166" y="4509120"/>
                <a:ext cx="3337364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𝒍𝒏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2081C41-CAD5-4D05-9C2C-115E08403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166" y="4509120"/>
                <a:ext cx="3337364" cy="9103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A821E20-4A8F-4DE4-9F35-1872CBEB0B67}"/>
              </a:ext>
            </a:extLst>
          </p:cNvPr>
          <p:cNvSpPr txBox="1"/>
          <p:nvPr/>
        </p:nvSpPr>
        <p:spPr>
          <a:xfrm>
            <a:off x="4975523" y="4509121"/>
            <a:ext cx="3354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i.e. When we differentiate an exponential function, we multiply by ln of the base.</a:t>
            </a:r>
          </a:p>
          <a:p>
            <a:r>
              <a:rPr lang="en-GB" sz="1400" dirty="0"/>
              <a:t>We will prove this after we cover implicit differentiation.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A70C84-5D6A-43ED-9FBE-A91119059393}"/>
                  </a:ext>
                </a:extLst>
              </p:cNvPr>
              <p:cNvSpPr txBox="1"/>
              <p:nvPr/>
            </p:nvSpPr>
            <p:spPr>
              <a:xfrm>
                <a:off x="1277165" y="5451219"/>
                <a:ext cx="3621405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sup>
                          </m:sSup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𝒌𝒙</m:t>
                          </m:r>
                        </m:sup>
                      </m:sSup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𝒍𝒏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A70C84-5D6A-43ED-9FBE-A91119059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165" y="5451219"/>
                <a:ext cx="3621405" cy="9103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048005B0-39C4-48BA-BE56-339A781ADFCC}"/>
              </a:ext>
            </a:extLst>
          </p:cNvPr>
          <p:cNvSpPr/>
          <p:nvPr/>
        </p:nvSpPr>
        <p:spPr>
          <a:xfrm>
            <a:off x="3431986" y="3464505"/>
            <a:ext cx="650916" cy="89484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7626FB-5068-42AF-B902-B4B76258465B}"/>
              </a:ext>
            </a:extLst>
          </p:cNvPr>
          <p:cNvSpPr/>
          <p:nvPr/>
        </p:nvSpPr>
        <p:spPr>
          <a:xfrm>
            <a:off x="3172654" y="4572000"/>
            <a:ext cx="1239858" cy="8074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9BD00B-7714-4EF5-9CE7-CFCEDA958DC1}"/>
              </a:ext>
            </a:extLst>
          </p:cNvPr>
          <p:cNvSpPr/>
          <p:nvPr/>
        </p:nvSpPr>
        <p:spPr>
          <a:xfrm>
            <a:off x="3262710" y="5534102"/>
            <a:ext cx="1502431" cy="8074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0438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/>
      <p:bldP spid="21" grpId="0"/>
      <p:bldP spid="23" grpId="0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564D4D6-FD7F-434B-BBDB-9226EF07E6BC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D082A86-7429-46EE-B7FC-68D820BE418C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Quickfire Questions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FFAF4E4-3342-4DB9-AD00-2FBDD824588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D402D8-AA98-42A2-9F97-0E9611299969}"/>
                  </a:ext>
                </a:extLst>
              </p:cNvPr>
              <p:cNvSpPr txBox="1"/>
              <p:nvPr/>
            </p:nvSpPr>
            <p:spPr>
              <a:xfrm>
                <a:off x="661349" y="831872"/>
                <a:ext cx="3006884" cy="5877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𝐥𝐧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𝐥𝐧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</m:e>
                      </m:d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D402D8-AA98-42A2-9F97-0E9611299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49" y="831872"/>
                <a:ext cx="3006884" cy="58775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4BC179-F14B-40AF-961A-9C4D25A76876}"/>
                  </a:ext>
                </a:extLst>
              </p:cNvPr>
              <p:cNvSpPr txBox="1"/>
              <p:nvPr/>
            </p:nvSpPr>
            <p:spPr>
              <a:xfrm>
                <a:off x="4067944" y="831872"/>
                <a:ext cx="3006884" cy="2196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4BC179-F14B-40AF-961A-9C4D25A76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831872"/>
                <a:ext cx="3006884" cy="21963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B77729E6-2945-4530-B9DD-7BC5600DE953}"/>
              </a:ext>
            </a:extLst>
          </p:cNvPr>
          <p:cNvSpPr/>
          <p:nvPr/>
        </p:nvSpPr>
        <p:spPr>
          <a:xfrm>
            <a:off x="1767083" y="934666"/>
            <a:ext cx="816629" cy="4794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3CF52C-FE7B-442C-AAFD-D0036DF5DC39}"/>
              </a:ext>
            </a:extLst>
          </p:cNvPr>
          <p:cNvSpPr/>
          <p:nvPr/>
        </p:nvSpPr>
        <p:spPr>
          <a:xfrm>
            <a:off x="1756476" y="1418525"/>
            <a:ext cx="816629" cy="4794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020D33-A905-4E78-89E4-73F5DC695AA3}"/>
              </a:ext>
            </a:extLst>
          </p:cNvPr>
          <p:cNvSpPr/>
          <p:nvPr/>
        </p:nvSpPr>
        <p:spPr>
          <a:xfrm>
            <a:off x="2156187" y="1902383"/>
            <a:ext cx="693339" cy="5537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1F5CF2-0528-4212-BAC5-6BEAD612DB0F}"/>
              </a:ext>
            </a:extLst>
          </p:cNvPr>
          <p:cNvSpPr/>
          <p:nvPr/>
        </p:nvSpPr>
        <p:spPr>
          <a:xfrm>
            <a:off x="1890373" y="2460514"/>
            <a:ext cx="1118641" cy="4847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E0D413-16C0-4046-904D-E5C3F802F1F1}"/>
              </a:ext>
            </a:extLst>
          </p:cNvPr>
          <p:cNvSpPr/>
          <p:nvPr/>
        </p:nvSpPr>
        <p:spPr>
          <a:xfrm>
            <a:off x="1890373" y="2968500"/>
            <a:ext cx="1118641" cy="4847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5C42B0-DDF8-461C-BC42-E166ABD4CCBB}"/>
              </a:ext>
            </a:extLst>
          </p:cNvPr>
          <p:cNvSpPr/>
          <p:nvPr/>
        </p:nvSpPr>
        <p:spPr>
          <a:xfrm>
            <a:off x="2024391" y="3454979"/>
            <a:ext cx="867665" cy="5428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4EEA2F-F247-4A60-8005-1BCFA5CC6C87}"/>
              </a:ext>
            </a:extLst>
          </p:cNvPr>
          <p:cNvSpPr/>
          <p:nvPr/>
        </p:nvSpPr>
        <p:spPr>
          <a:xfrm>
            <a:off x="2289397" y="4535523"/>
            <a:ext cx="647997" cy="5528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72A374-988A-4FC2-ACD2-5427C55CA665}"/>
              </a:ext>
            </a:extLst>
          </p:cNvPr>
          <p:cNvSpPr/>
          <p:nvPr/>
        </p:nvSpPr>
        <p:spPr>
          <a:xfrm>
            <a:off x="1728001" y="5103629"/>
            <a:ext cx="781283" cy="4997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D1B31E-816F-4144-A678-B0520305ED3B}"/>
              </a:ext>
            </a:extLst>
          </p:cNvPr>
          <p:cNvSpPr/>
          <p:nvPr/>
        </p:nvSpPr>
        <p:spPr>
          <a:xfrm>
            <a:off x="2110773" y="5611649"/>
            <a:ext cx="1165083" cy="4997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2EC762-841B-4C52-A680-4B354B4AD701}"/>
              </a:ext>
            </a:extLst>
          </p:cNvPr>
          <p:cNvSpPr/>
          <p:nvPr/>
        </p:nvSpPr>
        <p:spPr>
          <a:xfrm>
            <a:off x="1767083" y="6111379"/>
            <a:ext cx="1165083" cy="4997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B1134B-63D2-405A-A9F0-2642872983E5}"/>
              </a:ext>
            </a:extLst>
          </p:cNvPr>
          <p:cNvSpPr/>
          <p:nvPr/>
        </p:nvSpPr>
        <p:spPr>
          <a:xfrm>
            <a:off x="5436097" y="828902"/>
            <a:ext cx="1007234" cy="574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B83CD-0227-447D-A849-5DF84C26C330}"/>
              </a:ext>
            </a:extLst>
          </p:cNvPr>
          <p:cNvSpPr/>
          <p:nvPr/>
        </p:nvSpPr>
        <p:spPr>
          <a:xfrm>
            <a:off x="5420913" y="1414130"/>
            <a:ext cx="714073" cy="5528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649F13-A6F4-47AA-BE73-A204A9D6D325}"/>
              </a:ext>
            </a:extLst>
          </p:cNvPr>
          <p:cNvSpPr txBox="1"/>
          <p:nvPr/>
        </p:nvSpPr>
        <p:spPr>
          <a:xfrm>
            <a:off x="4038317" y="3177053"/>
            <a:ext cx="209667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‘Meatier’ 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D53BFB-C7D2-4FD5-8B82-D482E1EBEE55}"/>
                  </a:ext>
                </a:extLst>
              </p:cNvPr>
              <p:cNvSpPr txBox="1"/>
              <p:nvPr/>
            </p:nvSpPr>
            <p:spPr>
              <a:xfrm>
                <a:off x="4038316" y="3695558"/>
                <a:ext cx="4290414" cy="2960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rabbit population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after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years can be modelled using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=1000(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 Determine after how many years the rate of population increase will reach 20,000 rabbits per year.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𝒅𝑷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𝟏𝟎𝟎𝟎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d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𝟐𝟎𝟎𝟎𝟎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𝟏𝟎𝟎𝟎</m:t>
                          </m:r>
                          <m:func>
                            <m:func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</a:rPr>
                                <m:t>𝐥𝐧</m:t>
                              </m:r>
                            </m:fName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func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num>
                        <m:den>
                          <m:func>
                            <m:func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</a:rPr>
                                <m:t>𝐥𝐧</m:t>
                              </m:r>
                            </m:fName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𝟐𝟎</m:t>
                                  </m:r>
                                </m:num>
                                <m:den>
                                  <m:func>
                                    <m:funcPr>
                                      <m:ctrlPr>
                                        <a:rPr lang="en-GB" sz="16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GB" sz="1600" b="1" i="0" smtClean="0">
                                          <a:latin typeface="Cambria Math" panose="02040503050406030204" pitchFamily="18" charset="0"/>
                                        </a:rPr>
                                        <m:t>𝐥𝐧</m:t>
                                      </m:r>
                                    </m:fName>
                                    <m:e>
                                      <m:r>
                                        <a:rPr lang="en-GB" sz="16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𝟖𝟓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𝒚𝒆𝒂𝒓𝒔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𝒔𝒇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D53BFB-C7D2-4FD5-8B82-D482E1EBE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316" y="3695558"/>
                <a:ext cx="4290414" cy="2960939"/>
              </a:xfrm>
              <a:prstGeom prst="rect">
                <a:avLst/>
              </a:prstGeom>
              <a:blipFill>
                <a:blip r:embed="rId4"/>
                <a:stretch>
                  <a:fillRect l="-1136" t="-1029" r="-19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9CC7EEC8-686D-4A88-9D99-4258827A55EF}"/>
              </a:ext>
            </a:extLst>
          </p:cNvPr>
          <p:cNvSpPr/>
          <p:nvPr/>
        </p:nvSpPr>
        <p:spPr>
          <a:xfrm>
            <a:off x="1854859" y="4005067"/>
            <a:ext cx="647997" cy="5350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E181D9-C995-4538-A5BA-DB91DF0356FB}"/>
              </a:ext>
            </a:extLst>
          </p:cNvPr>
          <p:cNvSpPr/>
          <p:nvPr/>
        </p:nvSpPr>
        <p:spPr>
          <a:xfrm>
            <a:off x="5420913" y="1953458"/>
            <a:ext cx="671544" cy="5026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F3492B-4B36-4A51-98E6-31BF07A22E45}"/>
              </a:ext>
            </a:extLst>
          </p:cNvPr>
          <p:cNvSpPr/>
          <p:nvPr/>
        </p:nvSpPr>
        <p:spPr>
          <a:xfrm>
            <a:off x="5306807" y="2456120"/>
            <a:ext cx="671544" cy="5026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8BD417-FC0D-49F5-B901-5F56C1E308C7}"/>
              </a:ext>
            </a:extLst>
          </p:cNvPr>
          <p:cNvSpPr txBox="1"/>
          <p:nvPr/>
        </p:nvSpPr>
        <p:spPr>
          <a:xfrm>
            <a:off x="6481899" y="3021663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trike="sngStrike" dirty="0"/>
              <a:t>bun</a:t>
            </a:r>
            <a:r>
              <a:rPr lang="en-GB" sz="1400" dirty="0"/>
              <a:t> pun intended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B5C3268-1CC1-4BC8-926D-DC1A7D4DFCEA}"/>
              </a:ext>
            </a:extLst>
          </p:cNvPr>
          <p:cNvCxnSpPr>
            <a:stCxn id="24" idx="1"/>
          </p:cNvCxnSpPr>
          <p:nvPr/>
        </p:nvCxnSpPr>
        <p:spPr>
          <a:xfrm flipH="1">
            <a:off x="6241312" y="3175552"/>
            <a:ext cx="240587" cy="56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255F3D4-5625-4D0B-B22A-AE0C3C761BF2}"/>
              </a:ext>
            </a:extLst>
          </p:cNvPr>
          <p:cNvSpPr/>
          <p:nvPr/>
        </p:nvSpPr>
        <p:spPr>
          <a:xfrm>
            <a:off x="4048071" y="4924695"/>
            <a:ext cx="4594068" cy="16864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pic>
        <p:nvPicPr>
          <p:cNvPr id="1026" name="Picture 2" descr="bin, empty, rabbit, recycle icon">
            <a:extLst>
              <a:ext uri="{FF2B5EF4-FFF2-40B4-BE49-F238E27FC236}">
                <a16:creationId xmlns:a16="http://schemas.microsoft.com/office/drawing/2014/main" id="{FDF3B6B3-452B-4629-9714-67D9FD312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1872" y="2892056"/>
            <a:ext cx="1017318" cy="1017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44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B80D491-2BF7-45D3-AD94-3FD80BAAF71D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C1F174C-C27D-497A-B7F4-69F46EFA5EBF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3CAA4D2-1793-4546-A7B9-5DEDEA2AA80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71A485-747A-4358-898E-63468D8A8EF4}"/>
                  </a:ext>
                </a:extLst>
              </p:cNvPr>
              <p:cNvSpPr txBox="1"/>
              <p:nvPr/>
            </p:nvSpPr>
            <p:spPr>
              <a:xfrm>
                <a:off x="467544" y="908720"/>
                <a:ext cx="655272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Differentiate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     </a:t>
                </a:r>
                <a:r>
                  <a:rPr lang="en-GB" i="1" dirty="0"/>
                  <a:t>(Hint: Expand first)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71A485-747A-4358-898E-63468D8A8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908720"/>
                <a:ext cx="6552728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7FE287-E5C8-4E8B-8621-D63304F43C45}"/>
                  </a:ext>
                </a:extLst>
              </p:cNvPr>
              <p:cNvSpPr txBox="1"/>
              <p:nvPr/>
            </p:nvSpPr>
            <p:spPr>
              <a:xfrm>
                <a:off x="1539965" y="1391511"/>
                <a:ext cx="3456384" cy="895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7FE287-E5C8-4E8B-8621-D63304F43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965" y="1391511"/>
                <a:ext cx="3456384" cy="8952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679F63-0F84-4E1D-9310-28364309AB72}"/>
                  </a:ext>
                </a:extLst>
              </p:cNvPr>
              <p:cNvSpPr txBox="1"/>
              <p:nvPr/>
            </p:nvSpPr>
            <p:spPr>
              <a:xfrm>
                <a:off x="467544" y="2564904"/>
                <a:ext cx="6552728" cy="17543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child has headlice and his parents treat it using a special shampoo. The population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of headlice after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days can be modelled using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=460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dirty="0"/>
              </a:p>
              <a:p>
                <a:r>
                  <a:rPr lang="en-GB" dirty="0"/>
                  <a:t>a) Determine how many days have elapsed before the child has 20 headlice left.</a:t>
                </a:r>
              </a:p>
              <a:p>
                <a:r>
                  <a:rPr lang="en-GB" dirty="0"/>
                  <a:t>b) Determine the rate of change of headlice after 3 days.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679F63-0F84-4E1D-9310-28364309A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564904"/>
                <a:ext cx="6552728" cy="17543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Image result for headlice">
            <a:extLst>
              <a:ext uri="{FF2B5EF4-FFF2-40B4-BE49-F238E27FC236}">
                <a16:creationId xmlns:a16="http://schemas.microsoft.com/office/drawing/2014/main" id="{0B1361DC-77EE-477F-8690-5F064314C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512" y="2465979"/>
            <a:ext cx="1339800" cy="91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EAC5F0-543D-4853-B6E4-1C72FD0F3263}"/>
                  </a:ext>
                </a:extLst>
              </p:cNvPr>
              <p:cNvSpPr txBox="1"/>
              <p:nvPr/>
            </p:nvSpPr>
            <p:spPr>
              <a:xfrm>
                <a:off x="718840" y="4701459"/>
                <a:ext cx="2629024" cy="1411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20=460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den>
                              </m:f>
                            </m:e>
                          </m:d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=−2.85…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=1.43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𝑑𝑎𝑦𝑠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EAC5F0-543D-4853-B6E4-1C72FD0F3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40" y="4701459"/>
                <a:ext cx="2629024" cy="1411990"/>
              </a:xfrm>
              <a:prstGeom prst="rect">
                <a:avLst/>
              </a:prstGeom>
              <a:blipFill>
                <a:blip r:embed="rId6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C15B7567-4D34-4519-AD58-C2B7696C6521}"/>
              </a:ext>
            </a:extLst>
          </p:cNvPr>
          <p:cNvSpPr/>
          <p:nvPr/>
        </p:nvSpPr>
        <p:spPr>
          <a:xfrm>
            <a:off x="483017" y="4706299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A16422-E60C-4DA8-AAD1-036813C5BADC}"/>
              </a:ext>
            </a:extLst>
          </p:cNvPr>
          <p:cNvSpPr/>
          <p:nvPr/>
        </p:nvSpPr>
        <p:spPr>
          <a:xfrm>
            <a:off x="3995936" y="4706299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9DE94D-EA40-4955-8AE5-F81805C98D75}"/>
                  </a:ext>
                </a:extLst>
              </p:cNvPr>
              <p:cNvSpPr txBox="1"/>
              <p:nvPr/>
            </p:nvSpPr>
            <p:spPr>
              <a:xfrm>
                <a:off x="4543492" y="4701459"/>
                <a:ext cx="3124852" cy="1341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=−920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</m:oMathPara>
                </a14:m>
                <a:br>
                  <a:rPr lang="en-GB" sz="1400" b="0" dirty="0"/>
                </a:br>
                <a:r>
                  <a:rPr lang="en-GB" sz="1400" b="0" dirty="0"/>
                  <a:t>When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1400" dirty="0"/>
                  <a:t>, </a:t>
                </a:r>
                <a:endParaRPr lang="en-GB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=−920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sup>
                          </m:sSup>
                        </m:e>
                      </m:d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=−1.39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h𝑒𝑎𝑑𝑙𝑖𝑐𝑒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𝑑𝑎𝑦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9DE94D-EA40-4955-8AE5-F81805C98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492" y="4701459"/>
                <a:ext cx="3124852" cy="1341265"/>
              </a:xfrm>
              <a:prstGeom prst="rect">
                <a:avLst/>
              </a:prstGeom>
              <a:blipFill>
                <a:blip r:embed="rId7"/>
                <a:stretch>
                  <a:fillRect l="-585" b="-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1F137FF3-1811-4700-93DC-47F7C467A2BF}"/>
              </a:ext>
            </a:extLst>
          </p:cNvPr>
          <p:cNvSpPr/>
          <p:nvPr/>
        </p:nvSpPr>
        <p:spPr>
          <a:xfrm>
            <a:off x="718840" y="4701458"/>
            <a:ext cx="2629024" cy="1463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267E24-6D74-4A0A-ADC4-1538E80B010B}"/>
              </a:ext>
            </a:extLst>
          </p:cNvPr>
          <p:cNvSpPr/>
          <p:nvPr/>
        </p:nvSpPr>
        <p:spPr>
          <a:xfrm>
            <a:off x="4211960" y="4706299"/>
            <a:ext cx="3384376" cy="1463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426A66-BE4B-4BBE-9F06-240AB880B565}"/>
              </a:ext>
            </a:extLst>
          </p:cNvPr>
          <p:cNvSpPr txBox="1"/>
          <p:nvPr/>
        </p:nvSpPr>
        <p:spPr>
          <a:xfrm>
            <a:off x="5254424" y="2078910"/>
            <a:ext cx="3888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This one is a bit of a headscratcher (pun intended)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42EA9FD-F31F-4EE8-9C71-620A87E06B14}"/>
              </a:ext>
            </a:extLst>
          </p:cNvPr>
          <p:cNvCxnSpPr/>
          <p:nvPr/>
        </p:nvCxnSpPr>
        <p:spPr>
          <a:xfrm flipH="1">
            <a:off x="6588224" y="2338559"/>
            <a:ext cx="144016" cy="149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022D530-D5CD-472C-A7C7-68A18F0B18BB}"/>
              </a:ext>
            </a:extLst>
          </p:cNvPr>
          <p:cNvSpPr/>
          <p:nvPr/>
        </p:nvSpPr>
        <p:spPr>
          <a:xfrm>
            <a:off x="2074577" y="1380878"/>
            <a:ext cx="2468915" cy="96967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3583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9.2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 70/71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BCA6B8F-6400-3E02-F68A-9A6F2F203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65" y="1040084"/>
            <a:ext cx="7781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7E60347-B3BA-D503-32E4-23BDF4B71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90" y="908720"/>
            <a:ext cx="761047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A4E91E6-9DE3-8CB1-9BA7-403DB3EE4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75489"/>
            <a:ext cx="774382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3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0442F62-93DE-E05F-DAEA-9BE5EF347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65" y="1052736"/>
            <a:ext cx="862012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22498</TotalTime>
  <Words>453</Words>
  <Application>Microsoft Office PowerPoint</Application>
  <PresentationFormat>On-screen Show (4:3)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P2 Chapter 9: Differentiation  Differentiating Exponents and Logs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2024-12-03T17:04:21Z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