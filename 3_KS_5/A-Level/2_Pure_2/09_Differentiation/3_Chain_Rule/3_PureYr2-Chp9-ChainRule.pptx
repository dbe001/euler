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717" r:id="rId5"/>
    <p:sldId id="577" r:id="rId6"/>
    <p:sldId id="578" r:id="rId7"/>
    <p:sldId id="580" r:id="rId8"/>
    <p:sldId id="579" r:id="rId9"/>
    <p:sldId id="583" r:id="rId10"/>
    <p:sldId id="531" r:id="rId11"/>
    <p:sldId id="533" r:id="rId12"/>
    <p:sldId id="718" r:id="rId13"/>
    <p:sldId id="719" r:id="rId14"/>
    <p:sldId id="70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4E0421-F03F-43F5-BDD3-9D5B0F4E01F6}" v="1" dt="2024-12-03T16:37:05.494"/>
    <p1510:client id="{ECBD9E4A-1235-4EEC-869C-E985CAFAC468}" v="2" dt="2024-12-03T16:53:04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ECBD9E4A-1235-4EEC-869C-E985CAFAC468}"/>
    <pc:docChg chg="custSel addSld delSld modSld">
      <pc:chgData name="Dieter Beaven" userId="9bbdb69f-69d0-4759-aa9b-5c090a2da237" providerId="ADAL" clId="{ECBD9E4A-1235-4EEC-869C-E985CAFAC468}" dt="2024-12-03T17:05:57.376" v="79" actId="1076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Sp mod">
        <pc:chgData name="Dieter Beaven" userId="9bbdb69f-69d0-4759-aa9b-5c090a2da237" providerId="ADAL" clId="{ECBD9E4A-1235-4EEC-869C-E985CAFAC468}" dt="2024-12-03T16:52:23.429" v="65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ECBD9E4A-1235-4EEC-869C-E985CAFAC468}" dt="2024-12-03T16:52:23.429" v="65" actId="1076"/>
          <ac:picMkLst>
            <pc:docMk/>
            <pc:sldMk cId="173887519" sldId="533"/>
            <ac:picMk id="6" creationId="{2A5B9A8E-AD8B-77E8-9912-FAE6FFD4B2E1}"/>
          </ac:picMkLst>
        </pc:picChg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add">
        <pc:chgData name="Dieter Beaven" userId="9bbdb69f-69d0-4759-aa9b-5c090a2da237" providerId="ADAL" clId="{ECBD9E4A-1235-4EEC-869C-E985CAFAC468}" dt="2024-12-03T16:51:32.569" v="63"/>
        <pc:sldMkLst>
          <pc:docMk/>
          <pc:sldMk cId="3647351361" sldId="577"/>
        </pc:sldMkLst>
      </pc:sldChg>
      <pc:sldChg chg="add">
        <pc:chgData name="Dieter Beaven" userId="9bbdb69f-69d0-4759-aa9b-5c090a2da237" providerId="ADAL" clId="{ECBD9E4A-1235-4EEC-869C-E985CAFAC468}" dt="2024-12-03T16:51:32.569" v="63"/>
        <pc:sldMkLst>
          <pc:docMk/>
          <pc:sldMk cId="1233891467" sldId="578"/>
        </pc:sldMkLst>
      </pc:sldChg>
      <pc:sldChg chg="add">
        <pc:chgData name="Dieter Beaven" userId="9bbdb69f-69d0-4759-aa9b-5c090a2da237" providerId="ADAL" clId="{ECBD9E4A-1235-4EEC-869C-E985CAFAC468}" dt="2024-12-03T16:51:32.569" v="63"/>
        <pc:sldMkLst>
          <pc:docMk/>
          <pc:sldMk cId="2493682006" sldId="579"/>
        </pc:sldMkLst>
      </pc:sldChg>
      <pc:sldChg chg="add">
        <pc:chgData name="Dieter Beaven" userId="9bbdb69f-69d0-4759-aa9b-5c090a2da237" providerId="ADAL" clId="{ECBD9E4A-1235-4EEC-869C-E985CAFAC468}" dt="2024-12-03T16:51:32.569" v="63"/>
        <pc:sldMkLst>
          <pc:docMk/>
          <pc:sldMk cId="2054080988" sldId="580"/>
        </pc:sldMkLst>
      </pc:sldChg>
      <pc:sldChg chg="add">
        <pc:chgData name="Dieter Beaven" userId="9bbdb69f-69d0-4759-aa9b-5c090a2da237" providerId="ADAL" clId="{ECBD9E4A-1235-4EEC-869C-E985CAFAC468}" dt="2024-12-03T16:51:32.569" v="63"/>
        <pc:sldMkLst>
          <pc:docMk/>
          <pc:sldMk cId="3790587724" sldId="583"/>
        </pc:sldMkLst>
      </pc:sldChg>
      <pc:sldChg chg="addSp modSp mod">
        <pc:chgData name="Dieter Beaven" userId="9bbdb69f-69d0-4759-aa9b-5c090a2da237" providerId="ADAL" clId="{ECBD9E4A-1235-4EEC-869C-E985CAFAC468}" dt="2024-12-03T17:05:57.376" v="79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ECBD9E4A-1235-4EEC-869C-E985CAFAC468}" dt="2024-12-03T17:05:57.376" v="79" actId="1076"/>
          <ac:picMkLst>
            <pc:docMk/>
            <pc:sldMk cId="464788855" sldId="701"/>
            <ac:picMk id="6" creationId="{5A823E57-AB90-6F6D-BAB3-A13965E4F2DD}"/>
          </ac:picMkLst>
        </pc:picChg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ECBD9E4A-1235-4EEC-869C-E985CAFAC468}" dt="2024-12-03T16:54:06.897" v="75" actId="1076"/>
        <pc:sldMkLst>
          <pc:docMk/>
          <pc:sldMk cId="3902928920" sldId="718"/>
        </pc:sldMkLst>
        <pc:picChg chg="add del mod">
          <ac:chgData name="Dieter Beaven" userId="9bbdb69f-69d0-4759-aa9b-5c090a2da237" providerId="ADAL" clId="{ECBD9E4A-1235-4EEC-869C-E985CAFAC468}" dt="2024-12-03T16:54:00.640" v="73" actId="478"/>
          <ac:picMkLst>
            <pc:docMk/>
            <pc:sldMk cId="3902928920" sldId="718"/>
            <ac:picMk id="6" creationId="{23EDEB5C-5E73-AC57-B6B1-FED2A5A5772A}"/>
          </ac:picMkLst>
        </pc:picChg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  <pc:picChg chg="add mod">
          <ac:chgData name="Dieter Beaven" userId="9bbdb69f-69d0-4759-aa9b-5c090a2da237" providerId="ADAL" clId="{ECBD9E4A-1235-4EEC-869C-E985CAFAC468}" dt="2024-12-03T16:54:06.897" v="75" actId="1076"/>
          <ac:picMkLst>
            <pc:docMk/>
            <pc:sldMk cId="3902928920" sldId="718"/>
            <ac:picMk id="8" creationId="{0BD74E78-F500-B931-CF4E-D2EFD2BDD0FB}"/>
          </ac:picMkLst>
        </pc:picChg>
      </pc:sldChg>
      <pc:sldChg chg="addSp delSp modSp add mod">
        <pc:chgData name="Dieter Beaven" userId="9bbdb69f-69d0-4759-aa9b-5c090a2da237" providerId="ADAL" clId="{ECBD9E4A-1235-4EEC-869C-E985CAFAC468}" dt="2024-12-03T16:54:09.930" v="76" actId="1076"/>
        <pc:sldMkLst>
          <pc:docMk/>
          <pc:sldMk cId="469505346" sldId="719"/>
        </pc:sldMkLst>
        <pc:picChg chg="del">
          <ac:chgData name="Dieter Beaven" userId="9bbdb69f-69d0-4759-aa9b-5c090a2da237" providerId="ADAL" clId="{ECBD9E4A-1235-4EEC-869C-E985CAFAC468}" dt="2024-12-03T16:53:06.436" v="69" actId="478"/>
          <ac:picMkLst>
            <pc:docMk/>
            <pc:sldMk cId="469505346" sldId="719"/>
            <ac:picMk id="6" creationId="{2A5B9A8E-AD8B-77E8-9912-FAE6FFD4B2E1}"/>
          </ac:picMkLst>
        </pc:picChg>
        <pc:picChg chg="add mod">
          <ac:chgData name="Dieter Beaven" userId="9bbdb69f-69d0-4759-aa9b-5c090a2da237" providerId="ADAL" clId="{ECBD9E4A-1235-4EEC-869C-E985CAFAC468}" dt="2024-12-03T16:54:09.930" v="76" actId="1076"/>
          <ac:picMkLst>
            <pc:docMk/>
            <pc:sldMk cId="469505346" sldId="719"/>
            <ac:picMk id="7" creationId="{266B3D34-A637-25A9-610F-2283BDB564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26" Type="http://schemas.openxmlformats.org/officeDocument/2006/relationships/image" Target="../media/image93.png"/><Relationship Id="rId3" Type="http://schemas.openxmlformats.org/officeDocument/2006/relationships/image" Target="../media/image70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24" Type="http://schemas.openxmlformats.org/officeDocument/2006/relationships/image" Target="../media/image51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28" Type="http://schemas.openxmlformats.org/officeDocument/2006/relationships/image" Target="../media/image95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Relationship Id="rId27" Type="http://schemas.openxmlformats.org/officeDocument/2006/relationships/image" Target="../media/image9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Chain Rule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EC8CFEB-FAAF-4081-89FC-52AFE6FEA18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A5223AE-2708-4318-8187-30E2436B5F6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The Chain Rule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C775724-6363-4411-9989-B77DEE44497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FAD729-76E7-4094-8B3F-F146CDAD7297}"/>
                  </a:ext>
                </a:extLst>
              </p:cNvPr>
              <p:cNvSpPr txBox="1"/>
              <p:nvPr/>
            </p:nvSpPr>
            <p:spPr>
              <a:xfrm>
                <a:off x="3059832" y="1488142"/>
                <a:ext cx="2664296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FAD729-76E7-4094-8B3F-F146CDAD7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488142"/>
                <a:ext cx="2664296" cy="465833"/>
              </a:xfrm>
              <a:prstGeom prst="rect">
                <a:avLst/>
              </a:prstGeom>
              <a:blipFill>
                <a:blip r:embed="rId2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47B04E-341A-48D4-BFA8-4745EDF37982}"/>
              </a:ext>
            </a:extLst>
          </p:cNvPr>
          <p:cNvSpPr txBox="1"/>
          <p:nvPr/>
        </p:nvSpPr>
        <p:spPr>
          <a:xfrm>
            <a:off x="1882112" y="732807"/>
            <a:ext cx="5184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chain rule allows us to differentiate a composite function, i.e. a function within a function.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C56617-7FE7-448A-8CC5-1AA80BFD8DD7}"/>
                  </a:ext>
                </a:extLst>
              </p:cNvPr>
              <p:cNvSpPr txBox="1"/>
              <p:nvPr/>
            </p:nvSpPr>
            <p:spPr>
              <a:xfrm>
                <a:off x="539552" y="2276872"/>
                <a:ext cx="2952328" cy="89524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The Chain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C56617-7FE7-448A-8CC5-1AA80BFD8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76872"/>
                <a:ext cx="2952328" cy="895245"/>
              </a:xfrm>
              <a:prstGeom prst="rect">
                <a:avLst/>
              </a:prstGeom>
              <a:blipFill>
                <a:blip r:embed="rId3"/>
                <a:stretch>
                  <a:fillRect l="-1434" t="-2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51CBA6-105B-4825-A519-A7AD7474D52E}"/>
                  </a:ext>
                </a:extLst>
              </p:cNvPr>
              <p:cNvSpPr txBox="1"/>
              <p:nvPr/>
            </p:nvSpPr>
            <p:spPr>
              <a:xfrm>
                <a:off x="3769278" y="2228035"/>
                <a:ext cx="2386898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 err="1"/>
                  <a:t>Fro</a:t>
                </a:r>
                <a:r>
                  <a:rPr lang="en-GB" sz="900" b="1" dirty="0"/>
                  <a:t> Note:</a:t>
                </a:r>
                <a:r>
                  <a:rPr lang="en-GB" sz="900" dirty="0"/>
                  <a:t> Notice how the </a:t>
                </a:r>
                <a14:m>
                  <m:oMath xmlns:m="http://schemas.openxmlformats.org/officeDocument/2006/math">
                    <m:r>
                      <a:rPr lang="en-GB" sz="900" b="0" i="1" smtClean="0">
                        <a:latin typeface="Cambria Math" panose="02040503050406030204" pitchFamily="18" charset="0"/>
                      </a:rPr>
                      <m:t>𝑑𝑢</m:t>
                    </m:r>
                  </m:oMath>
                </a14:m>
                <a:r>
                  <a:rPr lang="en-GB" sz="900" dirty="0"/>
                  <a:t>’s sort of ‘cancel’ top and bottom on the RHS. This is </a:t>
                </a:r>
                <a:r>
                  <a:rPr lang="en-GB" sz="900" u="sng" dirty="0"/>
                  <a:t>not</a:t>
                </a:r>
                <a:r>
                  <a:rPr lang="en-GB" sz="900" dirty="0"/>
                  <a:t> a valid proof of the chain rule, but the </a:t>
                </a:r>
                <a14:m>
                  <m:oMath xmlns:m="http://schemas.openxmlformats.org/officeDocument/2006/math">
                    <m:r>
                      <a:rPr lang="en-GB" sz="9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900" dirty="0"/>
                  <a:t>’s sort of behave as quantities which can often be manipulated in this way.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51CBA6-105B-4825-A519-A7AD7474D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78" y="2228035"/>
                <a:ext cx="2386898" cy="784830"/>
              </a:xfrm>
              <a:prstGeom prst="rect">
                <a:avLst/>
              </a:prstGeom>
              <a:blipFill>
                <a:blip r:embed="rId4"/>
                <a:stretch>
                  <a:fillRect b="-3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E68855-B292-4D2D-84B8-C517A7BE932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3561908" y="2620450"/>
            <a:ext cx="207370" cy="90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87DE1E-4BF8-4953-9E72-1CE93332C296}"/>
              </a:ext>
            </a:extLst>
          </p:cNvPr>
          <p:cNvSpPr txBox="1"/>
          <p:nvPr/>
        </p:nvSpPr>
        <p:spPr>
          <a:xfrm>
            <a:off x="518287" y="3414907"/>
            <a:ext cx="216024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Full Method: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AB0F4B-326F-487E-848F-170C5F8017E5}"/>
                  </a:ext>
                </a:extLst>
              </p:cNvPr>
              <p:cNvSpPr txBox="1"/>
              <p:nvPr/>
            </p:nvSpPr>
            <p:spPr>
              <a:xfrm>
                <a:off x="539552" y="3933056"/>
                <a:ext cx="2735276" cy="278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AB0F4B-326F-487E-848F-170C5F801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933056"/>
                <a:ext cx="2735276" cy="2781146"/>
              </a:xfrm>
              <a:prstGeom prst="rect">
                <a:avLst/>
              </a:prstGeom>
              <a:blipFill>
                <a:blip r:embed="rId5"/>
                <a:stretch>
                  <a:fillRect l="-2009" t="-10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84CA1E-DE72-49CF-8E53-6C9FB2EEF77F}"/>
                  </a:ext>
                </a:extLst>
              </p:cNvPr>
              <p:cNvSpPr txBox="1"/>
              <p:nvPr/>
            </p:nvSpPr>
            <p:spPr>
              <a:xfrm>
                <a:off x="2801278" y="3832523"/>
                <a:ext cx="23762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In the Chain Rule,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400" dirty="0"/>
                  <a:t> represents the inner function.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84CA1E-DE72-49CF-8E53-6C9FB2EEF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278" y="3832523"/>
                <a:ext cx="2376264" cy="523220"/>
              </a:xfrm>
              <a:prstGeom prst="rect">
                <a:avLst/>
              </a:prstGeom>
              <a:blipFill>
                <a:blip r:embed="rId6"/>
                <a:stretch>
                  <a:fillRect l="-771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2EF8A5-DFCD-4EF9-A14F-60843891B2E2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371060" y="4094133"/>
            <a:ext cx="430218" cy="20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03610C5-649A-4B23-8F11-4B3E2B047079}"/>
              </a:ext>
            </a:extLst>
          </p:cNvPr>
          <p:cNvSpPr txBox="1"/>
          <p:nvPr/>
        </p:nvSpPr>
        <p:spPr>
          <a:xfrm>
            <a:off x="2843808" y="4843945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This represents the ‘outer’ function.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89F924-F148-4C47-96CD-59AD14FF266C}"/>
              </a:ext>
            </a:extLst>
          </p:cNvPr>
          <p:cNvCxnSpPr>
            <a:cxnSpLocks/>
          </p:cNvCxnSpPr>
          <p:nvPr/>
        </p:nvCxnSpPr>
        <p:spPr>
          <a:xfrm flipH="1">
            <a:off x="2380815" y="5222987"/>
            <a:ext cx="430218" cy="20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EF3CF20-EDE5-492B-B525-D97248C67B5E}"/>
              </a:ext>
            </a:extLst>
          </p:cNvPr>
          <p:cNvSpPr/>
          <p:nvPr/>
        </p:nvSpPr>
        <p:spPr>
          <a:xfrm>
            <a:off x="518286" y="3807772"/>
            <a:ext cx="4659255" cy="29064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F40015-D89D-4A10-B364-CB042C7CEC94}"/>
              </a:ext>
            </a:extLst>
          </p:cNvPr>
          <p:cNvSpPr txBox="1"/>
          <p:nvPr/>
        </p:nvSpPr>
        <p:spPr>
          <a:xfrm>
            <a:off x="5542271" y="3276407"/>
            <a:ext cx="3091505" cy="5847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Doing it mentally in one go:</a:t>
            </a:r>
          </a:p>
          <a:p>
            <a:r>
              <a:rPr lang="en-GB" sz="1400" dirty="0"/>
              <a:t>(aka the ‘</a:t>
            </a:r>
            <a:r>
              <a:rPr lang="en-GB" sz="1400" dirty="0" err="1"/>
              <a:t>bla</a:t>
            </a:r>
            <a:r>
              <a:rPr lang="en-GB" sz="1400" dirty="0"/>
              <a:t> method’)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B3794D5-E84F-4489-8EC5-21D37F665E8E}"/>
                  </a:ext>
                </a:extLst>
              </p:cNvPr>
              <p:cNvSpPr txBox="1"/>
              <p:nvPr/>
            </p:nvSpPr>
            <p:spPr>
              <a:xfrm>
                <a:off x="5472832" y="3933056"/>
                <a:ext cx="3670024" cy="1913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chain rule boils down to: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1400" b="0" dirty="0"/>
                  <a:t>outer function differentiated</a:t>
                </a:r>
              </a:p>
              <a:p>
                <a:r>
                  <a:rPr lang="en-GB" sz="1400" dirty="0"/>
                  <a:t>     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1400" b="0" dirty="0"/>
                  <a:t> inner function differentiated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×(12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B3794D5-E84F-4489-8EC5-21D37F665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32" y="3933056"/>
                <a:ext cx="3670024" cy="1913409"/>
              </a:xfrm>
              <a:prstGeom prst="rect">
                <a:avLst/>
              </a:prstGeom>
              <a:blipFill>
                <a:blip r:embed="rId7"/>
                <a:stretch>
                  <a:fillRect l="-498" t="-6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9E2445E-6625-4FEF-BBA6-B54A445F2D33}"/>
                  </a:ext>
                </a:extLst>
              </p:cNvPr>
              <p:cNvSpPr txBox="1"/>
              <p:nvPr/>
            </p:nvSpPr>
            <p:spPr>
              <a:xfrm>
                <a:off x="5318989" y="5824336"/>
                <a:ext cx="2069536" cy="940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When differentiating the outer function, replace (in your head) the inner function with the word ‘</a:t>
                </a:r>
                <a:r>
                  <a:rPr lang="en-GB" sz="1100" dirty="0" err="1"/>
                  <a:t>bla</a:t>
                </a:r>
                <a:r>
                  <a:rPr lang="en-GB" sz="1100" dirty="0"/>
                  <a:t>’. i.e. “What does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𝑏𝑙</m:t>
                    </m:r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GB" sz="1100" dirty="0"/>
                  <a:t> differentiate to?”. It’s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𝑏𝑙</m:t>
                    </m:r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GB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9E2445E-6625-4FEF-BBA6-B54A445F2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989" y="5824336"/>
                <a:ext cx="2069536" cy="940642"/>
              </a:xfrm>
              <a:prstGeom prst="rect">
                <a:avLst/>
              </a:prstGeom>
              <a:blipFill>
                <a:blip r:embed="rId8"/>
                <a:stretch>
                  <a:fillRect t="-645"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AF97723-DF3D-4C7A-9DF6-62DED30594B8}"/>
              </a:ext>
            </a:extLst>
          </p:cNvPr>
          <p:cNvSpPr txBox="1"/>
          <p:nvPr/>
        </p:nvSpPr>
        <p:spPr>
          <a:xfrm>
            <a:off x="7534960" y="5822247"/>
            <a:ext cx="14106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Now differentiate the inner function, i.e. the ‘</a:t>
            </a:r>
            <a:r>
              <a:rPr lang="en-GB" sz="1100" dirty="0" err="1"/>
              <a:t>bla</a:t>
            </a:r>
            <a:r>
              <a:rPr lang="en-GB" sz="1100" dirty="0"/>
              <a:t>’.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F45375-C0E3-42C1-AC22-12EE71F62D7B}"/>
              </a:ext>
            </a:extLst>
          </p:cNvPr>
          <p:cNvCxnSpPr/>
          <p:nvPr/>
        </p:nvCxnSpPr>
        <p:spPr>
          <a:xfrm flipV="1">
            <a:off x="6444208" y="5517232"/>
            <a:ext cx="144016" cy="305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277CCC-D3B9-412D-A87E-C4A448095D58}"/>
              </a:ext>
            </a:extLst>
          </p:cNvPr>
          <p:cNvCxnSpPr>
            <a:cxnSpLocks/>
          </p:cNvCxnSpPr>
          <p:nvPr/>
        </p:nvCxnSpPr>
        <p:spPr>
          <a:xfrm flipV="1">
            <a:off x="8028384" y="5486400"/>
            <a:ext cx="79296" cy="335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F442F38-A49D-4840-8046-3AB27E15B862}"/>
              </a:ext>
            </a:extLst>
          </p:cNvPr>
          <p:cNvSpPr/>
          <p:nvPr/>
        </p:nvSpPr>
        <p:spPr>
          <a:xfrm>
            <a:off x="6302054" y="5071376"/>
            <a:ext cx="1215165" cy="4043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F91D0B-DA61-44B9-8F9E-7724C3741914}"/>
              </a:ext>
            </a:extLst>
          </p:cNvPr>
          <p:cNvSpPr/>
          <p:nvPr/>
        </p:nvSpPr>
        <p:spPr>
          <a:xfrm>
            <a:off x="7792627" y="5060743"/>
            <a:ext cx="1096192" cy="4256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4735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0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C388A47-453C-4F6C-9A87-64AAB40EDBF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7AC3BD5-3EC0-4605-A1BC-2834DBB512B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Further Practice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FC79E81-3B8B-4A98-9207-B93B54C9B0A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B357B9-BAAD-4C29-935D-D01B519302A1}"/>
                  </a:ext>
                </a:extLst>
              </p:cNvPr>
              <p:cNvSpPr txBox="1"/>
              <p:nvPr/>
            </p:nvSpPr>
            <p:spPr>
              <a:xfrm>
                <a:off x="230436" y="1666528"/>
                <a:ext cx="26642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B357B9-BAAD-4C29-935D-D01B51930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36" y="1666528"/>
                <a:ext cx="266429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B7FCA3-BFF5-41C8-9B1D-A49342BD5032}"/>
                  </a:ext>
                </a:extLst>
              </p:cNvPr>
              <p:cNvSpPr txBox="1"/>
              <p:nvPr/>
            </p:nvSpPr>
            <p:spPr>
              <a:xfrm>
                <a:off x="3128020" y="1401480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B7FCA3-BFF5-41C8-9B1D-A49342BD5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020" y="1401480"/>
                <a:ext cx="1512168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E9B0E-46ED-4006-9946-F81B1832D072}"/>
                  </a:ext>
                </a:extLst>
              </p:cNvPr>
              <p:cNvSpPr txBox="1"/>
              <p:nvPr/>
            </p:nvSpPr>
            <p:spPr>
              <a:xfrm>
                <a:off x="4233168" y="165161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E9B0E-46ED-4006-9946-F81B1832D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168" y="1651614"/>
                <a:ext cx="208823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A85E2A-47E5-446D-9503-19811B26AB13}"/>
                  </a:ext>
                </a:extLst>
              </p:cNvPr>
              <p:cNvSpPr txBox="1"/>
              <p:nvPr/>
            </p:nvSpPr>
            <p:spPr>
              <a:xfrm>
                <a:off x="6033740" y="1628428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A85E2A-47E5-446D-9503-19811B26A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740" y="1628428"/>
                <a:ext cx="79566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5DF629-0800-4002-B12D-E18986892E07}"/>
                  </a:ext>
                </a:extLst>
              </p:cNvPr>
              <p:cNvSpPr txBox="1"/>
              <p:nvPr/>
            </p:nvSpPr>
            <p:spPr>
              <a:xfrm>
                <a:off x="6651724" y="1658558"/>
                <a:ext cx="7618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5DF629-0800-4002-B12D-E1898689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724" y="1658558"/>
                <a:ext cx="76187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F2E00A3-D1D0-4BDA-AE2B-B09B4D3DB822}"/>
              </a:ext>
            </a:extLst>
          </p:cNvPr>
          <p:cNvSpPr txBox="1"/>
          <p:nvPr/>
        </p:nvSpPr>
        <p:spPr>
          <a:xfrm>
            <a:off x="4475297" y="728681"/>
            <a:ext cx="176234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Outer Function Differentiated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D4B08E-2B3C-4AD8-B4A4-D589E996A633}"/>
              </a:ext>
            </a:extLst>
          </p:cNvPr>
          <p:cNvSpPr txBox="1"/>
          <p:nvPr/>
        </p:nvSpPr>
        <p:spPr>
          <a:xfrm>
            <a:off x="6662216" y="728680"/>
            <a:ext cx="176234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Inner Function Differentiated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2EFB89-CB3B-48B1-919E-C7DBC445B91E}"/>
                  </a:ext>
                </a:extLst>
              </p:cNvPr>
              <p:cNvSpPr txBox="1"/>
              <p:nvPr/>
            </p:nvSpPr>
            <p:spPr>
              <a:xfrm>
                <a:off x="4280073" y="2401461"/>
                <a:ext cx="194233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outer function is “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𝑏𝑙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200" dirty="0"/>
                  <a:t>”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2EFB89-CB3B-48B1-919E-C7DBC445B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073" y="2401461"/>
                <a:ext cx="1942337" cy="276999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2B99BC-EBF6-4A83-B57E-0273F50B7832}"/>
              </a:ext>
            </a:extLst>
          </p:cNvPr>
          <p:cNvCxnSpPr>
            <a:stCxn id="12" idx="0"/>
            <a:endCxn id="7" idx="2"/>
          </p:cNvCxnSpPr>
          <p:nvPr/>
        </p:nvCxnSpPr>
        <p:spPr>
          <a:xfrm flipV="1">
            <a:off x="5251242" y="2177016"/>
            <a:ext cx="24870" cy="22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A68439-34B6-4803-9D81-8661F1E28F95}"/>
                  </a:ext>
                </a:extLst>
              </p:cNvPr>
              <p:cNvSpPr txBox="1"/>
              <p:nvPr/>
            </p:nvSpPr>
            <p:spPr>
              <a:xfrm>
                <a:off x="3128020" y="2645827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A68439-34B6-4803-9D81-8661F1E28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020" y="2645827"/>
                <a:ext cx="1512168" cy="9103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63ED46-F44D-4829-980C-B98C24368313}"/>
                  </a:ext>
                </a:extLst>
              </p:cNvPr>
              <p:cNvSpPr txBox="1"/>
              <p:nvPr/>
            </p:nvSpPr>
            <p:spPr>
              <a:xfrm>
                <a:off x="4233168" y="2895961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63ED46-F44D-4829-980C-B98C24368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168" y="2895961"/>
                <a:ext cx="208823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713093-784A-4955-98BB-2CC208214CFF}"/>
                  </a:ext>
                </a:extLst>
              </p:cNvPr>
              <p:cNvSpPr txBox="1"/>
              <p:nvPr/>
            </p:nvSpPr>
            <p:spPr>
              <a:xfrm>
                <a:off x="6033740" y="2872775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713093-784A-4955-98BB-2CC208214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740" y="2872775"/>
                <a:ext cx="79566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FB622A-32DD-4BC4-AB2D-A7BC7BBCCE73}"/>
                  </a:ext>
                </a:extLst>
              </p:cNvPr>
              <p:cNvSpPr txBox="1"/>
              <p:nvPr/>
            </p:nvSpPr>
            <p:spPr>
              <a:xfrm>
                <a:off x="6628864" y="2681925"/>
                <a:ext cx="761876" cy="901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FB622A-32DD-4BC4-AB2D-A7BC7BBCC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864" y="2681925"/>
                <a:ext cx="761876" cy="90172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3446FE-D922-4776-8318-E954E0B5294E}"/>
                  </a:ext>
                </a:extLst>
              </p:cNvPr>
              <p:cNvSpPr txBox="1"/>
              <p:nvPr/>
            </p:nvSpPr>
            <p:spPr>
              <a:xfrm>
                <a:off x="4036233" y="3600088"/>
                <a:ext cx="23061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outer function is again “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𝑏𝑙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200" dirty="0"/>
                  <a:t>”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3446FE-D922-4776-8318-E954E0B52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233" y="3600088"/>
                <a:ext cx="2306147" cy="276999"/>
              </a:xfrm>
              <a:prstGeom prst="rect">
                <a:avLst/>
              </a:prstGeom>
              <a:blipFill>
                <a:blip r:embed="rId1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CAAEBE-22F6-4732-9A3C-535FC4CAA850}"/>
              </a:ext>
            </a:extLst>
          </p:cNvPr>
          <p:cNvCxnSpPr>
            <a:cxnSpLocks/>
            <a:stCxn id="19" idx="0"/>
            <a:endCxn id="16" idx="2"/>
          </p:cNvCxnSpPr>
          <p:nvPr/>
        </p:nvCxnSpPr>
        <p:spPr>
          <a:xfrm flipV="1">
            <a:off x="5189307" y="3419181"/>
            <a:ext cx="87977" cy="180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77856C9-D046-4B3D-8720-54BCB38A08BC}"/>
                  </a:ext>
                </a:extLst>
              </p:cNvPr>
              <p:cNvSpPr txBox="1"/>
              <p:nvPr/>
            </p:nvSpPr>
            <p:spPr>
              <a:xfrm>
                <a:off x="242913" y="2839405"/>
                <a:ext cx="26642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77856C9-D046-4B3D-8720-54BCB38A0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13" y="2839405"/>
                <a:ext cx="266429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4322D1-D7C8-4538-89BC-A8AB0E456308}"/>
                  </a:ext>
                </a:extLst>
              </p:cNvPr>
              <p:cNvSpPr txBox="1"/>
              <p:nvPr/>
            </p:nvSpPr>
            <p:spPr>
              <a:xfrm>
                <a:off x="218127" y="4267944"/>
                <a:ext cx="2664296" cy="582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4322D1-D7C8-4538-89BC-A8AB0E456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27" y="4267944"/>
                <a:ext cx="2664296" cy="58221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A47AD8-A3FB-4733-B863-D433B21BB5AD}"/>
                  </a:ext>
                </a:extLst>
              </p:cNvPr>
              <p:cNvSpPr txBox="1"/>
              <p:nvPr/>
            </p:nvSpPr>
            <p:spPr>
              <a:xfrm>
                <a:off x="3141355" y="4046419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A47AD8-A3FB-4733-B863-D433B21BB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55" y="4046419"/>
                <a:ext cx="1512168" cy="9103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8F283B-7E2A-46CD-B171-51D5FB1792C1}"/>
                  </a:ext>
                </a:extLst>
              </p:cNvPr>
              <p:cNvSpPr txBox="1"/>
              <p:nvPr/>
            </p:nvSpPr>
            <p:spPr>
              <a:xfrm>
                <a:off x="4246503" y="4296553"/>
                <a:ext cx="2088232" cy="582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8F283B-7E2A-46CD-B171-51D5FB179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503" y="4296553"/>
                <a:ext cx="2088232" cy="58221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1595F7-A32D-4BFC-8C91-79618773CDCB}"/>
                  </a:ext>
                </a:extLst>
              </p:cNvPr>
              <p:cNvSpPr txBox="1"/>
              <p:nvPr/>
            </p:nvSpPr>
            <p:spPr>
              <a:xfrm>
                <a:off x="6047075" y="4273367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1595F7-A32D-4BFC-8C91-79618773C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075" y="4273367"/>
                <a:ext cx="795660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A6C73D-FB65-480D-A483-DF27D53C493E}"/>
                  </a:ext>
                </a:extLst>
              </p:cNvPr>
              <p:cNvSpPr txBox="1"/>
              <p:nvPr/>
            </p:nvSpPr>
            <p:spPr>
              <a:xfrm>
                <a:off x="6575523" y="4253967"/>
                <a:ext cx="17652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A6C73D-FB65-480D-A483-DF27D53C4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523" y="4253967"/>
                <a:ext cx="1765201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F44DCED-A2E7-49CA-8CA1-6B576F65B3BF}"/>
                  </a:ext>
                </a:extLst>
              </p:cNvPr>
              <p:cNvSpPr txBox="1"/>
              <p:nvPr/>
            </p:nvSpPr>
            <p:spPr>
              <a:xfrm>
                <a:off x="4049568" y="5000680"/>
                <a:ext cx="2306147" cy="280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outer function is 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𝑏𝑙𝑎</m:t>
                        </m:r>
                      </m:sup>
                    </m:sSup>
                  </m:oMath>
                </a14:m>
                <a:r>
                  <a:rPr lang="en-GB" sz="1200" dirty="0"/>
                  <a:t>”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F44DCED-A2E7-49CA-8CA1-6B576F65B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568" y="5000680"/>
                <a:ext cx="2306147" cy="280333"/>
              </a:xfrm>
              <a:prstGeom prst="rect">
                <a:avLst/>
              </a:prstGeom>
              <a:blipFill>
                <a:blip r:embed="rId1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F11931-4355-427C-BC13-89964CFF70F0}"/>
              </a:ext>
            </a:extLst>
          </p:cNvPr>
          <p:cNvCxnSpPr>
            <a:cxnSpLocks/>
            <a:stCxn id="29" idx="0"/>
            <a:endCxn id="26" idx="2"/>
          </p:cNvCxnSpPr>
          <p:nvPr/>
        </p:nvCxnSpPr>
        <p:spPr>
          <a:xfrm flipV="1">
            <a:off x="5202642" y="4878764"/>
            <a:ext cx="87977" cy="12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214EA2-D7ED-4650-8B19-6DFFFBC927F5}"/>
                  </a:ext>
                </a:extLst>
              </p:cNvPr>
              <p:cNvSpPr txBox="1"/>
              <p:nvPr/>
            </p:nvSpPr>
            <p:spPr>
              <a:xfrm>
                <a:off x="304820" y="5414210"/>
                <a:ext cx="26642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214EA2-D7ED-4650-8B19-6DFFFBC92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20" y="5414210"/>
                <a:ext cx="2664296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D6C89E-158E-4E98-A8E2-14FDF27488EC}"/>
                  </a:ext>
                </a:extLst>
              </p:cNvPr>
              <p:cNvSpPr txBox="1"/>
              <p:nvPr/>
            </p:nvSpPr>
            <p:spPr>
              <a:xfrm>
                <a:off x="3228048" y="5192685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D6C89E-158E-4E98-A8E2-14FDF2748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048" y="5192685"/>
                <a:ext cx="1512168" cy="9103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5139E8E-BC4F-4EA4-9654-741C2B1B6744}"/>
                  </a:ext>
                </a:extLst>
              </p:cNvPr>
              <p:cNvSpPr txBox="1"/>
              <p:nvPr/>
            </p:nvSpPr>
            <p:spPr>
              <a:xfrm>
                <a:off x="4333196" y="5442819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5139E8E-BC4F-4EA4-9654-741C2B1B6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196" y="5442819"/>
                <a:ext cx="2088232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0FC39E0-A4E1-4BCA-9A61-A5014633908B}"/>
                  </a:ext>
                </a:extLst>
              </p:cNvPr>
              <p:cNvSpPr txBox="1"/>
              <p:nvPr/>
            </p:nvSpPr>
            <p:spPr>
              <a:xfrm>
                <a:off x="6133768" y="5419633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0FC39E0-A4E1-4BCA-9A61-A50146339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768" y="5419633"/>
                <a:ext cx="795660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859D8A-7814-4C26-8DA8-23390B67EBA7}"/>
                  </a:ext>
                </a:extLst>
              </p:cNvPr>
              <p:cNvSpPr txBox="1"/>
              <p:nvPr/>
            </p:nvSpPr>
            <p:spPr>
              <a:xfrm>
                <a:off x="6595541" y="5438333"/>
                <a:ext cx="17652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859D8A-7814-4C26-8DA8-23390B67E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541" y="5438333"/>
                <a:ext cx="1765201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9AEDC55B-B6BB-4C50-8285-C4A4BBE16782}"/>
              </a:ext>
            </a:extLst>
          </p:cNvPr>
          <p:cNvSpPr/>
          <p:nvPr/>
        </p:nvSpPr>
        <p:spPr>
          <a:xfrm>
            <a:off x="4441504" y="1528076"/>
            <a:ext cx="1663947" cy="585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18BED8-45B3-4F47-B990-72BA162723AB}"/>
              </a:ext>
            </a:extLst>
          </p:cNvPr>
          <p:cNvSpPr/>
          <p:nvPr/>
        </p:nvSpPr>
        <p:spPr>
          <a:xfrm>
            <a:off x="6676922" y="1528076"/>
            <a:ext cx="1663947" cy="585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A67710-459C-45E6-9123-C1FD83CAF3E9}"/>
              </a:ext>
            </a:extLst>
          </p:cNvPr>
          <p:cNvSpPr/>
          <p:nvPr/>
        </p:nvSpPr>
        <p:spPr>
          <a:xfrm>
            <a:off x="4414656" y="2822443"/>
            <a:ext cx="1663947" cy="585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21129D-AE07-4505-927E-CB37B1401EAD}"/>
              </a:ext>
            </a:extLst>
          </p:cNvPr>
          <p:cNvSpPr/>
          <p:nvPr/>
        </p:nvSpPr>
        <p:spPr>
          <a:xfrm>
            <a:off x="6791091" y="2755667"/>
            <a:ext cx="1015570" cy="8248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FC5743-4630-4293-A62A-B6BDAD91A81D}"/>
              </a:ext>
            </a:extLst>
          </p:cNvPr>
          <p:cNvSpPr/>
          <p:nvPr/>
        </p:nvSpPr>
        <p:spPr>
          <a:xfrm>
            <a:off x="4518326" y="4262551"/>
            <a:ext cx="1663947" cy="585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C58A209-7F78-41D6-9A06-269E0829D4BD}"/>
              </a:ext>
            </a:extLst>
          </p:cNvPr>
          <p:cNvSpPr/>
          <p:nvPr/>
        </p:nvSpPr>
        <p:spPr>
          <a:xfrm>
            <a:off x="6743851" y="4262551"/>
            <a:ext cx="1663947" cy="585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0C86C90-7EC2-4A03-922E-D12A9FF78D4F}"/>
              </a:ext>
            </a:extLst>
          </p:cNvPr>
          <p:cNvSpPr/>
          <p:nvPr/>
        </p:nvSpPr>
        <p:spPr>
          <a:xfrm>
            <a:off x="4518325" y="5388670"/>
            <a:ext cx="1663947" cy="585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9314B9-EE0A-44CE-B578-79D8BBA3A6F7}"/>
              </a:ext>
            </a:extLst>
          </p:cNvPr>
          <p:cNvSpPr/>
          <p:nvPr/>
        </p:nvSpPr>
        <p:spPr>
          <a:xfrm>
            <a:off x="6790442" y="5375048"/>
            <a:ext cx="1663947" cy="585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62E7E2B-6D88-4DA5-B5B0-E7421C511DED}"/>
                  </a:ext>
                </a:extLst>
              </p:cNvPr>
              <p:cNvSpPr txBox="1"/>
              <p:nvPr/>
            </p:nvSpPr>
            <p:spPr>
              <a:xfrm>
                <a:off x="274613" y="6227896"/>
                <a:ext cx="26642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62E7E2B-6D88-4DA5-B5B0-E7421C511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13" y="6227896"/>
                <a:ext cx="2664296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296A158-BA9C-4785-A013-C7825D087FDB}"/>
                  </a:ext>
                </a:extLst>
              </p:cNvPr>
              <p:cNvSpPr txBox="1"/>
              <p:nvPr/>
            </p:nvSpPr>
            <p:spPr>
              <a:xfrm>
                <a:off x="3197841" y="6006371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296A158-BA9C-4785-A013-C7825D087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841" y="6006371"/>
                <a:ext cx="1512168" cy="9103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95A0B72-DA1C-4EBB-AE4F-B6147CA7D185}"/>
                  </a:ext>
                </a:extLst>
              </p:cNvPr>
              <p:cNvSpPr txBox="1"/>
              <p:nvPr/>
            </p:nvSpPr>
            <p:spPr>
              <a:xfrm>
                <a:off x="4302989" y="5951705"/>
                <a:ext cx="2088232" cy="901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95A0B72-DA1C-4EBB-AE4F-B6147CA7D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989" y="5951705"/>
                <a:ext cx="2088232" cy="90172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759834-8DB5-444C-827F-CB4A664A6A75}"/>
                  </a:ext>
                </a:extLst>
              </p:cNvPr>
              <p:cNvSpPr txBox="1"/>
              <p:nvPr/>
            </p:nvSpPr>
            <p:spPr>
              <a:xfrm>
                <a:off x="6103561" y="6233319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759834-8DB5-444C-827F-CB4A664A6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561" y="6233319"/>
                <a:ext cx="795660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0AC0135-258B-4B49-96D4-562A37DFAE20}"/>
                  </a:ext>
                </a:extLst>
              </p:cNvPr>
              <p:cNvSpPr txBox="1"/>
              <p:nvPr/>
            </p:nvSpPr>
            <p:spPr>
              <a:xfrm>
                <a:off x="6565334" y="6252019"/>
                <a:ext cx="17652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0AC0135-258B-4B49-96D4-562A37DFA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34" y="6252019"/>
                <a:ext cx="1765201" cy="52322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E8FA63E7-E3E7-4A60-A8F5-C68D9885E43D}"/>
              </a:ext>
            </a:extLst>
          </p:cNvPr>
          <p:cNvSpPr/>
          <p:nvPr/>
        </p:nvSpPr>
        <p:spPr>
          <a:xfrm>
            <a:off x="4612431" y="6006818"/>
            <a:ext cx="1585170" cy="8384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358D92-27C1-4CD6-8367-9D66662C0B3D}"/>
              </a:ext>
            </a:extLst>
          </p:cNvPr>
          <p:cNvSpPr/>
          <p:nvPr/>
        </p:nvSpPr>
        <p:spPr>
          <a:xfrm>
            <a:off x="6765822" y="6159656"/>
            <a:ext cx="1663947" cy="5851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389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1" grpId="0" animBg="1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C388A47-453C-4F6C-9A87-64AAB40EDBF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7AC3BD5-3EC0-4605-A1BC-2834DBB512B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Yet Further Practice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FC79E81-3B8B-4A98-9207-B93B54C9B0A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B357B9-BAAD-4C29-935D-D01B519302A1}"/>
                  </a:ext>
                </a:extLst>
              </p:cNvPr>
              <p:cNvSpPr txBox="1"/>
              <p:nvPr/>
            </p:nvSpPr>
            <p:spPr>
              <a:xfrm>
                <a:off x="259971" y="1616023"/>
                <a:ext cx="26642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B357B9-BAAD-4C29-935D-D01B51930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71" y="1616023"/>
                <a:ext cx="266429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B7FCA3-BFF5-41C8-9B1D-A49342BD5032}"/>
                  </a:ext>
                </a:extLst>
              </p:cNvPr>
              <p:cNvSpPr txBox="1"/>
              <p:nvPr/>
            </p:nvSpPr>
            <p:spPr>
              <a:xfrm>
                <a:off x="3636020" y="1361608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B7FCA3-BFF5-41C8-9B1D-A49342BD5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20" y="1361608"/>
                <a:ext cx="1512168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E9B0E-46ED-4006-9946-F81B1832D072}"/>
                  </a:ext>
                </a:extLst>
              </p:cNvPr>
              <p:cNvSpPr txBox="1"/>
              <p:nvPr/>
            </p:nvSpPr>
            <p:spPr>
              <a:xfrm>
                <a:off x="4400926" y="1579843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E9B0E-46ED-4006-9946-F81B1832D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926" y="1579843"/>
                <a:ext cx="208823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A85E2A-47E5-446D-9503-19811B26AB13}"/>
                  </a:ext>
                </a:extLst>
              </p:cNvPr>
              <p:cNvSpPr txBox="1"/>
              <p:nvPr/>
            </p:nvSpPr>
            <p:spPr>
              <a:xfrm>
                <a:off x="6467313" y="1577923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A85E2A-47E5-446D-9503-19811B26A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313" y="1577923"/>
                <a:ext cx="79566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5DF629-0800-4002-B12D-E18986892E07}"/>
                  </a:ext>
                </a:extLst>
              </p:cNvPr>
              <p:cNvSpPr txBox="1"/>
              <p:nvPr/>
            </p:nvSpPr>
            <p:spPr>
              <a:xfrm>
                <a:off x="6872645" y="1597421"/>
                <a:ext cx="7618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5DF629-0800-4002-B12D-E1898689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645" y="1597421"/>
                <a:ext cx="76187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F2E00A3-D1D0-4BDA-AE2B-B09B4D3DB822}"/>
              </a:ext>
            </a:extLst>
          </p:cNvPr>
          <p:cNvSpPr txBox="1"/>
          <p:nvPr/>
        </p:nvSpPr>
        <p:spPr>
          <a:xfrm>
            <a:off x="4504832" y="678176"/>
            <a:ext cx="176234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Outer Function Differentiated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D4B08E-2B3C-4AD8-B4A4-D589E996A633}"/>
              </a:ext>
            </a:extLst>
          </p:cNvPr>
          <p:cNvSpPr txBox="1"/>
          <p:nvPr/>
        </p:nvSpPr>
        <p:spPr>
          <a:xfrm>
            <a:off x="6691751" y="678175"/>
            <a:ext cx="176234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Inner Function Differentiated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2EFB89-CB3B-48B1-919E-C7DBC445B91E}"/>
                  </a:ext>
                </a:extLst>
              </p:cNvPr>
              <p:cNvSpPr txBox="1"/>
              <p:nvPr/>
            </p:nvSpPr>
            <p:spPr>
              <a:xfrm>
                <a:off x="4309608" y="2350956"/>
                <a:ext cx="21124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outer function is 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𝑏𝑙𝑎</m:t>
                        </m:r>
                      </m:e>
                    </m:func>
                  </m:oMath>
                </a14:m>
                <a:r>
                  <a:rPr lang="en-GB" sz="1200" dirty="0"/>
                  <a:t>”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2EFB89-CB3B-48B1-919E-C7DBC445B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608" y="2350956"/>
                <a:ext cx="2112457" cy="276999"/>
              </a:xfrm>
              <a:prstGeom prst="rect">
                <a:avLst/>
              </a:prstGeom>
              <a:blipFill>
                <a:blip r:embed="rId7"/>
                <a:stretch>
                  <a:fillRect l="-289"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2B99BC-EBF6-4A83-B57E-0273F50B7832}"/>
              </a:ext>
            </a:extLst>
          </p:cNvPr>
          <p:cNvCxnSpPr>
            <a:cxnSpLocks/>
            <a:stCxn id="12" idx="0"/>
            <a:endCxn id="7" idx="2"/>
          </p:cNvCxnSpPr>
          <p:nvPr/>
        </p:nvCxnSpPr>
        <p:spPr>
          <a:xfrm flipV="1">
            <a:off x="5365837" y="2103063"/>
            <a:ext cx="79205" cy="24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A68439-34B6-4803-9D81-8661F1E28F95}"/>
                  </a:ext>
                </a:extLst>
              </p:cNvPr>
              <p:cNvSpPr txBox="1"/>
              <p:nvPr/>
            </p:nvSpPr>
            <p:spPr>
              <a:xfrm>
                <a:off x="3646652" y="2616587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A68439-34B6-4803-9D81-8661F1E28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652" y="2616587"/>
                <a:ext cx="1512168" cy="9103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63ED46-F44D-4829-980C-B98C24368313}"/>
                  </a:ext>
                </a:extLst>
              </p:cNvPr>
              <p:cNvSpPr txBox="1"/>
              <p:nvPr/>
            </p:nvSpPr>
            <p:spPr>
              <a:xfrm>
                <a:off x="4560415" y="2845456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63ED46-F44D-4829-980C-B98C24368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15" y="2845456"/>
                <a:ext cx="208823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713093-784A-4955-98BB-2CC208214CFF}"/>
                  </a:ext>
                </a:extLst>
              </p:cNvPr>
              <p:cNvSpPr txBox="1"/>
              <p:nvPr/>
            </p:nvSpPr>
            <p:spPr>
              <a:xfrm>
                <a:off x="6509843" y="2832902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713093-784A-4955-98BB-2CC208214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843" y="2832902"/>
                <a:ext cx="79566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FB622A-32DD-4BC4-AB2D-A7BC7BBCCE73}"/>
                  </a:ext>
                </a:extLst>
              </p:cNvPr>
              <p:cNvSpPr txBox="1"/>
              <p:nvPr/>
            </p:nvSpPr>
            <p:spPr>
              <a:xfrm>
                <a:off x="7104966" y="2844072"/>
                <a:ext cx="13602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FB622A-32DD-4BC4-AB2D-A7BC7BBCC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966" y="2844072"/>
                <a:ext cx="136026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77856C9-D046-4B3D-8720-54BCB38A08BC}"/>
                  </a:ext>
                </a:extLst>
              </p:cNvPr>
              <p:cNvSpPr txBox="1"/>
              <p:nvPr/>
            </p:nvSpPr>
            <p:spPr>
              <a:xfrm>
                <a:off x="-85060" y="2820798"/>
                <a:ext cx="35087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77856C9-D046-4B3D-8720-54BCB38A0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060" y="2820798"/>
                <a:ext cx="350874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4322D1-D7C8-4538-89BC-A8AB0E456308}"/>
                  </a:ext>
                </a:extLst>
              </p:cNvPr>
              <p:cNvSpPr txBox="1"/>
              <p:nvPr/>
            </p:nvSpPr>
            <p:spPr>
              <a:xfrm>
                <a:off x="-135111" y="4089848"/>
                <a:ext cx="3813975" cy="716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ra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4322D1-D7C8-4538-89BC-A8AB0E456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5111" y="4089848"/>
                <a:ext cx="3813975" cy="7163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A47AD8-A3FB-4733-B863-D433B21BB5AD}"/>
                  </a:ext>
                </a:extLst>
              </p:cNvPr>
              <p:cNvSpPr txBox="1"/>
              <p:nvPr/>
            </p:nvSpPr>
            <p:spPr>
              <a:xfrm>
                <a:off x="3659989" y="3995914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A47AD8-A3FB-4733-B863-D433B21BB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989" y="3995914"/>
                <a:ext cx="1512168" cy="9103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8F283B-7E2A-46CD-B171-51D5FB1792C1}"/>
                  </a:ext>
                </a:extLst>
              </p:cNvPr>
              <p:cNvSpPr txBox="1"/>
              <p:nvPr/>
            </p:nvSpPr>
            <p:spPr>
              <a:xfrm>
                <a:off x="4765135" y="4054662"/>
                <a:ext cx="2088232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8F283B-7E2A-46CD-B171-51D5FB179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135" y="4054662"/>
                <a:ext cx="2088232" cy="8989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1595F7-A32D-4BFC-8C91-79618773CDCB}"/>
                  </a:ext>
                </a:extLst>
              </p:cNvPr>
              <p:cNvSpPr txBox="1"/>
              <p:nvPr/>
            </p:nvSpPr>
            <p:spPr>
              <a:xfrm>
                <a:off x="6512545" y="4244127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1595F7-A32D-4BFC-8C91-79618773C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545" y="4244127"/>
                <a:ext cx="79566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A6C73D-FB65-480D-A483-DF27D53C493E}"/>
                  </a:ext>
                </a:extLst>
              </p:cNvPr>
              <p:cNvSpPr txBox="1"/>
              <p:nvPr/>
            </p:nvSpPr>
            <p:spPr>
              <a:xfrm>
                <a:off x="7030361" y="4224727"/>
                <a:ext cx="9334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A6C73D-FB65-480D-A483-DF27D53C4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361" y="4224727"/>
                <a:ext cx="93342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214EA2-D7ED-4650-8B19-6DFFFBC927F5}"/>
                  </a:ext>
                </a:extLst>
              </p:cNvPr>
              <p:cNvSpPr txBox="1"/>
              <p:nvPr/>
            </p:nvSpPr>
            <p:spPr>
              <a:xfrm>
                <a:off x="0" y="5363705"/>
                <a:ext cx="39553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214EA2-D7ED-4650-8B19-6DFFFBC92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63705"/>
                <a:ext cx="395531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D6C89E-158E-4E98-A8E2-14FDF27488EC}"/>
                  </a:ext>
                </a:extLst>
              </p:cNvPr>
              <p:cNvSpPr txBox="1"/>
              <p:nvPr/>
            </p:nvSpPr>
            <p:spPr>
              <a:xfrm>
                <a:off x="3757313" y="5163445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D6C89E-158E-4E98-A8E2-14FDF2748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313" y="5163445"/>
                <a:ext cx="1512168" cy="9103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5139E8E-BC4F-4EA4-9654-741C2B1B6744}"/>
                  </a:ext>
                </a:extLst>
              </p:cNvPr>
              <p:cNvSpPr txBox="1"/>
              <p:nvPr/>
            </p:nvSpPr>
            <p:spPr>
              <a:xfrm>
                <a:off x="4756136" y="5413579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5139E8E-BC4F-4EA4-9654-741C2B1B6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136" y="5413579"/>
                <a:ext cx="2088232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0FC39E0-A4E1-4BCA-9A61-A5014633908B}"/>
                  </a:ext>
                </a:extLst>
              </p:cNvPr>
              <p:cNvSpPr txBox="1"/>
              <p:nvPr/>
            </p:nvSpPr>
            <p:spPr>
              <a:xfrm>
                <a:off x="6556708" y="5379760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0FC39E0-A4E1-4BCA-9A61-A50146339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708" y="5379760"/>
                <a:ext cx="795660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859D8A-7814-4C26-8DA8-23390B67EBA7}"/>
                  </a:ext>
                </a:extLst>
              </p:cNvPr>
              <p:cNvSpPr txBox="1"/>
              <p:nvPr/>
            </p:nvSpPr>
            <p:spPr>
              <a:xfrm>
                <a:off x="7167336" y="5366562"/>
                <a:ext cx="17652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func>
                            <m:func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859D8A-7814-4C26-8DA8-23390B67E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336" y="5366562"/>
                <a:ext cx="1765201" cy="523220"/>
              </a:xfrm>
              <a:prstGeom prst="rect">
                <a:avLst/>
              </a:prstGeom>
              <a:blipFill>
                <a:blip r:embed="rId22"/>
                <a:stretch>
                  <a:fillRect r="-10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5C0EC8D-C434-4199-B8E2-9FCA47300D47}"/>
              </a:ext>
            </a:extLst>
          </p:cNvPr>
          <p:cNvSpPr txBox="1"/>
          <p:nvPr/>
        </p:nvSpPr>
        <p:spPr>
          <a:xfrm>
            <a:off x="7524329" y="1657763"/>
            <a:ext cx="1296144" cy="83099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This is consistent with what we learned earlier in the chapter.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018BCC-85AB-4DC0-8068-53BFBBFB6A75}"/>
              </a:ext>
            </a:extLst>
          </p:cNvPr>
          <p:cNvSpPr txBox="1"/>
          <p:nvPr/>
        </p:nvSpPr>
        <p:spPr>
          <a:xfrm>
            <a:off x="571889" y="3334262"/>
            <a:ext cx="2760404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b="1" dirty="0" err="1"/>
              <a:t>Fro</a:t>
            </a:r>
            <a:r>
              <a:rPr lang="en-GB" sz="1200" b="1" dirty="0"/>
              <a:t> Tip: </a:t>
            </a:r>
            <a:r>
              <a:rPr lang="en-GB" sz="1200" dirty="0"/>
              <a:t>When differentiating a trig function to a power, always rewrite using a bracket first.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D347F8-6A8C-4815-A32B-3741790286AD}"/>
                  </a:ext>
                </a:extLst>
              </p:cNvPr>
              <p:cNvSpPr txBox="1"/>
              <p:nvPr/>
            </p:nvSpPr>
            <p:spPr>
              <a:xfrm>
                <a:off x="-101600" y="6075313"/>
                <a:ext cx="2971800" cy="562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D347F8-6A8C-4815-A32B-374179028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1600" y="6075313"/>
                <a:ext cx="2971800" cy="56265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D7FD7D0-9039-4037-AD5E-D25EDAD42C98}"/>
                  </a:ext>
                </a:extLst>
              </p:cNvPr>
              <p:cNvSpPr txBox="1"/>
              <p:nvPr/>
            </p:nvSpPr>
            <p:spPr>
              <a:xfrm>
                <a:off x="3731913" y="5976653"/>
                <a:ext cx="151216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D7FD7D0-9039-4037-AD5E-D25EDAD42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913" y="5976653"/>
                <a:ext cx="1512168" cy="9103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9B6CBEA-2DC7-45D9-B2E3-A3318BED4E3B}"/>
                  </a:ext>
                </a:extLst>
              </p:cNvPr>
              <p:cNvSpPr txBox="1"/>
              <p:nvPr/>
            </p:nvSpPr>
            <p:spPr>
              <a:xfrm>
                <a:off x="4578336" y="6175987"/>
                <a:ext cx="2088232" cy="562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9B6CBEA-2DC7-45D9-B2E3-A3318BED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336" y="6175987"/>
                <a:ext cx="2088232" cy="56265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0637332-3988-481A-B585-A5C67CBB0AF3}"/>
                  </a:ext>
                </a:extLst>
              </p:cNvPr>
              <p:cNvSpPr txBox="1"/>
              <p:nvPr/>
            </p:nvSpPr>
            <p:spPr>
              <a:xfrm>
                <a:off x="6556708" y="6218368"/>
                <a:ext cx="795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0637332-3988-481A-B585-A5C67CBB0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708" y="6218368"/>
                <a:ext cx="795660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9A1B9E7-F94E-41A7-A42B-867C75809645}"/>
                  </a:ext>
                </a:extLst>
              </p:cNvPr>
              <p:cNvSpPr txBox="1"/>
              <p:nvPr/>
            </p:nvSpPr>
            <p:spPr>
              <a:xfrm>
                <a:off x="7078437" y="6179770"/>
                <a:ext cx="12019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9A1B9E7-F94E-41A7-A42B-867C75809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437" y="6179770"/>
                <a:ext cx="1201964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7A998781-F01B-43D7-AE66-28C866153803}"/>
              </a:ext>
            </a:extLst>
          </p:cNvPr>
          <p:cNvSpPr txBox="1"/>
          <p:nvPr/>
        </p:nvSpPr>
        <p:spPr>
          <a:xfrm>
            <a:off x="7170061" y="4979667"/>
            <a:ext cx="1762857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Here we had to use the Chain Rule twice!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AA7AA91-5231-4733-BE90-0625B0A65DD3}"/>
              </a:ext>
            </a:extLst>
          </p:cNvPr>
          <p:cNvSpPr/>
          <p:nvPr/>
        </p:nvSpPr>
        <p:spPr>
          <a:xfrm>
            <a:off x="4911405" y="1451876"/>
            <a:ext cx="1248096" cy="6309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6AEE521-2CD7-48F0-B276-FFE6847F3687}"/>
              </a:ext>
            </a:extLst>
          </p:cNvPr>
          <p:cNvSpPr/>
          <p:nvPr/>
        </p:nvSpPr>
        <p:spPr>
          <a:xfrm>
            <a:off x="7030361" y="1467244"/>
            <a:ext cx="437239" cy="6309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EFC1A09-9E86-46FD-96D0-DF393F1711D8}"/>
              </a:ext>
            </a:extLst>
          </p:cNvPr>
          <p:cNvSpPr/>
          <p:nvPr/>
        </p:nvSpPr>
        <p:spPr>
          <a:xfrm>
            <a:off x="4964186" y="2820212"/>
            <a:ext cx="1703314" cy="6309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6AF2F26-3D99-4C61-871B-65FEA6D71DA9}"/>
              </a:ext>
            </a:extLst>
          </p:cNvPr>
          <p:cNvSpPr/>
          <p:nvPr/>
        </p:nvSpPr>
        <p:spPr>
          <a:xfrm>
            <a:off x="7158078" y="2824109"/>
            <a:ext cx="1307151" cy="6309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626DB58-2E63-4D36-8E8E-0AD1B014A657}"/>
              </a:ext>
            </a:extLst>
          </p:cNvPr>
          <p:cNvSpPr/>
          <p:nvPr/>
        </p:nvSpPr>
        <p:spPr>
          <a:xfrm>
            <a:off x="4918848" y="4113216"/>
            <a:ext cx="1761352" cy="8016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14B94AA-8F73-414C-BDB3-1C23F17CD53B}"/>
              </a:ext>
            </a:extLst>
          </p:cNvPr>
          <p:cNvSpPr/>
          <p:nvPr/>
        </p:nvSpPr>
        <p:spPr>
          <a:xfrm>
            <a:off x="7078924" y="4116840"/>
            <a:ext cx="1442776" cy="78535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C134FC6-C899-46BF-8CF7-14B09DF492DC}"/>
              </a:ext>
            </a:extLst>
          </p:cNvPr>
          <p:cNvSpPr/>
          <p:nvPr/>
        </p:nvSpPr>
        <p:spPr>
          <a:xfrm>
            <a:off x="2086298" y="2729585"/>
            <a:ext cx="1253802" cy="5851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3583017-D75F-4A1E-B83F-0C8462AE59E5}"/>
              </a:ext>
            </a:extLst>
          </p:cNvPr>
          <p:cNvSpPr/>
          <p:nvPr/>
        </p:nvSpPr>
        <p:spPr>
          <a:xfrm>
            <a:off x="2226904" y="4089848"/>
            <a:ext cx="1341795" cy="7361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880B98F-94A6-455F-8F14-C53F8594C87B}"/>
              </a:ext>
            </a:extLst>
          </p:cNvPr>
          <p:cNvSpPr/>
          <p:nvPr/>
        </p:nvSpPr>
        <p:spPr>
          <a:xfrm>
            <a:off x="2414155" y="5233274"/>
            <a:ext cx="1341795" cy="7361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730D049-F5B4-46B4-B0D0-8FC5FBAD770E}"/>
              </a:ext>
            </a:extLst>
          </p:cNvPr>
          <p:cNvSpPr/>
          <p:nvPr/>
        </p:nvSpPr>
        <p:spPr>
          <a:xfrm>
            <a:off x="4998825" y="5249588"/>
            <a:ext cx="1668675" cy="7361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9F00C31-10E2-4021-BC88-709949C588A0}"/>
              </a:ext>
            </a:extLst>
          </p:cNvPr>
          <p:cNvSpPr/>
          <p:nvPr/>
        </p:nvSpPr>
        <p:spPr>
          <a:xfrm>
            <a:off x="7204286" y="5330623"/>
            <a:ext cx="1723814" cy="6764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0016277-B552-42B3-9255-4C993DFD4CD6}"/>
              </a:ext>
            </a:extLst>
          </p:cNvPr>
          <p:cNvSpPr/>
          <p:nvPr/>
        </p:nvSpPr>
        <p:spPr>
          <a:xfrm>
            <a:off x="7207573" y="6073822"/>
            <a:ext cx="1341795" cy="7361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A08D3A4-0B9F-4B0E-B0DE-CD87ECD92AA7}"/>
              </a:ext>
            </a:extLst>
          </p:cNvPr>
          <p:cNvSpPr/>
          <p:nvPr/>
        </p:nvSpPr>
        <p:spPr>
          <a:xfrm>
            <a:off x="5077280" y="6073822"/>
            <a:ext cx="1341795" cy="7361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5408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</p:childTnLst>
        </p:cTn>
      </p:par>
    </p:tnLst>
    <p:bldLst>
      <p:bldP spid="22" grpId="0" animBg="1"/>
      <p:bldP spid="53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2" grpId="0" animBg="1"/>
      <p:bldP spid="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FB1DFE-C5A5-41DB-9515-08348B3F5FF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48A6158-28F5-4F8D-B5DE-3171AC7B7DF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98C26E-509D-40D1-8341-01493EF3DF1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F28C2A5-FF4C-4CA6-B905-303D24B4B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06044"/>
            <a:ext cx="3486150" cy="7239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370FC2-99F7-41F2-AB12-923E1C527EC7}"/>
              </a:ext>
            </a:extLst>
          </p:cNvPr>
          <p:cNvSpPr txBox="1"/>
          <p:nvPr/>
        </p:nvSpPr>
        <p:spPr>
          <a:xfrm>
            <a:off x="395536" y="836712"/>
            <a:ext cx="230425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C3 June 2011 Q1a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51A4DD-25D7-44E6-8EC5-945E6A06E8C3}"/>
                  </a:ext>
                </a:extLst>
              </p:cNvPr>
              <p:cNvSpPr txBox="1"/>
              <p:nvPr/>
            </p:nvSpPr>
            <p:spPr>
              <a:xfrm>
                <a:off x="899592" y="2276872"/>
                <a:ext cx="6048672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51A4DD-25D7-44E6-8EC5-945E6A06E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276872"/>
                <a:ext cx="6048672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F1507A-31FA-4FD5-AF6A-EE40681EBFAF}"/>
                  </a:ext>
                </a:extLst>
              </p:cNvPr>
              <p:cNvSpPr txBox="1"/>
              <p:nvPr/>
            </p:nvSpPr>
            <p:spPr>
              <a:xfrm>
                <a:off x="458912" y="3417189"/>
                <a:ext cx="5400600" cy="49128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Given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r>
                  <a:rPr lang="en-GB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4,9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F1507A-31FA-4FD5-AF6A-EE40681EB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12" y="3417189"/>
                <a:ext cx="5400600" cy="4912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D7E3EE-4A67-4907-954F-3A841EF42C90}"/>
                  </a:ext>
                </a:extLst>
              </p:cNvPr>
              <p:cNvSpPr txBox="1"/>
              <p:nvPr/>
            </p:nvSpPr>
            <p:spPr>
              <a:xfrm>
                <a:off x="683568" y="4221088"/>
                <a:ext cx="5760640" cy="1953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b="1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  <m:sup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𝟏𝟎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D7E3EE-4A67-4907-954F-3A841EF42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221088"/>
                <a:ext cx="5760640" cy="1953099"/>
              </a:xfrm>
              <a:prstGeom prst="rect">
                <a:avLst/>
              </a:prstGeom>
              <a:blipFill>
                <a:blip r:embed="rId5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DC8105-B90A-4094-9C7A-2656A7501113}"/>
                  </a:ext>
                </a:extLst>
              </p:cNvPr>
              <p:cNvSpPr txBox="1"/>
              <p:nvPr/>
            </p:nvSpPr>
            <p:spPr>
              <a:xfrm>
                <a:off x="6389340" y="1349400"/>
                <a:ext cx="2411760" cy="95545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In general: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DC8105-B90A-4094-9C7A-2656A7501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340" y="1349400"/>
                <a:ext cx="2411760" cy="955454"/>
              </a:xfrm>
              <a:prstGeom prst="rect">
                <a:avLst/>
              </a:prstGeom>
              <a:blipFill>
                <a:blip r:embed="rId6"/>
                <a:stretch>
                  <a:fillRect l="-1500" t="-18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B123A3A8-9C40-4A4E-98BA-406B73668D72}"/>
              </a:ext>
            </a:extLst>
          </p:cNvPr>
          <p:cNvSpPr/>
          <p:nvPr/>
        </p:nvSpPr>
        <p:spPr>
          <a:xfrm>
            <a:off x="1566504" y="2019748"/>
            <a:ext cx="4618396" cy="10790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121EB1-9517-49E6-94E9-ED503CBD18B4}"/>
              </a:ext>
            </a:extLst>
          </p:cNvPr>
          <p:cNvSpPr/>
          <p:nvPr/>
        </p:nvSpPr>
        <p:spPr>
          <a:xfrm>
            <a:off x="683568" y="4155394"/>
            <a:ext cx="5256584" cy="21539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9368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E4A07E3-4983-4E77-B3C5-30DEB5E77F94}"/>
              </a:ext>
            </a:extLst>
          </p:cNvPr>
          <p:cNvSpPr txBox="1"/>
          <p:nvPr/>
        </p:nvSpPr>
        <p:spPr>
          <a:xfrm>
            <a:off x="467544" y="4981552"/>
            <a:ext cx="4726756" cy="555648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DAAE4-34ED-4939-8013-CCC6F961B8CE}"/>
              </a:ext>
            </a:extLst>
          </p:cNvPr>
          <p:cNvSpPr txBox="1"/>
          <p:nvPr/>
        </p:nvSpPr>
        <p:spPr>
          <a:xfrm>
            <a:off x="423676" y="3248538"/>
            <a:ext cx="2827524" cy="48526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411E68-83FA-447A-BE7C-ECD413897B16}"/>
                  </a:ext>
                </a:extLst>
              </p:cNvPr>
              <p:cNvSpPr txBox="1"/>
              <p:nvPr/>
            </p:nvSpPr>
            <p:spPr>
              <a:xfrm>
                <a:off x="539552" y="1052736"/>
                <a:ext cx="2592288" cy="94455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>
                    <a:latin typeface="Wingdings" panose="05000000000000000000" pitchFamily="2" charset="2"/>
                  </a:rPr>
                  <a:t>!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num>
                              <m:den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411E68-83FA-447A-BE7C-ECD413897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052736"/>
                <a:ext cx="2592288" cy="944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5E461804-7C56-44A1-BAF3-39C5B5A39DF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2">
                  <a:extLst>
                    <a:ext uri="{FF2B5EF4-FFF2-40B4-BE49-F238E27FC236}">
                      <a16:creationId xmlns:a16="http://schemas.microsoft.com/office/drawing/2014/main" id="{405D729B-39BF-4EE0-862D-426E7212AC2A}"/>
                    </a:ext>
                  </a:extLst>
                </p:cNvPr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4" name="TextBox 32">
                  <a:extLst>
                    <a:ext uri="{FF2B5EF4-FFF2-40B4-BE49-F238E27FC236}">
                      <a16:creationId xmlns:a16="http://schemas.microsoft.com/office/drawing/2014/main" id="{405D729B-39BF-4EE0-862D-426E7212A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0C16BFA-A8DF-41D5-91B8-7694D450AA5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545A7B-BD0E-48E7-9847-970C65CF6F54}"/>
                  </a:ext>
                </a:extLst>
              </p:cNvPr>
              <p:cNvSpPr txBox="1"/>
              <p:nvPr/>
            </p:nvSpPr>
            <p:spPr>
              <a:xfrm>
                <a:off x="3915544" y="857989"/>
                <a:ext cx="3816424" cy="137249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Proof: </a:t>
                </a:r>
                <a:r>
                  <a:rPr lang="en-GB" dirty="0"/>
                  <a:t>By the chain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=1÷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545A7B-BD0E-48E7-9847-970C65CF6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544" y="857989"/>
                <a:ext cx="3816424" cy="13724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B869A9-61EE-4A51-866A-E42E66B6422E}"/>
                  </a:ext>
                </a:extLst>
              </p:cNvPr>
              <p:cNvSpPr txBox="1"/>
              <p:nvPr/>
            </p:nvSpPr>
            <p:spPr>
              <a:xfrm>
                <a:off x="539552" y="2429443"/>
                <a:ext cx="7128792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Sometimes we might have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but we want to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B869A9-61EE-4A51-866A-E42E66B64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429443"/>
                <a:ext cx="7128792" cy="491288"/>
              </a:xfrm>
              <a:prstGeom prst="rect">
                <a:avLst/>
              </a:prstGeom>
              <a:blipFill>
                <a:blip r:embed="rId5"/>
                <a:stretch>
                  <a:fillRect l="-770" b="-8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9DF7B4-6F04-425C-B54D-AF65761E9BFF}"/>
                  </a:ext>
                </a:extLst>
              </p:cNvPr>
              <p:cNvSpPr txBox="1"/>
              <p:nvPr/>
            </p:nvSpPr>
            <p:spPr>
              <a:xfrm>
                <a:off x="467544" y="3248121"/>
                <a:ext cx="7632848" cy="360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r>
                  <a:rPr lang="en-GB" dirty="0"/>
                  <a:t>Find the gradient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1+2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 dirty="0"/>
              </a:p>
              <a:p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9DF7B4-6F04-425C-B54D-AF65761E9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248121"/>
                <a:ext cx="7632848" cy="3602589"/>
              </a:xfrm>
              <a:prstGeom prst="rect">
                <a:avLst/>
              </a:prstGeom>
              <a:blipFill>
                <a:blip r:embed="rId6"/>
                <a:stretch>
                  <a:fillRect l="-7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30385BD-5C08-4F2E-8102-2D80A4FEC897}"/>
              </a:ext>
            </a:extLst>
          </p:cNvPr>
          <p:cNvSpPr/>
          <p:nvPr/>
        </p:nvSpPr>
        <p:spPr>
          <a:xfrm>
            <a:off x="3491880" y="3608931"/>
            <a:ext cx="1800200" cy="12602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D88938-3250-49DF-9C6E-44FFFEA726C5}"/>
              </a:ext>
            </a:extLst>
          </p:cNvPr>
          <p:cNvSpPr/>
          <p:nvPr/>
        </p:nvSpPr>
        <p:spPr>
          <a:xfrm>
            <a:off x="1903512" y="5580980"/>
            <a:ext cx="4608512" cy="11627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9058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71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A5B9A8E-AD8B-77E8-9912-FAE6FFD4B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0" y="926731"/>
            <a:ext cx="761047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BD74E78-F500-B931-CF4E-D2EFD2BDD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53" y="871537"/>
            <a:ext cx="798195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66B3D34-A637-25A9-610F-2283BDB56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981075"/>
            <a:ext cx="7972425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0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A823E57-AB90-6F6D-BAB3-A13965E4F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" y="1192185"/>
            <a:ext cx="8892480" cy="44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22500</TotalTime>
  <Words>629</Words>
  <Application>Microsoft Office PowerPoint</Application>
  <PresentationFormat>On-screen Show (4:3)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Wingdings</vt:lpstr>
      <vt:lpstr>Office Theme</vt:lpstr>
      <vt:lpstr>P2 Chapter 9: Differentiation  The Chain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2024-12-03T17:05:59Z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