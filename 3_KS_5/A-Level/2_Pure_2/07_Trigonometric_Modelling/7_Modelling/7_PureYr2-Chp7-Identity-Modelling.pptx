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562" r:id="rId6"/>
    <p:sldId id="563" r:id="rId7"/>
    <p:sldId id="549" r:id="rId8"/>
    <p:sldId id="543" r:id="rId9"/>
    <p:sldId id="550" r:id="rId10"/>
    <p:sldId id="551" r:id="rId11"/>
    <p:sldId id="564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044999-BDBE-4D65-B676-6D38457DCB8D}" v="3" dt="2026-02-02T13:48:44.2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delSld modSld">
      <pc:chgData name="Dieter Beaven" userId="9bbdb69f-69d0-4759-aa9b-5c090a2da237" providerId="ADAL" clId="{B47B330E-67D7-47E6-A6C8-686253D34652}" dt="2026-02-02T13:49:34.903" v="36" actId="47"/>
      <pc:docMkLst>
        <pc:docMk/>
      </pc:docMkLst>
      <pc:sldChg chg="addSp modSp mod">
        <pc:chgData name="Dieter Beaven" userId="9bbdb69f-69d0-4759-aa9b-5c090a2da237" providerId="ADAL" clId="{B47B330E-67D7-47E6-A6C8-686253D34652}" dt="2026-02-02T13:46:28.617" v="4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2-02T13:46:28.617" v="4" actId="1076"/>
          <ac:picMkLst>
            <pc:docMk/>
            <pc:sldMk cId="3896053727" sldId="543"/>
            <ac:picMk id="6" creationId="{A952277D-85EB-1A42-2A87-8E43145C9166}"/>
          </ac:picMkLst>
        </pc:picChg>
      </pc:sldChg>
      <pc:sldChg chg="addSp modSp mod">
        <pc:chgData name="Dieter Beaven" userId="9bbdb69f-69d0-4759-aa9b-5c090a2da237" providerId="ADAL" clId="{B47B330E-67D7-47E6-A6C8-686253D34652}" dt="2026-02-02T13:47:36.724" v="10" actId="1037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2-02T13:47:36.724" v="10" actId="1037"/>
          <ac:picMkLst>
            <pc:docMk/>
            <pc:sldMk cId="4091202299" sldId="550"/>
            <ac:picMk id="6" creationId="{9B1178AF-F6E6-C47D-137D-7DD709E6C724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2T13:48:21.719" v="19" actId="22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2T13:48:10.769" v="15" actId="1076"/>
          <ac:picMkLst>
            <pc:docMk/>
            <pc:sldMk cId="3826585799" sldId="551"/>
            <ac:picMk id="6" creationId="{960176E7-EF0E-D147-F6A8-C4707F489DA9}"/>
          </ac:picMkLst>
        </pc:picChg>
        <pc:picChg chg="add del mod">
          <ac:chgData name="Dieter Beaven" userId="9bbdb69f-69d0-4759-aa9b-5c090a2da237" providerId="ADAL" clId="{B47B330E-67D7-47E6-A6C8-686253D34652}" dt="2026-02-02T13:48:21.719" v="19" actId="22"/>
          <ac:picMkLst>
            <pc:docMk/>
            <pc:sldMk cId="3826585799" sldId="551"/>
            <ac:picMk id="8" creationId="{A55E00E8-2956-68C9-2FBE-13D7B5556EE9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48:25.234" v="23" actId="1076"/>
        <pc:sldMkLst>
          <pc:docMk/>
          <pc:sldMk cId="4031478919" sldId="564"/>
        </pc:sldMkLst>
        <pc:picChg chg="add mod">
          <ac:chgData name="Dieter Beaven" userId="9bbdb69f-69d0-4759-aa9b-5c090a2da237" providerId="ADAL" clId="{B47B330E-67D7-47E6-A6C8-686253D34652}" dt="2026-02-02T13:48:25.234" v="23" actId="1076"/>
          <ac:picMkLst>
            <pc:docMk/>
            <pc:sldMk cId="4031478919" sldId="564"/>
            <ac:picMk id="6" creationId="{1C1E4605-02B7-52CC-76B8-BA30362B314C}"/>
          </ac:picMkLst>
        </pc:picChg>
      </pc:sldChg>
      <pc:sldChg chg="delSp add del mod delAnim">
        <pc:chgData name="Dieter Beaven" userId="9bbdb69f-69d0-4759-aa9b-5c090a2da237" providerId="ADAL" clId="{B47B330E-67D7-47E6-A6C8-686253D34652}" dt="2026-02-02T13:49:32.625" v="35" actId="47"/>
        <pc:sldMkLst>
          <pc:docMk/>
          <pc:sldMk cId="584484025" sldId="565"/>
        </pc:sldMkLst>
        <pc:spChg chg="del">
          <ac:chgData name="Dieter Beaven" userId="9bbdb69f-69d0-4759-aa9b-5c090a2da237" providerId="ADAL" clId="{B47B330E-67D7-47E6-A6C8-686253D34652}" dt="2026-02-02T13:48:40.453" v="25" actId="478"/>
          <ac:spMkLst>
            <pc:docMk/>
            <pc:sldMk cId="584484025" sldId="565"/>
            <ac:spMk id="8" creationId="{E4971248-4AA9-9726-10E2-E27BE6E5D8F2}"/>
          </ac:spMkLst>
        </pc:spChg>
        <pc:spChg chg="del">
          <ac:chgData name="Dieter Beaven" userId="9bbdb69f-69d0-4759-aa9b-5c090a2da237" providerId="ADAL" clId="{B47B330E-67D7-47E6-A6C8-686253D34652}" dt="2026-02-02T13:48:41.113" v="26" actId="478"/>
          <ac:spMkLst>
            <pc:docMk/>
            <pc:sldMk cId="584484025" sldId="565"/>
            <ac:spMk id="9" creationId="{4E98C05E-B2A1-9ABF-822F-68851298E1E1}"/>
          </ac:spMkLst>
        </pc:spChg>
        <pc:spChg chg="del">
          <ac:chgData name="Dieter Beaven" userId="9bbdb69f-69d0-4759-aa9b-5c090a2da237" providerId="ADAL" clId="{B47B330E-67D7-47E6-A6C8-686253D34652}" dt="2026-02-02T13:48:41.605" v="27" actId="478"/>
          <ac:spMkLst>
            <pc:docMk/>
            <pc:sldMk cId="584484025" sldId="565"/>
            <ac:spMk id="10" creationId="{F56ACF03-DC62-F36C-BAD5-F691BE2A9E3E}"/>
          </ac:spMkLst>
        </pc:spChg>
        <pc:spChg chg="del">
          <ac:chgData name="Dieter Beaven" userId="9bbdb69f-69d0-4759-aa9b-5c090a2da237" providerId="ADAL" clId="{B47B330E-67D7-47E6-A6C8-686253D34652}" dt="2026-02-02T13:48:42.167" v="28" actId="478"/>
          <ac:spMkLst>
            <pc:docMk/>
            <pc:sldMk cId="584484025" sldId="565"/>
            <ac:spMk id="11" creationId="{9CB06C4A-F304-0FBB-B151-6297D9F240E1}"/>
          </ac:spMkLst>
        </pc:spChg>
      </pc:sldChg>
      <pc:sldChg chg="delSp add del mod delAnim">
        <pc:chgData name="Dieter Beaven" userId="9bbdb69f-69d0-4759-aa9b-5c090a2da237" providerId="ADAL" clId="{B47B330E-67D7-47E6-A6C8-686253D34652}" dt="2026-02-02T13:49:34.903" v="36" actId="47"/>
        <pc:sldMkLst>
          <pc:docMk/>
          <pc:sldMk cId="4246760327" sldId="566"/>
        </pc:sldMkLst>
        <pc:spChg chg="del">
          <ac:chgData name="Dieter Beaven" userId="9bbdb69f-69d0-4759-aa9b-5c090a2da237" providerId="ADAL" clId="{B47B330E-67D7-47E6-A6C8-686253D34652}" dt="2026-02-02T13:48:49.155" v="34" actId="478"/>
          <ac:spMkLst>
            <pc:docMk/>
            <pc:sldMk cId="4246760327" sldId="566"/>
            <ac:spMk id="7" creationId="{330CCC05-66FD-3883-1A54-EC90229FDE8F}"/>
          </ac:spMkLst>
        </pc:spChg>
        <pc:spChg chg="del">
          <ac:chgData name="Dieter Beaven" userId="9bbdb69f-69d0-4759-aa9b-5c090a2da237" providerId="ADAL" clId="{B47B330E-67D7-47E6-A6C8-686253D34652}" dt="2026-02-02T13:48:48.481" v="33" actId="478"/>
          <ac:spMkLst>
            <pc:docMk/>
            <pc:sldMk cId="4246760327" sldId="566"/>
            <ac:spMk id="8" creationId="{0EA3D00E-AC11-B4EC-0510-C484BD4FDE35}"/>
          </ac:spMkLst>
        </pc:spChg>
        <pc:spChg chg="del">
          <ac:chgData name="Dieter Beaven" userId="9bbdb69f-69d0-4759-aa9b-5c090a2da237" providerId="ADAL" clId="{B47B330E-67D7-47E6-A6C8-686253D34652}" dt="2026-02-02T13:48:47.711" v="32" actId="478"/>
          <ac:spMkLst>
            <pc:docMk/>
            <pc:sldMk cId="4246760327" sldId="566"/>
            <ac:spMk id="9" creationId="{FA46F188-4D8D-EA58-7351-9D2F94006154}"/>
          </ac:spMkLst>
        </pc:spChg>
        <pc:spChg chg="del">
          <ac:chgData name="Dieter Beaven" userId="9bbdb69f-69d0-4759-aa9b-5c090a2da237" providerId="ADAL" clId="{B47B330E-67D7-47E6-A6C8-686253D34652}" dt="2026-02-02T13:48:46.800" v="31" actId="478"/>
          <ac:spMkLst>
            <pc:docMk/>
            <pc:sldMk cId="4246760327" sldId="566"/>
            <ac:spMk id="10" creationId="{EAE908A7-1834-2F4B-0F2D-150FFFC1C95F}"/>
          </ac:spMkLst>
        </pc:spChg>
        <pc:spChg chg="del">
          <ac:chgData name="Dieter Beaven" userId="9bbdb69f-69d0-4759-aa9b-5c090a2da237" providerId="ADAL" clId="{B47B330E-67D7-47E6-A6C8-686253D34652}" dt="2026-02-02T13:48:46.075" v="30" actId="478"/>
          <ac:spMkLst>
            <pc:docMk/>
            <pc:sldMk cId="4246760327" sldId="566"/>
            <ac:spMk id="11" creationId="{47299867-73C5-16FA-EC37-C40ED8953C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Identity Modelling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5D66C5-C7A9-43A7-952D-BA7755ADC159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75E86F5-33EB-4B6E-AD7F-15C2D5C9601D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Modelling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5DF8A12-A7BB-4169-A7AC-AD4274542F5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EFA526B-11CD-4291-B797-60EFFA010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509120"/>
            <a:ext cx="3895725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B30489-4D94-47B9-B1E7-C93A14D96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4163698"/>
            <a:ext cx="4779268" cy="26321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32508C-123A-4DF3-BFFA-B6C6D371F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764704"/>
            <a:ext cx="4862388" cy="34815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17D0A9A-5CA0-4CDB-A47F-0BAE10C8427F}"/>
              </a:ext>
            </a:extLst>
          </p:cNvPr>
          <p:cNvSpPr/>
          <p:nvPr/>
        </p:nvSpPr>
        <p:spPr>
          <a:xfrm>
            <a:off x="622300" y="4473853"/>
            <a:ext cx="3378200" cy="12538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9E0BD2-1FE6-4BF5-B8EE-8076B1E8F3E1}"/>
              </a:ext>
            </a:extLst>
          </p:cNvPr>
          <p:cNvSpPr/>
          <p:nvPr/>
        </p:nvSpPr>
        <p:spPr>
          <a:xfrm>
            <a:off x="622300" y="5714299"/>
            <a:ext cx="3378200" cy="9659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E648F-000A-47D7-83DE-F3FC554E0725}"/>
              </a:ext>
            </a:extLst>
          </p:cNvPr>
          <p:cNvSpPr/>
          <p:nvPr/>
        </p:nvSpPr>
        <p:spPr>
          <a:xfrm>
            <a:off x="4355990" y="4241166"/>
            <a:ext cx="4661009" cy="16135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F47D0E-6504-4DDD-A1A4-F87D5A26FD2D}"/>
              </a:ext>
            </a:extLst>
          </p:cNvPr>
          <p:cNvSpPr/>
          <p:nvPr/>
        </p:nvSpPr>
        <p:spPr>
          <a:xfrm>
            <a:off x="4355990" y="5835953"/>
            <a:ext cx="4661009" cy="94584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F80E20-B3F4-47DE-9836-447CB94937E7}"/>
                  </a:ext>
                </a:extLst>
              </p:cNvPr>
              <p:cNvSpPr txBox="1"/>
              <p:nvPr/>
            </p:nvSpPr>
            <p:spPr>
              <a:xfrm>
                <a:off x="5305337" y="764704"/>
                <a:ext cx="338437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trigonometric equations are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𝑅𝑠𝑖𝑛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𝑅𝑐𝑜𝑠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GB" dirty="0"/>
                  <a:t>, they can be used to model various things which have an oscillating behaviour, e.g. tides, the swing of a pendulum and sound waves.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F80E20-B3F4-47DE-9836-447CB949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37" y="764704"/>
                <a:ext cx="3384376" cy="2031325"/>
              </a:xfrm>
              <a:prstGeom prst="rect">
                <a:avLst/>
              </a:prstGeom>
              <a:blipFill>
                <a:blip r:embed="rId5"/>
                <a:stretch>
                  <a:fillRect l="-1441" t="-1497" r="-901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87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264D2DD-5C08-4C71-961A-2EDA855216A4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8C29BE1-DD2F-4E99-BEAE-919CB50D8A2E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2E9A52-0F15-475B-A769-BB29EB23CAA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1E21195-1749-4BB5-BF14-33056148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1" y="692696"/>
            <a:ext cx="5851568" cy="27000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201AC-03E9-4760-8C04-32B43D5F04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86" y="3476847"/>
            <a:ext cx="6150588" cy="338115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1132FD-4E92-4FF6-9EEB-92D4DC57738F}"/>
              </a:ext>
            </a:extLst>
          </p:cNvPr>
          <p:cNvSpPr/>
          <p:nvPr/>
        </p:nvSpPr>
        <p:spPr>
          <a:xfrm>
            <a:off x="1513748" y="3442495"/>
            <a:ext cx="5758921" cy="5553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5AF670-B219-47F2-B5A1-F70794DEE25E}"/>
              </a:ext>
            </a:extLst>
          </p:cNvPr>
          <p:cNvSpPr/>
          <p:nvPr/>
        </p:nvSpPr>
        <p:spPr>
          <a:xfrm>
            <a:off x="1513748" y="3997843"/>
            <a:ext cx="5758921" cy="2232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7CD371-C57C-4068-9011-D5A5C3A18D26}"/>
              </a:ext>
            </a:extLst>
          </p:cNvPr>
          <p:cNvSpPr/>
          <p:nvPr/>
        </p:nvSpPr>
        <p:spPr>
          <a:xfrm>
            <a:off x="1513748" y="4221126"/>
            <a:ext cx="5758921" cy="3296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</a:t>
            </a:r>
            <a:r>
              <a:rPr lang="en-GB" sz="2800" dirty="0" err="1"/>
              <a:t>bii</a:t>
            </a:r>
            <a:endParaRPr lang="en-GB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0AE97-E16C-4FC3-91BE-80F89D2177F7}"/>
              </a:ext>
            </a:extLst>
          </p:cNvPr>
          <p:cNvSpPr/>
          <p:nvPr/>
        </p:nvSpPr>
        <p:spPr>
          <a:xfrm>
            <a:off x="1513748" y="4550734"/>
            <a:ext cx="5758921" cy="7017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AC03C2-D42B-47D6-B3DA-C5811C8D0D33}"/>
              </a:ext>
            </a:extLst>
          </p:cNvPr>
          <p:cNvSpPr/>
          <p:nvPr/>
        </p:nvSpPr>
        <p:spPr>
          <a:xfrm>
            <a:off x="1513748" y="5252483"/>
            <a:ext cx="5758921" cy="15736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486E40-CFA5-42BA-AEEA-836451174449}"/>
                  </a:ext>
                </a:extLst>
              </p:cNvPr>
              <p:cNvSpPr txBox="1"/>
              <p:nvPr/>
            </p:nvSpPr>
            <p:spPr>
              <a:xfrm>
                <a:off x="6624961" y="1904494"/>
                <a:ext cx="2232248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Tip: Reflect carefully on the substitution you use to allow (</a:t>
                </a:r>
                <a:r>
                  <a:rPr lang="en-GB" sz="1400" dirty="0" err="1"/>
                  <a:t>bii</a:t>
                </a:r>
                <a:r>
                  <a:rPr lang="en-GB" sz="1400" dirty="0"/>
                  <a:t>) to match your identity in (a).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486E40-CFA5-42BA-AEEA-836451174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961" y="1904494"/>
                <a:ext cx="2232248" cy="954107"/>
              </a:xfrm>
              <a:prstGeom prst="rect">
                <a:avLst/>
              </a:prstGeom>
              <a:blipFill>
                <a:blip r:embed="rId4"/>
                <a:stretch>
                  <a:fillRect l="-270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BCF956-CDA0-4A4F-B3A2-A0695EBF1A54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5879805" y="2275367"/>
            <a:ext cx="745156" cy="10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70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7.7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54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A952277D-85EB-1A42-2A87-8E43145C9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8" y="908720"/>
            <a:ext cx="75819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9B1178AF-F6E6-C47D-137D-7DD709E6C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08720"/>
            <a:ext cx="77152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math problem&#10;&#10;AI-generated content may be incorrect.">
            <a:extLst>
              <a:ext uri="{FF2B5EF4-FFF2-40B4-BE49-F238E27FC236}">
                <a16:creationId xmlns:a16="http://schemas.microsoft.com/office/drawing/2014/main" id="{960176E7-EF0E-D147-F6A8-C4707F48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" y="908720"/>
            <a:ext cx="75152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19DB-D390-368A-1C6C-C6D839B0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A05EC7A-FF2B-4173-01B9-199EA9B1B5D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3911CCC-2C19-53A4-28D7-60F8EF117FC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86B92C8-29D3-979A-C4A1-BC7825FC956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close-up of a recipe&#10;&#10;AI-generated content may be incorrect.">
            <a:extLst>
              <a:ext uri="{FF2B5EF4-FFF2-40B4-BE49-F238E27FC236}">
                <a16:creationId xmlns:a16="http://schemas.microsoft.com/office/drawing/2014/main" id="{1C1E4605-02B7-52CC-76B8-BA30362B3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40768"/>
            <a:ext cx="57340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7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F0427D7-994C-3530-0B8B-F3BFC497C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97985"/>
            <a:ext cx="461962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f9cd3b9a-9a6c-485a-81b7-4082693b5161"/>
    <ds:schemaRef ds:uri="faa1ecaf-a1aa-4fc9-8c75-2805352e1f65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119</Words>
  <Application>Microsoft Office PowerPoint</Application>
  <PresentationFormat>On-screen Show (4:3)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7: Trigonometric Equations  Identity Modelling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2026-02-02T13:49:39Z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