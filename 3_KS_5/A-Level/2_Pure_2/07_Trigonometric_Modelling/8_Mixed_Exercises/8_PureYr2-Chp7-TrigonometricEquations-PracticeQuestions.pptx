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702" r:id="rId5"/>
    <p:sldId id="533" r:id="rId6"/>
    <p:sldId id="712" r:id="rId7"/>
    <p:sldId id="713" r:id="rId8"/>
    <p:sldId id="703" r:id="rId9"/>
    <p:sldId id="717" r:id="rId10"/>
    <p:sldId id="718" r:id="rId11"/>
    <p:sldId id="719" r:id="rId12"/>
    <p:sldId id="720" r:id="rId13"/>
    <p:sldId id="721" r:id="rId14"/>
    <p:sldId id="532" r:id="rId15"/>
    <p:sldId id="714" r:id="rId16"/>
    <p:sldId id="71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48A19C-269A-4D97-B72F-CD38C0F4C04F}" v="5" dt="2026-02-02T13:54:33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modSld">
      <pc:chgData name="Dieter Beaven" userId="9bbdb69f-69d0-4759-aa9b-5c090a2da237" providerId="ADAL" clId="{B47B330E-67D7-47E6-A6C8-686253D34652}" dt="2026-02-02T13:56:24.790" v="52" actId="1076"/>
      <pc:docMkLst>
        <pc:docMk/>
      </pc:docMkLst>
      <pc:sldChg chg="addSp modSp mod">
        <pc:chgData name="Dieter Beaven" userId="9bbdb69f-69d0-4759-aa9b-5c090a2da237" providerId="ADAL" clId="{B47B330E-67D7-47E6-A6C8-686253D34652}" dt="2026-02-02T13:50:15.784" v="3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B47B330E-67D7-47E6-A6C8-686253D34652}" dt="2026-02-02T13:50:15.784" v="3" actId="1076"/>
          <ac:picMkLst>
            <pc:docMk/>
            <pc:sldMk cId="173887519" sldId="533"/>
            <ac:picMk id="6" creationId="{CB1B5F03-7405-87B8-300F-A93F1DA2E62D}"/>
          </ac:picMkLst>
        </pc:picChg>
      </pc:sldChg>
      <pc:sldChg chg="addSp delSp modSp mod">
        <pc:chgData name="Dieter Beaven" userId="9bbdb69f-69d0-4759-aa9b-5c090a2da237" providerId="ADAL" clId="{B47B330E-67D7-47E6-A6C8-686253D34652}" dt="2026-02-02T13:53:06.376" v="24" actId="1035"/>
        <pc:sldMkLst>
          <pc:docMk/>
          <pc:sldMk cId="3196350854" sldId="703"/>
        </pc:sldMkLst>
        <pc:picChg chg="add del mod">
          <ac:chgData name="Dieter Beaven" userId="9bbdb69f-69d0-4759-aa9b-5c090a2da237" providerId="ADAL" clId="{B47B330E-67D7-47E6-A6C8-686253D34652}" dt="2026-02-02T13:52:47.775" v="19" actId="478"/>
          <ac:picMkLst>
            <pc:docMk/>
            <pc:sldMk cId="3196350854" sldId="703"/>
            <ac:picMk id="6" creationId="{10AF8117-1E7F-6760-EE8A-C496AC6483E8}"/>
          </ac:picMkLst>
        </pc:picChg>
        <pc:picChg chg="add mod">
          <ac:chgData name="Dieter Beaven" userId="9bbdb69f-69d0-4759-aa9b-5c090a2da237" providerId="ADAL" clId="{B47B330E-67D7-47E6-A6C8-686253D34652}" dt="2026-02-02T13:53:06.376" v="24" actId="1035"/>
          <ac:picMkLst>
            <pc:docMk/>
            <pc:sldMk cId="3196350854" sldId="703"/>
            <ac:picMk id="8" creationId="{82A773C8-A2D3-14A9-2992-8F8097A529C7}"/>
          </ac:picMkLst>
        </pc:picChg>
      </pc:sldChg>
      <pc:sldChg chg="addSp modSp mod">
        <pc:chgData name="Dieter Beaven" userId="9bbdb69f-69d0-4759-aa9b-5c090a2da237" providerId="ADAL" clId="{B47B330E-67D7-47E6-A6C8-686253D34652}" dt="2026-02-02T13:51:02.346" v="11" actId="1035"/>
        <pc:sldMkLst>
          <pc:docMk/>
          <pc:sldMk cId="1756658491" sldId="712"/>
        </pc:sldMkLst>
        <pc:picChg chg="add mod">
          <ac:chgData name="Dieter Beaven" userId="9bbdb69f-69d0-4759-aa9b-5c090a2da237" providerId="ADAL" clId="{B47B330E-67D7-47E6-A6C8-686253D34652}" dt="2026-02-02T13:51:02.346" v="11" actId="1035"/>
          <ac:picMkLst>
            <pc:docMk/>
            <pc:sldMk cId="1756658491" sldId="712"/>
            <ac:picMk id="6" creationId="{A5A99792-172A-22DE-28D7-F5F3C5BCFF1E}"/>
          </ac:picMkLst>
        </pc:picChg>
      </pc:sldChg>
      <pc:sldChg chg="addSp modSp mod">
        <pc:chgData name="Dieter Beaven" userId="9bbdb69f-69d0-4759-aa9b-5c090a2da237" providerId="ADAL" clId="{B47B330E-67D7-47E6-A6C8-686253D34652}" dt="2026-02-02T13:52:15.833" v="15" actId="1076"/>
        <pc:sldMkLst>
          <pc:docMk/>
          <pc:sldMk cId="1336369231" sldId="713"/>
        </pc:sldMkLst>
        <pc:picChg chg="add mod">
          <ac:chgData name="Dieter Beaven" userId="9bbdb69f-69d0-4759-aa9b-5c090a2da237" providerId="ADAL" clId="{B47B330E-67D7-47E6-A6C8-686253D34652}" dt="2026-02-02T13:52:15.833" v="15" actId="1076"/>
          <ac:picMkLst>
            <pc:docMk/>
            <pc:sldMk cId="1336369231" sldId="713"/>
            <ac:picMk id="6" creationId="{F337EC6E-4E04-E2E1-DCCE-F84050716B02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3:53:43.300" v="31" actId="1035"/>
        <pc:sldMkLst>
          <pc:docMk/>
          <pc:sldMk cId="3027594436" sldId="717"/>
        </pc:sldMkLst>
        <pc:picChg chg="add mod">
          <ac:chgData name="Dieter Beaven" userId="9bbdb69f-69d0-4759-aa9b-5c090a2da237" providerId="ADAL" clId="{B47B330E-67D7-47E6-A6C8-686253D34652}" dt="2026-02-02T13:53:43.300" v="31" actId="1035"/>
          <ac:picMkLst>
            <pc:docMk/>
            <pc:sldMk cId="3027594436" sldId="717"/>
            <ac:picMk id="6" creationId="{98B40131-F9DD-2339-7429-17E8502C5BC5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3:55:16.106" v="42" actId="1036"/>
        <pc:sldMkLst>
          <pc:docMk/>
          <pc:sldMk cId="3782093493" sldId="718"/>
        </pc:sldMkLst>
        <pc:picChg chg="add mod">
          <ac:chgData name="Dieter Beaven" userId="9bbdb69f-69d0-4759-aa9b-5c090a2da237" providerId="ADAL" clId="{B47B330E-67D7-47E6-A6C8-686253D34652}" dt="2026-02-02T13:55:16.106" v="42" actId="1036"/>
          <ac:picMkLst>
            <pc:docMk/>
            <pc:sldMk cId="3782093493" sldId="718"/>
            <ac:picMk id="6" creationId="{DDB81D96-937B-AB1B-8B78-23132AFF6152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3:55:11.435" v="41" actId="1076"/>
        <pc:sldMkLst>
          <pc:docMk/>
          <pc:sldMk cId="4259141944" sldId="719"/>
        </pc:sldMkLst>
        <pc:picChg chg="add mod">
          <ac:chgData name="Dieter Beaven" userId="9bbdb69f-69d0-4759-aa9b-5c090a2da237" providerId="ADAL" clId="{B47B330E-67D7-47E6-A6C8-686253D34652}" dt="2026-02-02T13:55:11.435" v="41" actId="1076"/>
          <ac:picMkLst>
            <pc:docMk/>
            <pc:sldMk cId="4259141944" sldId="719"/>
            <ac:picMk id="6" creationId="{3089595C-8C00-6A44-A475-131D15F04237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3:56:01.190" v="48" actId="1036"/>
        <pc:sldMkLst>
          <pc:docMk/>
          <pc:sldMk cId="1694657219" sldId="720"/>
        </pc:sldMkLst>
        <pc:picChg chg="add mod">
          <ac:chgData name="Dieter Beaven" userId="9bbdb69f-69d0-4759-aa9b-5c090a2da237" providerId="ADAL" clId="{B47B330E-67D7-47E6-A6C8-686253D34652}" dt="2026-02-02T13:56:01.190" v="48" actId="1036"/>
          <ac:picMkLst>
            <pc:docMk/>
            <pc:sldMk cId="1694657219" sldId="720"/>
            <ac:picMk id="6" creationId="{DA34C789-593A-20DB-484B-0A7C9C6B7499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3:56:24.790" v="52" actId="1076"/>
        <pc:sldMkLst>
          <pc:docMk/>
          <pc:sldMk cId="1809530322" sldId="721"/>
        </pc:sldMkLst>
        <pc:picChg chg="add mod">
          <ac:chgData name="Dieter Beaven" userId="9bbdb69f-69d0-4759-aa9b-5c090a2da237" providerId="ADAL" clId="{B47B330E-67D7-47E6-A6C8-686253D34652}" dt="2026-02-02T13:56:24.790" v="52" actId="1076"/>
          <ac:picMkLst>
            <pc:docMk/>
            <pc:sldMk cId="1809530322" sldId="721"/>
            <ac:picMk id="6" creationId="{C74D9782-535C-670E-75A8-568E90B0A3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02/02/2026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500" y="2132856"/>
            <a:ext cx="9001000" cy="230668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</a:t>
            </a:r>
            <a:r>
              <a:rPr lang="en-GB" b="1">
                <a:solidFill>
                  <a:srgbClr val="92D050"/>
                </a:solidFill>
              </a:rPr>
              <a:t>Chapter 7: </a:t>
            </a:r>
            <a:r>
              <a:rPr lang="en-GB" dirty="0">
                <a:solidFill>
                  <a:schemeClr val="accent5"/>
                </a:solidFill>
              </a:rPr>
              <a:t>Trigonometric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s formula on a white background&#10;&#10;AI-generated content may be incorrect.">
            <a:extLst>
              <a:ext uri="{FF2B5EF4-FFF2-40B4-BE49-F238E27FC236}">
                <a16:creationId xmlns:a16="http://schemas.microsoft.com/office/drawing/2014/main" id="{CB1B5F03-7405-87B8-300F-A93F1DA2E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53" y="1052736"/>
            <a:ext cx="77533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and formulas on a white background&#10;&#10;AI-generated content may be incorrect.">
            <a:extLst>
              <a:ext uri="{FF2B5EF4-FFF2-40B4-BE49-F238E27FC236}">
                <a16:creationId xmlns:a16="http://schemas.microsoft.com/office/drawing/2014/main" id="{A5A99792-172A-22DE-28D7-F5F3C5BC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53" y="908720"/>
            <a:ext cx="752475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F337EC6E-4E04-E2E1-DCCE-F84050716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8" y="851259"/>
            <a:ext cx="75819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82A773C8-A2D3-14A9-2992-8F8097A52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" y="836712"/>
            <a:ext cx="77152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E90A-64A8-A140-42CE-3503D0FF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22F0A5-57E7-75EB-11B7-62AF3CD4976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B71589A-A451-F2DA-FA4E-D08F800A609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FF08A-A8BF-2CF0-A68D-C1061915FED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98B40131-F9DD-2339-7429-17E8502C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28" y="836712"/>
            <a:ext cx="7696200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94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3929-FCEA-7088-D7CE-B6FA800E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8B1D008-C0B6-B106-6F65-41ECF7FF12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21C540D-83FC-5108-3C79-443A2E2B9CA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40688C9-8934-E7AD-9F81-4D923F5461E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DDB81D96-937B-AB1B-8B78-23132AFF6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28" y="985986"/>
            <a:ext cx="76200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9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4638C-D276-1E3C-F44A-4841660EA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9369362-0414-33D2-7387-F69454E4E08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A5FB46C-E409-9440-AF9E-79B9816E584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2DA07E-6F6D-4A97-C029-21BCADEF7E8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3089595C-8C00-6A44-A475-131D15F04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65" y="971550"/>
            <a:ext cx="77057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41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D0BFF-01C6-B65F-B140-1627251F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A2C3409-FBEF-73BD-2695-73C0BACF3F0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404C544-7C1F-11C5-4D31-DDEC7745D92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99965C7-EE9A-4416-ACCD-3AC8DC7C9FE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DA34C789-593A-20DB-484B-0A7C9C6B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53" y="971128"/>
            <a:ext cx="76009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5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7B1C-C8D2-170F-82D1-77C3E3D74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315C09-9940-04A2-5E46-C9EC34A91F9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72F6D0A-6327-E636-DD28-C4F4468D501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A959183-B826-EE00-9364-1903391CEA6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circle and a triangle&#10;&#10;AI-generated content may be incorrect.">
            <a:extLst>
              <a:ext uri="{FF2B5EF4-FFF2-40B4-BE49-F238E27FC236}">
                <a16:creationId xmlns:a16="http://schemas.microsoft.com/office/drawing/2014/main" id="{C74D9782-535C-670E-75A8-568E90B0A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5" y="980728"/>
            <a:ext cx="76676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30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47F3BD4-B466-ED71-03DB-CB55AA83E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54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EE462-217D-127D-1B8F-E46354CC6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CA146F-983C-1A87-F7B4-4AA0D6128C59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810003E-0C8E-4625-5028-A2D389AA2212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4618DCF-AB10-45F5-5504-FD6D98CCE87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A19371A-87E4-7D5D-D3BD-86BE0C9AA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4" y="692696"/>
            <a:ext cx="9144000" cy="592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B99DA-0048-EB1E-9558-5466517F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811FC83-85D6-F2D1-964B-2E9C10AFD7D1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7AA1704-19C8-F79C-4505-3C2E9DA73246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5365D57-8CF6-33CC-AAA0-63FF00FC1BA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04B7722-3F6A-185F-BC24-EAA3C4EB5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49911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29565</TotalTime>
  <Words>34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P2 Chapter 7: Trigonometric Equations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2026-02-02T13:56:31Z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