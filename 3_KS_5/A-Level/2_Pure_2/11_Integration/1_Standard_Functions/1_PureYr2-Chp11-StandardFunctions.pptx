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5"/>
  </p:notesMasterIdLst>
  <p:sldIdLst>
    <p:sldId id="717" r:id="rId5"/>
    <p:sldId id="486" r:id="rId6"/>
    <p:sldId id="487" r:id="rId7"/>
    <p:sldId id="488" r:id="rId8"/>
    <p:sldId id="489" r:id="rId9"/>
    <p:sldId id="490" r:id="rId10"/>
    <p:sldId id="531" r:id="rId11"/>
    <p:sldId id="533" r:id="rId12"/>
    <p:sldId id="718" r:id="rId13"/>
    <p:sldId id="701" r:id="rId1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26B594F-B2FE-4CFE-B840-5BCF92F9675E}" v="2" dt="2025-01-15T14:34:11.956"/>
    <p1510:client id="{EA9E5C30-60FB-4A3E-9B42-949F2158D037}" v="53" dt="2025-01-14T16:42:28.11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990" autoAdjust="0"/>
    <p:restoredTop sz="88534" autoAdjust="0"/>
  </p:normalViewPr>
  <p:slideViewPr>
    <p:cSldViewPr>
      <p:cViewPr varScale="1">
        <p:scale>
          <a:sx n="110" d="100"/>
          <a:sy n="110" d="100"/>
        </p:scale>
        <p:origin x="492" y="54"/>
      </p:cViewPr>
      <p:guideLst>
        <p:guide orient="horz" pos="2160"/>
        <p:guide pos="2880"/>
      </p:guideLst>
    </p:cSldViewPr>
  </p:slideViewPr>
  <p:notesTextViewPr>
    <p:cViewPr>
      <p:scale>
        <a:sx n="150" d="100"/>
        <a:sy n="15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ieter Beaven" userId="9bbdb69f-69d0-4759-aa9b-5c090a2da237" providerId="ADAL" clId="{D34E0421-F03F-43F5-BDD3-9D5B0F4E01F6}"/>
    <pc:docChg chg="undo custSel addSld delSld modSld">
      <pc:chgData name="Dieter Beaven" userId="9bbdb69f-69d0-4759-aa9b-5c090a2da237" providerId="ADAL" clId="{D34E0421-F03F-43F5-BDD3-9D5B0F4E01F6}" dt="2024-12-03T16:44:18.743" v="103" actId="1076"/>
      <pc:docMkLst>
        <pc:docMk/>
      </pc:docMkLst>
      <pc:sldChg chg="del">
        <pc:chgData name="Dieter Beaven" userId="9bbdb69f-69d0-4759-aa9b-5c090a2da237" providerId="ADAL" clId="{D34E0421-F03F-43F5-BDD3-9D5B0F4E01F6}" dt="2024-12-03T16:34:31.944" v="67" actId="47"/>
        <pc:sldMkLst>
          <pc:docMk/>
          <pc:sldMk cId="3130908362" sldId="525"/>
        </pc:sldMkLst>
      </pc:sldChg>
      <pc:sldChg chg="del">
        <pc:chgData name="Dieter Beaven" userId="9bbdb69f-69d0-4759-aa9b-5c090a2da237" providerId="ADAL" clId="{D34E0421-F03F-43F5-BDD3-9D5B0F4E01F6}" dt="2024-12-03T16:34:30.376" v="64" actId="47"/>
        <pc:sldMkLst>
          <pc:docMk/>
          <pc:sldMk cId="1349853522" sldId="529"/>
        </pc:sldMkLst>
      </pc:sldChg>
      <pc:sldChg chg="del">
        <pc:chgData name="Dieter Beaven" userId="9bbdb69f-69d0-4759-aa9b-5c090a2da237" providerId="ADAL" clId="{D34E0421-F03F-43F5-BDD3-9D5B0F4E01F6}" dt="2024-12-03T16:34:31.530" v="66" actId="47"/>
        <pc:sldMkLst>
          <pc:docMk/>
          <pc:sldMk cId="2314451268" sldId="530"/>
        </pc:sldMkLst>
      </pc:sldChg>
      <pc:sldChg chg="modSp mod">
        <pc:chgData name="Dieter Beaven" userId="9bbdb69f-69d0-4759-aa9b-5c090a2da237" providerId="ADAL" clId="{D34E0421-F03F-43F5-BDD3-9D5B0F4E01F6}" dt="2024-12-03T16:35:03.131" v="85" actId="20577"/>
        <pc:sldMkLst>
          <pc:docMk/>
          <pc:sldMk cId="2586607706" sldId="531"/>
        </pc:sldMkLst>
        <pc:spChg chg="mod">
          <ac:chgData name="Dieter Beaven" userId="9bbdb69f-69d0-4759-aa9b-5c090a2da237" providerId="ADAL" clId="{D34E0421-F03F-43F5-BDD3-9D5B0F4E01F6}" dt="2024-12-03T16:34:49.248" v="73" actId="20577"/>
          <ac:spMkLst>
            <pc:docMk/>
            <pc:sldMk cId="2586607706" sldId="531"/>
            <ac:spMk id="3" creationId="{00000000-0000-0000-0000-000000000000}"/>
          </ac:spMkLst>
        </pc:spChg>
        <pc:spChg chg="mod">
          <ac:chgData name="Dieter Beaven" userId="9bbdb69f-69d0-4759-aa9b-5c090a2da237" providerId="ADAL" clId="{D34E0421-F03F-43F5-BDD3-9D5B0F4E01F6}" dt="2024-12-03T16:35:03.131" v="85" actId="20577"/>
          <ac:spMkLst>
            <pc:docMk/>
            <pc:sldMk cId="2586607706" sldId="531"/>
            <ac:spMk id="5" creationId="{00000000-0000-0000-0000-000000000000}"/>
          </ac:spMkLst>
        </pc:spChg>
      </pc:sldChg>
      <pc:sldChg chg="del">
        <pc:chgData name="Dieter Beaven" userId="9bbdb69f-69d0-4759-aa9b-5c090a2da237" providerId="ADAL" clId="{D34E0421-F03F-43F5-BDD3-9D5B0F4E01F6}" dt="2024-12-03T16:34:30.992" v="65" actId="47"/>
        <pc:sldMkLst>
          <pc:docMk/>
          <pc:sldMk cId="3885846802" sldId="532"/>
        </pc:sldMkLst>
      </pc:sldChg>
      <pc:sldChg chg="addSp delSp modSp mod">
        <pc:chgData name="Dieter Beaven" userId="9bbdb69f-69d0-4759-aa9b-5c090a2da237" providerId="ADAL" clId="{D34E0421-F03F-43F5-BDD3-9D5B0F4E01F6}" dt="2024-12-03T16:43:49.853" v="101" actId="1076"/>
        <pc:sldMkLst>
          <pc:docMk/>
          <pc:sldMk cId="173887519" sldId="533"/>
        </pc:sldMkLst>
        <pc:picChg chg="add del">
          <ac:chgData name="Dieter Beaven" userId="9bbdb69f-69d0-4759-aa9b-5c090a2da237" providerId="ADAL" clId="{D34E0421-F03F-43F5-BDD3-9D5B0F4E01F6}" dt="2024-12-03T16:42:40.536" v="95" actId="22"/>
          <ac:picMkLst>
            <pc:docMk/>
            <pc:sldMk cId="173887519" sldId="533"/>
            <ac:picMk id="6" creationId="{42C6118B-202B-256B-429A-8BAB84C22E42}"/>
          </ac:picMkLst>
        </pc:picChg>
        <pc:picChg chg="add del mod">
          <ac:chgData name="Dieter Beaven" userId="9bbdb69f-69d0-4759-aa9b-5c090a2da237" providerId="ADAL" clId="{D34E0421-F03F-43F5-BDD3-9D5B0F4E01F6}" dt="2024-12-03T16:43:16.685" v="98" actId="478"/>
          <ac:picMkLst>
            <pc:docMk/>
            <pc:sldMk cId="173887519" sldId="533"/>
            <ac:picMk id="8" creationId="{379E7335-A57F-8AC0-BC33-F157DEA696E9}"/>
          </ac:picMkLst>
        </pc:picChg>
        <pc:picChg chg="del">
          <ac:chgData name="Dieter Beaven" userId="9bbdb69f-69d0-4759-aa9b-5c090a2da237" providerId="ADAL" clId="{D34E0421-F03F-43F5-BDD3-9D5B0F4E01F6}" dt="2024-12-03T16:35:21.747" v="86" actId="478"/>
          <ac:picMkLst>
            <pc:docMk/>
            <pc:sldMk cId="173887519" sldId="533"/>
            <ac:picMk id="8" creationId="{C938A651-6684-D122-61FB-82F0372BE2BF}"/>
          </ac:picMkLst>
        </pc:picChg>
        <pc:picChg chg="add mod">
          <ac:chgData name="Dieter Beaven" userId="9bbdb69f-69d0-4759-aa9b-5c090a2da237" providerId="ADAL" clId="{D34E0421-F03F-43F5-BDD3-9D5B0F4E01F6}" dt="2024-12-03T16:43:49.853" v="101" actId="1076"/>
          <ac:picMkLst>
            <pc:docMk/>
            <pc:sldMk cId="173887519" sldId="533"/>
            <ac:picMk id="10" creationId="{4AD4ACBB-14BF-AC1B-4111-C633BBF5FA19}"/>
          </ac:picMkLst>
        </pc:picChg>
      </pc:sldChg>
      <pc:sldChg chg="add">
        <pc:chgData name="Dieter Beaven" userId="9bbdb69f-69d0-4759-aa9b-5c090a2da237" providerId="ADAL" clId="{D34E0421-F03F-43F5-BDD3-9D5B0F4E01F6}" dt="2024-12-03T16:37:05.477" v="93"/>
        <pc:sldMkLst>
          <pc:docMk/>
          <pc:sldMk cId="2702725889" sldId="565"/>
        </pc:sldMkLst>
      </pc:sldChg>
      <pc:sldChg chg="add">
        <pc:chgData name="Dieter Beaven" userId="9bbdb69f-69d0-4759-aa9b-5c090a2da237" providerId="ADAL" clId="{D34E0421-F03F-43F5-BDD3-9D5B0F4E01F6}" dt="2024-12-03T16:37:05.477" v="93"/>
        <pc:sldMkLst>
          <pc:docMk/>
          <pc:sldMk cId="3628465465" sldId="566"/>
        </pc:sldMkLst>
      </pc:sldChg>
      <pc:sldChg chg="add">
        <pc:chgData name="Dieter Beaven" userId="9bbdb69f-69d0-4759-aa9b-5c090a2da237" providerId="ADAL" clId="{D34E0421-F03F-43F5-BDD3-9D5B0F4E01F6}" dt="2024-12-03T16:37:05.477" v="93"/>
        <pc:sldMkLst>
          <pc:docMk/>
          <pc:sldMk cId="3026909746" sldId="567"/>
        </pc:sldMkLst>
      </pc:sldChg>
      <pc:sldChg chg="add">
        <pc:chgData name="Dieter Beaven" userId="9bbdb69f-69d0-4759-aa9b-5c090a2da237" providerId="ADAL" clId="{D34E0421-F03F-43F5-BDD3-9D5B0F4E01F6}" dt="2024-12-03T16:37:05.477" v="93"/>
        <pc:sldMkLst>
          <pc:docMk/>
          <pc:sldMk cId="3536885959" sldId="568"/>
        </pc:sldMkLst>
      </pc:sldChg>
      <pc:sldChg chg="add">
        <pc:chgData name="Dieter Beaven" userId="9bbdb69f-69d0-4759-aa9b-5c090a2da237" providerId="ADAL" clId="{D34E0421-F03F-43F5-BDD3-9D5B0F4E01F6}" dt="2024-12-03T16:37:05.477" v="93"/>
        <pc:sldMkLst>
          <pc:docMk/>
          <pc:sldMk cId="1552281268" sldId="569"/>
        </pc:sldMkLst>
      </pc:sldChg>
      <pc:sldChg chg="add">
        <pc:chgData name="Dieter Beaven" userId="9bbdb69f-69d0-4759-aa9b-5c090a2da237" providerId="ADAL" clId="{D34E0421-F03F-43F5-BDD3-9D5B0F4E01F6}" dt="2024-12-03T16:37:05.477" v="93"/>
        <pc:sldMkLst>
          <pc:docMk/>
          <pc:sldMk cId="4134640982" sldId="570"/>
        </pc:sldMkLst>
      </pc:sldChg>
      <pc:sldChg chg="delSp mod">
        <pc:chgData name="Dieter Beaven" userId="9bbdb69f-69d0-4759-aa9b-5c090a2da237" providerId="ADAL" clId="{D34E0421-F03F-43F5-BDD3-9D5B0F4E01F6}" dt="2024-12-03T16:35:24.591" v="88" actId="478"/>
        <pc:sldMkLst>
          <pc:docMk/>
          <pc:sldMk cId="464788855" sldId="701"/>
        </pc:sldMkLst>
        <pc:picChg chg="del">
          <ac:chgData name="Dieter Beaven" userId="9bbdb69f-69d0-4759-aa9b-5c090a2da237" providerId="ADAL" clId="{D34E0421-F03F-43F5-BDD3-9D5B0F4E01F6}" dt="2024-12-03T16:35:24.591" v="88" actId="478"/>
          <ac:picMkLst>
            <pc:docMk/>
            <pc:sldMk cId="464788855" sldId="701"/>
            <ac:picMk id="6" creationId="{6908608A-AE97-AB0F-3502-87D35C09CC91}"/>
          </ac:picMkLst>
        </pc:picChg>
      </pc:sldChg>
      <pc:sldChg chg="modSp mod">
        <pc:chgData name="Dieter Beaven" userId="9bbdb69f-69d0-4759-aa9b-5c090a2da237" providerId="ADAL" clId="{D34E0421-F03F-43F5-BDD3-9D5B0F4E01F6}" dt="2024-12-03T16:35:36.263" v="92" actId="6549"/>
        <pc:sldMkLst>
          <pc:docMk/>
          <pc:sldMk cId="938785864" sldId="717"/>
        </pc:sldMkLst>
        <pc:spChg chg="mod">
          <ac:chgData name="Dieter Beaven" userId="9bbdb69f-69d0-4759-aa9b-5c090a2da237" providerId="ADAL" clId="{D34E0421-F03F-43F5-BDD3-9D5B0F4E01F6}" dt="2024-12-03T16:35:36.263" v="92" actId="6549"/>
          <ac:spMkLst>
            <pc:docMk/>
            <pc:sldMk cId="938785864" sldId="717"/>
            <ac:spMk id="2" creationId="{00000000-0000-0000-0000-000000000000}"/>
          </ac:spMkLst>
        </pc:spChg>
      </pc:sldChg>
      <pc:sldChg chg="addSp delSp modSp mod">
        <pc:chgData name="Dieter Beaven" userId="9bbdb69f-69d0-4759-aa9b-5c090a2da237" providerId="ADAL" clId="{D34E0421-F03F-43F5-BDD3-9D5B0F4E01F6}" dt="2024-12-03T16:44:18.743" v="103" actId="1076"/>
        <pc:sldMkLst>
          <pc:docMk/>
          <pc:sldMk cId="3902928920" sldId="718"/>
        </pc:sldMkLst>
        <pc:picChg chg="add mod">
          <ac:chgData name="Dieter Beaven" userId="9bbdb69f-69d0-4759-aa9b-5c090a2da237" providerId="ADAL" clId="{D34E0421-F03F-43F5-BDD3-9D5B0F4E01F6}" dt="2024-12-03T16:44:18.743" v="103" actId="1076"/>
          <ac:picMkLst>
            <pc:docMk/>
            <pc:sldMk cId="3902928920" sldId="718"/>
            <ac:picMk id="6" creationId="{6FE058EC-293F-6D3B-32DA-9BFE3FF1EAEC}"/>
          </ac:picMkLst>
        </pc:picChg>
        <pc:picChg chg="del">
          <ac:chgData name="Dieter Beaven" userId="9bbdb69f-69d0-4759-aa9b-5c090a2da237" providerId="ADAL" clId="{D34E0421-F03F-43F5-BDD3-9D5B0F4E01F6}" dt="2024-12-03T16:35:23.169" v="87" actId="478"/>
          <ac:picMkLst>
            <pc:docMk/>
            <pc:sldMk cId="3902928920" sldId="718"/>
            <ac:picMk id="6" creationId="{7181C309-966E-05D7-8FA5-CEEEB12DC424}"/>
          </ac:picMkLst>
        </pc:picChg>
      </pc:sldChg>
    </pc:docChg>
  </pc:docChgLst>
  <pc:docChgLst>
    <pc:chgData name="Dieter Beaven" userId="9bbdb69f-69d0-4759-aa9b-5c090a2da237" providerId="ADAL" clId="{726B594F-B2FE-4CFE-B840-5BCF92F9675E}"/>
    <pc:docChg chg="undo custSel addSld delSld modSld">
      <pc:chgData name="Dieter Beaven" userId="9bbdb69f-69d0-4759-aa9b-5c090a2da237" providerId="ADAL" clId="{726B594F-B2FE-4CFE-B840-5BCF92F9675E}" dt="2025-01-15T14:34:11.956" v="118" actId="20577"/>
      <pc:docMkLst>
        <pc:docMk/>
      </pc:docMkLst>
      <pc:sldChg chg="modSp">
        <pc:chgData name="Dieter Beaven" userId="9bbdb69f-69d0-4759-aa9b-5c090a2da237" providerId="ADAL" clId="{726B594F-B2FE-4CFE-B840-5BCF92F9675E}" dt="2025-01-15T14:34:11.956" v="118" actId="20577"/>
        <pc:sldMkLst>
          <pc:docMk/>
          <pc:sldMk cId="3470814168" sldId="486"/>
        </pc:sldMkLst>
        <pc:graphicFrameChg chg="mod">
          <ac:chgData name="Dieter Beaven" userId="9bbdb69f-69d0-4759-aa9b-5c090a2da237" providerId="ADAL" clId="{726B594F-B2FE-4CFE-B840-5BCF92F9675E}" dt="2025-01-15T14:34:11.956" v="118" actId="20577"/>
          <ac:graphicFrameMkLst>
            <pc:docMk/>
            <pc:sldMk cId="3470814168" sldId="486"/>
            <ac:graphicFrameMk id="6" creationId="{00000000-0000-0000-0000-000000000000}"/>
          </ac:graphicFrameMkLst>
        </pc:graphicFrameChg>
      </pc:sldChg>
      <pc:sldChg chg="modSp mod">
        <pc:chgData name="Dieter Beaven" userId="9bbdb69f-69d0-4759-aa9b-5c090a2da237" providerId="ADAL" clId="{726B594F-B2FE-4CFE-B840-5BCF92F9675E}" dt="2025-01-13T14:51:28.209" v="63" actId="20577"/>
        <pc:sldMkLst>
          <pc:docMk/>
          <pc:sldMk cId="2586607706" sldId="531"/>
        </pc:sldMkLst>
        <pc:spChg chg="mod">
          <ac:chgData name="Dieter Beaven" userId="9bbdb69f-69d0-4759-aa9b-5c090a2da237" providerId="ADAL" clId="{726B594F-B2FE-4CFE-B840-5BCF92F9675E}" dt="2025-01-13T14:51:20.328" v="59" actId="20577"/>
          <ac:spMkLst>
            <pc:docMk/>
            <pc:sldMk cId="2586607706" sldId="531"/>
            <ac:spMk id="3" creationId="{00000000-0000-0000-0000-000000000000}"/>
          </ac:spMkLst>
        </pc:spChg>
        <pc:spChg chg="mod">
          <ac:chgData name="Dieter Beaven" userId="9bbdb69f-69d0-4759-aa9b-5c090a2da237" providerId="ADAL" clId="{726B594F-B2FE-4CFE-B840-5BCF92F9675E}" dt="2025-01-13T14:51:28.209" v="63" actId="20577"/>
          <ac:spMkLst>
            <pc:docMk/>
            <pc:sldMk cId="2586607706" sldId="531"/>
            <ac:spMk id="5" creationId="{00000000-0000-0000-0000-000000000000}"/>
          </ac:spMkLst>
        </pc:spChg>
      </pc:sldChg>
      <pc:sldChg chg="delSp mod">
        <pc:chgData name="Dieter Beaven" userId="9bbdb69f-69d0-4759-aa9b-5c090a2da237" providerId="ADAL" clId="{726B594F-B2FE-4CFE-B840-5BCF92F9675E}" dt="2025-01-13T14:51:59.140" v="64" actId="478"/>
        <pc:sldMkLst>
          <pc:docMk/>
          <pc:sldMk cId="173887519" sldId="533"/>
        </pc:sldMkLst>
        <pc:picChg chg="del">
          <ac:chgData name="Dieter Beaven" userId="9bbdb69f-69d0-4759-aa9b-5c090a2da237" providerId="ADAL" clId="{726B594F-B2FE-4CFE-B840-5BCF92F9675E}" dt="2025-01-13T14:51:59.140" v="64" actId="478"/>
          <ac:picMkLst>
            <pc:docMk/>
            <pc:sldMk cId="173887519" sldId="533"/>
            <ac:picMk id="6" creationId="{916A5D9E-23CE-0389-B673-2A6ABADB4222}"/>
          </ac:picMkLst>
        </pc:picChg>
      </pc:sldChg>
      <pc:sldChg chg="del">
        <pc:chgData name="Dieter Beaven" userId="9bbdb69f-69d0-4759-aa9b-5c090a2da237" providerId="ADAL" clId="{726B594F-B2FE-4CFE-B840-5BCF92F9675E}" dt="2025-01-13T14:50:59.776" v="49" actId="47"/>
        <pc:sldMkLst>
          <pc:docMk/>
          <pc:sldMk cId="1455416707" sldId="607"/>
        </pc:sldMkLst>
      </pc:sldChg>
      <pc:sldChg chg="delSp add del mod delAnim">
        <pc:chgData name="Dieter Beaven" userId="9bbdb69f-69d0-4759-aa9b-5c090a2da237" providerId="ADAL" clId="{726B594F-B2FE-4CFE-B840-5BCF92F9675E}" dt="2025-01-13T14:51:10.179" v="52" actId="478"/>
        <pc:sldMkLst>
          <pc:docMk/>
          <pc:sldMk cId="155006182" sldId="608"/>
        </pc:sldMkLst>
        <pc:spChg chg="del">
          <ac:chgData name="Dieter Beaven" userId="9bbdb69f-69d0-4759-aa9b-5c090a2da237" providerId="ADAL" clId="{726B594F-B2FE-4CFE-B840-5BCF92F9675E}" dt="2025-01-13T14:51:10.179" v="52" actId="478"/>
          <ac:spMkLst>
            <pc:docMk/>
            <pc:sldMk cId="155006182" sldId="608"/>
            <ac:spMk id="5" creationId="{E45AD68C-CCA4-4762-9682-66053118EE01}"/>
          </ac:spMkLst>
        </pc:spChg>
        <pc:spChg chg="del">
          <ac:chgData name="Dieter Beaven" userId="9bbdb69f-69d0-4759-aa9b-5c090a2da237" providerId="ADAL" clId="{726B594F-B2FE-4CFE-B840-5BCF92F9675E}" dt="2025-01-13T14:51:10.179" v="52" actId="478"/>
          <ac:spMkLst>
            <pc:docMk/>
            <pc:sldMk cId="155006182" sldId="608"/>
            <ac:spMk id="6" creationId="{85BCEEDC-9E09-449F-ADB6-80D02740131E}"/>
          </ac:spMkLst>
        </pc:spChg>
        <pc:spChg chg="del">
          <ac:chgData name="Dieter Beaven" userId="9bbdb69f-69d0-4759-aa9b-5c090a2da237" providerId="ADAL" clId="{726B594F-B2FE-4CFE-B840-5BCF92F9675E}" dt="2025-01-13T14:51:10.179" v="52" actId="478"/>
          <ac:spMkLst>
            <pc:docMk/>
            <pc:sldMk cId="155006182" sldId="608"/>
            <ac:spMk id="7" creationId="{7B72E047-33E9-4C2F-AB32-2E1D86F07D2B}"/>
          </ac:spMkLst>
        </pc:spChg>
        <pc:spChg chg="del">
          <ac:chgData name="Dieter Beaven" userId="9bbdb69f-69d0-4759-aa9b-5c090a2da237" providerId="ADAL" clId="{726B594F-B2FE-4CFE-B840-5BCF92F9675E}" dt="2025-01-13T14:51:10.179" v="52" actId="478"/>
          <ac:spMkLst>
            <pc:docMk/>
            <pc:sldMk cId="155006182" sldId="608"/>
            <ac:spMk id="8" creationId="{2E2BD5CE-2005-4BC8-9395-EF7C1765F969}"/>
          </ac:spMkLst>
        </pc:spChg>
        <pc:spChg chg="del">
          <ac:chgData name="Dieter Beaven" userId="9bbdb69f-69d0-4759-aa9b-5c090a2da237" providerId="ADAL" clId="{726B594F-B2FE-4CFE-B840-5BCF92F9675E}" dt="2025-01-13T14:51:10.179" v="52" actId="478"/>
          <ac:spMkLst>
            <pc:docMk/>
            <pc:sldMk cId="155006182" sldId="608"/>
            <ac:spMk id="9" creationId="{580EA649-14B5-4008-B2F3-815A1027C463}"/>
          </ac:spMkLst>
        </pc:spChg>
        <pc:spChg chg="del">
          <ac:chgData name="Dieter Beaven" userId="9bbdb69f-69d0-4759-aa9b-5c090a2da237" providerId="ADAL" clId="{726B594F-B2FE-4CFE-B840-5BCF92F9675E}" dt="2025-01-13T14:51:10.179" v="52" actId="478"/>
          <ac:spMkLst>
            <pc:docMk/>
            <pc:sldMk cId="155006182" sldId="608"/>
            <ac:spMk id="10" creationId="{EB9D517E-B3EB-4DE8-8609-50CAEAA68CE9}"/>
          </ac:spMkLst>
        </pc:spChg>
        <pc:spChg chg="del">
          <ac:chgData name="Dieter Beaven" userId="9bbdb69f-69d0-4759-aa9b-5c090a2da237" providerId="ADAL" clId="{726B594F-B2FE-4CFE-B840-5BCF92F9675E}" dt="2025-01-13T14:51:10.179" v="52" actId="478"/>
          <ac:spMkLst>
            <pc:docMk/>
            <pc:sldMk cId="155006182" sldId="608"/>
            <ac:spMk id="11" creationId="{AF0EC974-20F0-4C66-93A7-9D08B4EEBC24}"/>
          </ac:spMkLst>
        </pc:spChg>
        <pc:spChg chg="del">
          <ac:chgData name="Dieter Beaven" userId="9bbdb69f-69d0-4759-aa9b-5c090a2da237" providerId="ADAL" clId="{726B594F-B2FE-4CFE-B840-5BCF92F9675E}" dt="2025-01-13T14:51:10.179" v="52" actId="478"/>
          <ac:spMkLst>
            <pc:docMk/>
            <pc:sldMk cId="155006182" sldId="608"/>
            <ac:spMk id="12" creationId="{C00E69DC-9EDE-47C1-B7B7-DD469CC9651A}"/>
          </ac:spMkLst>
        </pc:spChg>
        <pc:spChg chg="del">
          <ac:chgData name="Dieter Beaven" userId="9bbdb69f-69d0-4759-aa9b-5c090a2da237" providerId="ADAL" clId="{726B594F-B2FE-4CFE-B840-5BCF92F9675E}" dt="2025-01-13T14:51:10.179" v="52" actId="478"/>
          <ac:spMkLst>
            <pc:docMk/>
            <pc:sldMk cId="155006182" sldId="608"/>
            <ac:spMk id="13" creationId="{1A028CC3-A3ED-4402-A6D7-561E78698EE2}"/>
          </ac:spMkLst>
        </pc:spChg>
      </pc:sldChg>
      <pc:sldChg chg="addSp delSp modSp mod">
        <pc:chgData name="Dieter Beaven" userId="9bbdb69f-69d0-4759-aa9b-5c090a2da237" providerId="ADAL" clId="{726B594F-B2FE-4CFE-B840-5BCF92F9675E}" dt="2025-01-13T14:52:18.021" v="69"/>
        <pc:sldMkLst>
          <pc:docMk/>
          <pc:sldMk cId="464788855" sldId="701"/>
        </pc:sldMkLst>
        <pc:graphicFrameChg chg="add mod">
          <ac:chgData name="Dieter Beaven" userId="9bbdb69f-69d0-4759-aa9b-5c090a2da237" providerId="ADAL" clId="{726B594F-B2FE-4CFE-B840-5BCF92F9675E}" dt="2025-01-13T14:52:18.021" v="69"/>
          <ac:graphicFrameMkLst>
            <pc:docMk/>
            <pc:sldMk cId="464788855" sldId="701"/>
            <ac:graphicFrameMk id="5" creationId="{CA02A25D-8B7B-739F-827A-5EEA975513BF}"/>
          </ac:graphicFrameMkLst>
        </pc:graphicFrameChg>
        <pc:picChg chg="del">
          <ac:chgData name="Dieter Beaven" userId="9bbdb69f-69d0-4759-aa9b-5c090a2da237" providerId="ADAL" clId="{726B594F-B2FE-4CFE-B840-5BCF92F9675E}" dt="2025-01-13T14:52:12.297" v="67" actId="478"/>
          <ac:picMkLst>
            <pc:docMk/>
            <pc:sldMk cId="464788855" sldId="701"/>
            <ac:picMk id="6" creationId="{DDA5895F-7F9D-2D50-3979-5AAFA70DBC30}"/>
          </ac:picMkLst>
        </pc:picChg>
      </pc:sldChg>
      <pc:sldChg chg="modSp mod">
        <pc:chgData name="Dieter Beaven" userId="9bbdb69f-69d0-4759-aa9b-5c090a2da237" providerId="ADAL" clId="{726B594F-B2FE-4CFE-B840-5BCF92F9675E}" dt="2025-01-13T14:58:32.761" v="116" actId="20577"/>
        <pc:sldMkLst>
          <pc:docMk/>
          <pc:sldMk cId="938785864" sldId="717"/>
        </pc:sldMkLst>
        <pc:spChg chg="mod">
          <ac:chgData name="Dieter Beaven" userId="9bbdb69f-69d0-4759-aa9b-5c090a2da237" providerId="ADAL" clId="{726B594F-B2FE-4CFE-B840-5BCF92F9675E}" dt="2025-01-13T14:58:32.761" v="116" actId="20577"/>
          <ac:spMkLst>
            <pc:docMk/>
            <pc:sldMk cId="938785864" sldId="717"/>
            <ac:spMk id="2" creationId="{00000000-0000-0000-0000-000000000000}"/>
          </ac:spMkLst>
        </pc:spChg>
      </pc:sldChg>
      <pc:sldChg chg="delSp mod">
        <pc:chgData name="Dieter Beaven" userId="9bbdb69f-69d0-4759-aa9b-5c090a2da237" providerId="ADAL" clId="{726B594F-B2FE-4CFE-B840-5BCF92F9675E}" dt="2025-01-13T14:52:04.220" v="65" actId="478"/>
        <pc:sldMkLst>
          <pc:docMk/>
          <pc:sldMk cId="3902928920" sldId="718"/>
        </pc:sldMkLst>
        <pc:picChg chg="del">
          <ac:chgData name="Dieter Beaven" userId="9bbdb69f-69d0-4759-aa9b-5c090a2da237" providerId="ADAL" clId="{726B594F-B2FE-4CFE-B840-5BCF92F9675E}" dt="2025-01-13T14:52:04.220" v="65" actId="478"/>
          <ac:picMkLst>
            <pc:docMk/>
            <pc:sldMk cId="3902928920" sldId="718"/>
            <ac:picMk id="6" creationId="{9EF0AF7A-2ADA-5249-238A-B493E94A475B}"/>
          </ac:picMkLst>
        </pc:picChg>
      </pc:sldChg>
      <pc:sldChg chg="delSp mod">
        <pc:chgData name="Dieter Beaven" userId="9bbdb69f-69d0-4759-aa9b-5c090a2da237" providerId="ADAL" clId="{726B594F-B2FE-4CFE-B840-5BCF92F9675E}" dt="2025-01-13T14:52:07.357" v="66" actId="478"/>
        <pc:sldMkLst>
          <pc:docMk/>
          <pc:sldMk cId="1701787432" sldId="719"/>
        </pc:sldMkLst>
        <pc:picChg chg="del">
          <ac:chgData name="Dieter Beaven" userId="9bbdb69f-69d0-4759-aa9b-5c090a2da237" providerId="ADAL" clId="{726B594F-B2FE-4CFE-B840-5BCF92F9675E}" dt="2025-01-13T14:52:07.357" v="66" actId="478"/>
          <ac:picMkLst>
            <pc:docMk/>
            <pc:sldMk cId="1701787432" sldId="719"/>
            <ac:picMk id="7" creationId="{E902FE23-9CD8-2E6B-E7D3-6A96610F5DFB}"/>
          </ac:picMkLst>
        </pc:picChg>
      </pc:sldChg>
      <pc:sldChg chg="add">
        <pc:chgData name="Dieter Beaven" userId="9bbdb69f-69d0-4759-aa9b-5c090a2da237" providerId="ADAL" clId="{726B594F-B2FE-4CFE-B840-5BCF92F9675E}" dt="2025-01-13T14:52:21.527" v="70"/>
        <pc:sldMkLst>
          <pc:docMk/>
          <pc:sldMk cId="2398901012" sldId="720"/>
        </pc:sldMkLst>
      </pc:sldChg>
      <pc:sldChg chg="add">
        <pc:chgData name="Dieter Beaven" userId="9bbdb69f-69d0-4759-aa9b-5c090a2da237" providerId="ADAL" clId="{726B594F-B2FE-4CFE-B840-5BCF92F9675E}" dt="2025-01-13T14:52:25.518" v="71"/>
        <pc:sldMkLst>
          <pc:docMk/>
          <pc:sldMk cId="1752525931" sldId="721"/>
        </pc:sldMkLst>
      </pc:sldChg>
    </pc:docChg>
  </pc:docChgLst>
  <pc:docChgLst>
    <pc:chgData name="Dieter Beaven" userId="9bbdb69f-69d0-4759-aa9b-5c090a2da237" providerId="ADAL" clId="{ACABFA20-16A8-46C6-8968-7DACAACA1E1B}"/>
    <pc:docChg chg="custSel addSld modSld">
      <pc:chgData name="Dieter Beaven" userId="9bbdb69f-69d0-4759-aa9b-5c090a2da237" providerId="ADAL" clId="{ACABFA20-16A8-46C6-8968-7DACAACA1E1B}" dt="2025-01-08T17:26:43.786" v="72" actId="1076"/>
      <pc:docMkLst>
        <pc:docMk/>
      </pc:docMkLst>
      <pc:sldChg chg="modSp mod">
        <pc:chgData name="Dieter Beaven" userId="9bbdb69f-69d0-4759-aa9b-5c090a2da237" providerId="ADAL" clId="{ACABFA20-16A8-46C6-8968-7DACAACA1E1B}" dt="2025-01-08T17:13:15.692" v="61" actId="6549"/>
        <pc:sldMkLst>
          <pc:docMk/>
          <pc:sldMk cId="2586607706" sldId="531"/>
        </pc:sldMkLst>
        <pc:spChg chg="mod">
          <ac:chgData name="Dieter Beaven" userId="9bbdb69f-69d0-4759-aa9b-5c090a2da237" providerId="ADAL" clId="{ACABFA20-16A8-46C6-8968-7DACAACA1E1B}" dt="2025-01-08T17:13:12.486" v="59" actId="6549"/>
          <ac:spMkLst>
            <pc:docMk/>
            <pc:sldMk cId="2586607706" sldId="531"/>
            <ac:spMk id="3" creationId="{00000000-0000-0000-0000-000000000000}"/>
          </ac:spMkLst>
        </pc:spChg>
        <pc:spChg chg="mod">
          <ac:chgData name="Dieter Beaven" userId="9bbdb69f-69d0-4759-aa9b-5c090a2da237" providerId="ADAL" clId="{ACABFA20-16A8-46C6-8968-7DACAACA1E1B}" dt="2025-01-08T17:13:15.692" v="61" actId="6549"/>
          <ac:spMkLst>
            <pc:docMk/>
            <pc:sldMk cId="2586607706" sldId="531"/>
            <ac:spMk id="5" creationId="{00000000-0000-0000-0000-000000000000}"/>
          </ac:spMkLst>
        </pc:spChg>
      </pc:sldChg>
      <pc:sldChg chg="addSp modSp mod">
        <pc:chgData name="Dieter Beaven" userId="9bbdb69f-69d0-4759-aa9b-5c090a2da237" providerId="ADAL" clId="{ACABFA20-16A8-46C6-8968-7DACAACA1E1B}" dt="2025-01-08T17:15:03.651" v="63" actId="1076"/>
        <pc:sldMkLst>
          <pc:docMk/>
          <pc:sldMk cId="173887519" sldId="533"/>
        </pc:sldMkLst>
        <pc:picChg chg="add mod">
          <ac:chgData name="Dieter Beaven" userId="9bbdb69f-69d0-4759-aa9b-5c090a2da237" providerId="ADAL" clId="{ACABFA20-16A8-46C6-8968-7DACAACA1E1B}" dt="2025-01-08T17:15:03.651" v="63" actId="1076"/>
          <ac:picMkLst>
            <pc:docMk/>
            <pc:sldMk cId="173887519" sldId="533"/>
            <ac:picMk id="6" creationId="{916A5D9E-23CE-0389-B673-2A6ABADB4222}"/>
          </ac:picMkLst>
        </pc:picChg>
      </pc:sldChg>
      <pc:sldChg chg="modSp add mod">
        <pc:chgData name="Dieter Beaven" userId="9bbdb69f-69d0-4759-aa9b-5c090a2da237" providerId="ADAL" clId="{ACABFA20-16A8-46C6-8968-7DACAACA1E1B}" dt="2025-01-08T17:12:54.082" v="57" actId="20577"/>
        <pc:sldMkLst>
          <pc:docMk/>
          <pc:sldMk cId="1455416707" sldId="607"/>
        </pc:sldMkLst>
        <pc:spChg chg="mod">
          <ac:chgData name="Dieter Beaven" userId="9bbdb69f-69d0-4759-aa9b-5c090a2da237" providerId="ADAL" clId="{ACABFA20-16A8-46C6-8968-7DACAACA1E1B}" dt="2025-01-08T17:12:44.369" v="49" actId="20577"/>
          <ac:spMkLst>
            <pc:docMk/>
            <pc:sldMk cId="1455416707" sldId="607"/>
            <ac:spMk id="5" creationId="{77A5FAD5-3D0A-4BC9-92D1-98CB0DCFE6BF}"/>
          </ac:spMkLst>
        </pc:spChg>
        <pc:spChg chg="mod">
          <ac:chgData name="Dieter Beaven" userId="9bbdb69f-69d0-4759-aa9b-5c090a2da237" providerId="ADAL" clId="{ACABFA20-16A8-46C6-8968-7DACAACA1E1B}" dt="2025-01-08T17:12:54.082" v="57" actId="20577"/>
          <ac:spMkLst>
            <pc:docMk/>
            <pc:sldMk cId="1455416707" sldId="607"/>
            <ac:spMk id="20" creationId="{16EF886C-CE86-4754-AC53-7085E2A5F045}"/>
          </ac:spMkLst>
        </pc:spChg>
      </pc:sldChg>
      <pc:sldChg chg="add">
        <pc:chgData name="Dieter Beaven" userId="9bbdb69f-69d0-4759-aa9b-5c090a2da237" providerId="ADAL" clId="{ACABFA20-16A8-46C6-8968-7DACAACA1E1B}" dt="2025-01-08T17:09:43.156" v="0"/>
        <pc:sldMkLst>
          <pc:docMk/>
          <pc:sldMk cId="155006182" sldId="608"/>
        </pc:sldMkLst>
      </pc:sldChg>
      <pc:sldChg chg="addSp modSp mod">
        <pc:chgData name="Dieter Beaven" userId="9bbdb69f-69d0-4759-aa9b-5c090a2da237" providerId="ADAL" clId="{ACABFA20-16A8-46C6-8968-7DACAACA1E1B}" dt="2025-01-08T17:26:43.786" v="72" actId="1076"/>
        <pc:sldMkLst>
          <pc:docMk/>
          <pc:sldMk cId="464788855" sldId="701"/>
        </pc:sldMkLst>
        <pc:picChg chg="add mod">
          <ac:chgData name="Dieter Beaven" userId="9bbdb69f-69d0-4759-aa9b-5c090a2da237" providerId="ADAL" clId="{ACABFA20-16A8-46C6-8968-7DACAACA1E1B}" dt="2025-01-08T17:26:43.786" v="72" actId="1076"/>
          <ac:picMkLst>
            <pc:docMk/>
            <pc:sldMk cId="464788855" sldId="701"/>
            <ac:picMk id="6" creationId="{DDA5895F-7F9D-2D50-3979-5AAFA70DBC30}"/>
          </ac:picMkLst>
        </pc:picChg>
      </pc:sldChg>
      <pc:sldChg chg="addSp modSp mod">
        <pc:chgData name="Dieter Beaven" userId="9bbdb69f-69d0-4759-aa9b-5c090a2da237" providerId="ADAL" clId="{ACABFA20-16A8-46C6-8968-7DACAACA1E1B}" dt="2025-01-08T17:15:51.848" v="65" actId="1076"/>
        <pc:sldMkLst>
          <pc:docMk/>
          <pc:sldMk cId="3902928920" sldId="718"/>
        </pc:sldMkLst>
        <pc:picChg chg="add mod">
          <ac:chgData name="Dieter Beaven" userId="9bbdb69f-69d0-4759-aa9b-5c090a2da237" providerId="ADAL" clId="{ACABFA20-16A8-46C6-8968-7DACAACA1E1B}" dt="2025-01-08T17:15:51.848" v="65" actId="1076"/>
          <ac:picMkLst>
            <pc:docMk/>
            <pc:sldMk cId="3902928920" sldId="718"/>
            <ac:picMk id="6" creationId="{9EF0AF7A-2ADA-5249-238A-B493E94A475B}"/>
          </ac:picMkLst>
        </pc:picChg>
      </pc:sldChg>
      <pc:sldChg chg="addSp delSp modSp add mod">
        <pc:chgData name="Dieter Beaven" userId="9bbdb69f-69d0-4759-aa9b-5c090a2da237" providerId="ADAL" clId="{ACABFA20-16A8-46C6-8968-7DACAACA1E1B}" dt="2025-01-08T17:16:52.360" v="69" actId="1076"/>
        <pc:sldMkLst>
          <pc:docMk/>
          <pc:sldMk cId="1701787432" sldId="719"/>
        </pc:sldMkLst>
        <pc:picChg chg="del">
          <ac:chgData name="Dieter Beaven" userId="9bbdb69f-69d0-4759-aa9b-5c090a2da237" providerId="ADAL" clId="{ACABFA20-16A8-46C6-8968-7DACAACA1E1B}" dt="2025-01-08T17:15:59.235" v="67" actId="478"/>
          <ac:picMkLst>
            <pc:docMk/>
            <pc:sldMk cId="1701787432" sldId="719"/>
            <ac:picMk id="6" creationId="{1C42D427-4D3B-8C9E-589A-58CADD7A22EE}"/>
          </ac:picMkLst>
        </pc:picChg>
        <pc:picChg chg="add mod">
          <ac:chgData name="Dieter Beaven" userId="9bbdb69f-69d0-4759-aa9b-5c090a2da237" providerId="ADAL" clId="{ACABFA20-16A8-46C6-8968-7DACAACA1E1B}" dt="2025-01-08T17:16:52.360" v="69" actId="1076"/>
          <ac:picMkLst>
            <pc:docMk/>
            <pc:sldMk cId="1701787432" sldId="719"/>
            <ac:picMk id="7" creationId="{E902FE23-9CD8-2E6B-E7D3-6A96610F5DFB}"/>
          </ac:picMkLst>
        </pc:picChg>
      </pc:sldChg>
    </pc:docChg>
  </pc:docChgLst>
  <pc:docChgLst>
    <pc:chgData name="Dieter Beaven" userId="9bbdb69f-69d0-4759-aa9b-5c090a2da237" providerId="ADAL" clId="{D2087311-8B8A-485F-A336-209E2CE491DB}"/>
    <pc:docChg chg="custSel modSld">
      <pc:chgData name="Dieter Beaven" userId="9bbdb69f-69d0-4759-aa9b-5c090a2da237" providerId="ADAL" clId="{D2087311-8B8A-485F-A336-209E2CE491DB}" dt="2025-01-08T15:03:22.056" v="39" actId="20577"/>
      <pc:docMkLst>
        <pc:docMk/>
      </pc:docMkLst>
      <pc:sldChg chg="modSp mod">
        <pc:chgData name="Dieter Beaven" userId="9bbdb69f-69d0-4759-aa9b-5c090a2da237" providerId="ADAL" clId="{D2087311-8B8A-485F-A336-209E2CE491DB}" dt="2025-01-08T15:03:22.056" v="39" actId="20577"/>
        <pc:sldMkLst>
          <pc:docMk/>
          <pc:sldMk cId="938785864" sldId="717"/>
        </pc:sldMkLst>
        <pc:spChg chg="mod">
          <ac:chgData name="Dieter Beaven" userId="9bbdb69f-69d0-4759-aa9b-5c090a2da237" providerId="ADAL" clId="{D2087311-8B8A-485F-A336-209E2CE491DB}" dt="2025-01-08T15:03:22.056" v="39" actId="20577"/>
          <ac:spMkLst>
            <pc:docMk/>
            <pc:sldMk cId="938785864" sldId="717"/>
            <ac:spMk id="2" creationId="{00000000-0000-0000-0000-000000000000}"/>
          </ac:spMkLst>
        </pc:spChg>
      </pc:sldChg>
    </pc:docChg>
  </pc:docChgLst>
  <pc:docChgLst>
    <pc:chgData name="Dieter Beaven" userId="9bbdb69f-69d0-4759-aa9b-5c090a2da237" providerId="ADAL" clId="{EA9E5C30-60FB-4A3E-9B42-949F2158D037}"/>
    <pc:docChg chg="undo custSel addSld delSld modSld">
      <pc:chgData name="Dieter Beaven" userId="9bbdb69f-69d0-4759-aa9b-5c090a2da237" providerId="ADAL" clId="{EA9E5C30-60FB-4A3E-9B42-949F2158D037}" dt="2025-01-14T17:06:32.874" v="205" actId="47"/>
      <pc:docMkLst>
        <pc:docMk/>
      </pc:docMkLst>
      <pc:sldChg chg="modSp add mod">
        <pc:chgData name="Dieter Beaven" userId="9bbdb69f-69d0-4759-aa9b-5c090a2da237" providerId="ADAL" clId="{EA9E5C30-60FB-4A3E-9B42-949F2158D037}" dt="2025-01-14T16:43:41.805" v="157" actId="20577"/>
        <pc:sldMkLst>
          <pc:docMk/>
          <pc:sldMk cId="3470814168" sldId="486"/>
        </pc:sldMkLst>
        <pc:spChg chg="mod">
          <ac:chgData name="Dieter Beaven" userId="9bbdb69f-69d0-4759-aa9b-5c090a2da237" providerId="ADAL" clId="{EA9E5C30-60FB-4A3E-9B42-949F2158D037}" dt="2025-01-14T16:43:41.805" v="157" actId="20577"/>
          <ac:spMkLst>
            <pc:docMk/>
            <pc:sldMk cId="3470814168" sldId="486"/>
            <ac:spMk id="14" creationId="{00000000-0000-0000-0000-000000000000}"/>
          </ac:spMkLst>
        </pc:spChg>
        <pc:spChg chg="mod">
          <ac:chgData name="Dieter Beaven" userId="9bbdb69f-69d0-4759-aa9b-5c090a2da237" providerId="ADAL" clId="{EA9E5C30-60FB-4A3E-9B42-949F2158D037}" dt="2025-01-14T16:43:23.723" v="150" actId="14100"/>
          <ac:spMkLst>
            <pc:docMk/>
            <pc:sldMk cId="3470814168" sldId="486"/>
            <ac:spMk id="27" creationId="{00000000-0000-0000-0000-000000000000}"/>
          </ac:spMkLst>
        </pc:spChg>
        <pc:spChg chg="mod">
          <ac:chgData name="Dieter Beaven" userId="9bbdb69f-69d0-4759-aa9b-5c090a2da237" providerId="ADAL" clId="{EA9E5C30-60FB-4A3E-9B42-949F2158D037}" dt="2025-01-14T16:43:30.338" v="151" actId="14100"/>
          <ac:spMkLst>
            <pc:docMk/>
            <pc:sldMk cId="3470814168" sldId="486"/>
            <ac:spMk id="28" creationId="{00000000-0000-0000-0000-000000000000}"/>
          </ac:spMkLst>
        </pc:spChg>
        <pc:spChg chg="mod">
          <ac:chgData name="Dieter Beaven" userId="9bbdb69f-69d0-4759-aa9b-5c090a2da237" providerId="ADAL" clId="{EA9E5C30-60FB-4A3E-9B42-949F2158D037}" dt="2025-01-14T16:43:34.244" v="152" actId="14100"/>
          <ac:spMkLst>
            <pc:docMk/>
            <pc:sldMk cId="3470814168" sldId="486"/>
            <ac:spMk id="29" creationId="{00000000-0000-0000-0000-000000000000}"/>
          </ac:spMkLst>
        </pc:spChg>
        <pc:graphicFrameChg chg="mod">
          <ac:chgData name="Dieter Beaven" userId="9bbdb69f-69d0-4759-aa9b-5c090a2da237" providerId="ADAL" clId="{EA9E5C30-60FB-4A3E-9B42-949F2158D037}" dt="2025-01-14T16:42:28.115" v="53" actId="20577"/>
          <ac:graphicFrameMkLst>
            <pc:docMk/>
            <pc:sldMk cId="3470814168" sldId="486"/>
            <ac:graphicFrameMk id="6" creationId="{00000000-0000-0000-0000-000000000000}"/>
          </ac:graphicFrameMkLst>
        </pc:graphicFrameChg>
      </pc:sldChg>
      <pc:sldChg chg="add">
        <pc:chgData name="Dieter Beaven" userId="9bbdb69f-69d0-4759-aa9b-5c090a2da237" providerId="ADAL" clId="{EA9E5C30-60FB-4A3E-9B42-949F2158D037}" dt="2025-01-14T16:40:20.969" v="0"/>
        <pc:sldMkLst>
          <pc:docMk/>
          <pc:sldMk cId="4168298999" sldId="487"/>
        </pc:sldMkLst>
      </pc:sldChg>
      <pc:sldChg chg="add">
        <pc:chgData name="Dieter Beaven" userId="9bbdb69f-69d0-4759-aa9b-5c090a2da237" providerId="ADAL" clId="{EA9E5C30-60FB-4A3E-9B42-949F2158D037}" dt="2025-01-14T16:40:20.969" v="0"/>
        <pc:sldMkLst>
          <pc:docMk/>
          <pc:sldMk cId="870741089" sldId="488"/>
        </pc:sldMkLst>
      </pc:sldChg>
      <pc:sldChg chg="add">
        <pc:chgData name="Dieter Beaven" userId="9bbdb69f-69d0-4759-aa9b-5c090a2da237" providerId="ADAL" clId="{EA9E5C30-60FB-4A3E-9B42-949F2158D037}" dt="2025-01-14T16:40:20.969" v="0"/>
        <pc:sldMkLst>
          <pc:docMk/>
          <pc:sldMk cId="210251436" sldId="489"/>
        </pc:sldMkLst>
      </pc:sldChg>
      <pc:sldChg chg="modSp add mod">
        <pc:chgData name="Dieter Beaven" userId="9bbdb69f-69d0-4759-aa9b-5c090a2da237" providerId="ADAL" clId="{EA9E5C30-60FB-4A3E-9B42-949F2158D037}" dt="2025-01-14T16:45:05.119" v="197" actId="20577"/>
        <pc:sldMkLst>
          <pc:docMk/>
          <pc:sldMk cId="3615938824" sldId="490"/>
        </pc:sldMkLst>
        <pc:spChg chg="mod">
          <ac:chgData name="Dieter Beaven" userId="9bbdb69f-69d0-4759-aa9b-5c090a2da237" providerId="ADAL" clId="{EA9E5C30-60FB-4A3E-9B42-949F2158D037}" dt="2025-01-14T16:45:05.119" v="197" actId="20577"/>
          <ac:spMkLst>
            <pc:docMk/>
            <pc:sldMk cId="3615938824" sldId="490"/>
            <ac:spMk id="12" creationId="{E7563324-7358-4E04-BB79-68B9E60F5F53}"/>
          </ac:spMkLst>
        </pc:spChg>
      </pc:sldChg>
      <pc:sldChg chg="addSp mod">
        <pc:chgData name="Dieter Beaven" userId="9bbdb69f-69d0-4759-aa9b-5c090a2da237" providerId="ADAL" clId="{EA9E5C30-60FB-4A3E-9B42-949F2158D037}" dt="2025-01-14T16:46:21.104" v="198" actId="22"/>
        <pc:sldMkLst>
          <pc:docMk/>
          <pc:sldMk cId="173887519" sldId="533"/>
        </pc:sldMkLst>
        <pc:picChg chg="add">
          <ac:chgData name="Dieter Beaven" userId="9bbdb69f-69d0-4759-aa9b-5c090a2da237" providerId="ADAL" clId="{EA9E5C30-60FB-4A3E-9B42-949F2158D037}" dt="2025-01-14T16:46:21.104" v="198" actId="22"/>
          <ac:picMkLst>
            <pc:docMk/>
            <pc:sldMk cId="173887519" sldId="533"/>
            <ac:picMk id="6" creationId="{0D410BE2-91B0-6118-8611-40215D2B054B}"/>
          </ac:picMkLst>
        </pc:picChg>
      </pc:sldChg>
      <pc:sldChg chg="del">
        <pc:chgData name="Dieter Beaven" userId="9bbdb69f-69d0-4759-aa9b-5c090a2da237" providerId="ADAL" clId="{EA9E5C30-60FB-4A3E-9B42-949F2158D037}" dt="2025-01-14T16:40:25.609" v="1" actId="47"/>
        <pc:sldMkLst>
          <pc:docMk/>
          <pc:sldMk cId="155006182" sldId="608"/>
        </pc:sldMkLst>
      </pc:sldChg>
      <pc:sldChg chg="addSp modSp mod">
        <pc:chgData name="Dieter Beaven" userId="9bbdb69f-69d0-4759-aa9b-5c090a2da237" providerId="ADAL" clId="{EA9E5C30-60FB-4A3E-9B42-949F2158D037}" dt="2025-01-14T17:06:31.609" v="204" actId="1076"/>
        <pc:sldMkLst>
          <pc:docMk/>
          <pc:sldMk cId="464788855" sldId="701"/>
        </pc:sldMkLst>
        <pc:picChg chg="add mod">
          <ac:chgData name="Dieter Beaven" userId="9bbdb69f-69d0-4759-aa9b-5c090a2da237" providerId="ADAL" clId="{EA9E5C30-60FB-4A3E-9B42-949F2158D037}" dt="2025-01-14T17:06:31.609" v="204" actId="1076"/>
          <ac:picMkLst>
            <pc:docMk/>
            <pc:sldMk cId="464788855" sldId="701"/>
            <ac:picMk id="6" creationId="{2ECDACDA-6699-FF3E-87E7-177F90D971D3}"/>
          </ac:picMkLst>
        </pc:picChg>
      </pc:sldChg>
      <pc:sldChg chg="addSp modSp mod">
        <pc:chgData name="Dieter Beaven" userId="9bbdb69f-69d0-4759-aa9b-5c090a2da237" providerId="ADAL" clId="{EA9E5C30-60FB-4A3E-9B42-949F2158D037}" dt="2025-01-14T16:46:48.648" v="200" actId="1076"/>
        <pc:sldMkLst>
          <pc:docMk/>
          <pc:sldMk cId="3902928920" sldId="718"/>
        </pc:sldMkLst>
        <pc:picChg chg="add mod">
          <ac:chgData name="Dieter Beaven" userId="9bbdb69f-69d0-4759-aa9b-5c090a2da237" providerId="ADAL" clId="{EA9E5C30-60FB-4A3E-9B42-949F2158D037}" dt="2025-01-14T16:46:48.648" v="200" actId="1076"/>
          <ac:picMkLst>
            <pc:docMk/>
            <pc:sldMk cId="3902928920" sldId="718"/>
            <ac:picMk id="6" creationId="{5712C9D2-B246-9815-71A7-AD7175EBD84E}"/>
          </ac:picMkLst>
        </pc:picChg>
      </pc:sldChg>
      <pc:sldChg chg="del">
        <pc:chgData name="Dieter Beaven" userId="9bbdb69f-69d0-4759-aa9b-5c090a2da237" providerId="ADAL" clId="{EA9E5C30-60FB-4A3E-9B42-949F2158D037}" dt="2025-01-14T16:46:54.577" v="201" actId="47"/>
        <pc:sldMkLst>
          <pc:docMk/>
          <pc:sldMk cId="1701787432" sldId="719"/>
        </pc:sldMkLst>
      </pc:sldChg>
      <pc:sldChg chg="del">
        <pc:chgData name="Dieter Beaven" userId="9bbdb69f-69d0-4759-aa9b-5c090a2da237" providerId="ADAL" clId="{EA9E5C30-60FB-4A3E-9B42-949F2158D037}" dt="2025-01-14T17:06:32.874" v="205" actId="47"/>
        <pc:sldMkLst>
          <pc:docMk/>
          <pc:sldMk cId="2398901012" sldId="720"/>
        </pc:sldMkLst>
      </pc:sldChg>
      <pc:sldChg chg="del">
        <pc:chgData name="Dieter Beaven" userId="9bbdb69f-69d0-4759-aa9b-5c090a2da237" providerId="ADAL" clId="{EA9E5C30-60FB-4A3E-9B42-949F2158D037}" dt="2025-01-14T16:46:55.812" v="202" actId="47"/>
        <pc:sldMkLst>
          <pc:docMk/>
          <pc:sldMk cId="1752525931" sldId="721"/>
        </pc:sldMkLst>
      </pc:sldChg>
    </pc:docChg>
  </pc:docChgLst>
  <pc:docChgLst>
    <pc:chgData name="Dieter Beaven" userId="9bbdb69f-69d0-4759-aa9b-5c090a2da237" providerId="ADAL" clId="{ECBD9E4A-1235-4EEC-869C-E985CAFAC468}"/>
    <pc:docChg chg="custSel delSld modSld">
      <pc:chgData name="Dieter Beaven" userId="9bbdb69f-69d0-4759-aa9b-5c090a2da237" providerId="ADAL" clId="{ECBD9E4A-1235-4EEC-869C-E985CAFAC468}" dt="2024-12-03T16:48:12.107" v="62" actId="478"/>
      <pc:docMkLst>
        <pc:docMk/>
      </pc:docMkLst>
      <pc:sldChg chg="modSp mod">
        <pc:chgData name="Dieter Beaven" userId="9bbdb69f-69d0-4759-aa9b-5c090a2da237" providerId="ADAL" clId="{ECBD9E4A-1235-4EEC-869C-E985CAFAC468}" dt="2024-12-03T16:48:08.522" v="60" actId="20577"/>
        <pc:sldMkLst>
          <pc:docMk/>
          <pc:sldMk cId="2586607706" sldId="531"/>
        </pc:sldMkLst>
        <pc:spChg chg="mod">
          <ac:chgData name="Dieter Beaven" userId="9bbdb69f-69d0-4759-aa9b-5c090a2da237" providerId="ADAL" clId="{ECBD9E4A-1235-4EEC-869C-E985CAFAC468}" dt="2024-12-03T16:48:01.510" v="58" actId="6549"/>
          <ac:spMkLst>
            <pc:docMk/>
            <pc:sldMk cId="2586607706" sldId="531"/>
            <ac:spMk id="3" creationId="{00000000-0000-0000-0000-000000000000}"/>
          </ac:spMkLst>
        </pc:spChg>
        <pc:spChg chg="mod">
          <ac:chgData name="Dieter Beaven" userId="9bbdb69f-69d0-4759-aa9b-5c090a2da237" providerId="ADAL" clId="{ECBD9E4A-1235-4EEC-869C-E985CAFAC468}" dt="2024-12-03T16:48:08.522" v="60" actId="20577"/>
          <ac:spMkLst>
            <pc:docMk/>
            <pc:sldMk cId="2586607706" sldId="531"/>
            <ac:spMk id="5" creationId="{00000000-0000-0000-0000-000000000000}"/>
          </ac:spMkLst>
        </pc:spChg>
      </pc:sldChg>
      <pc:sldChg chg="delSp mod">
        <pc:chgData name="Dieter Beaven" userId="9bbdb69f-69d0-4759-aa9b-5c090a2da237" providerId="ADAL" clId="{ECBD9E4A-1235-4EEC-869C-E985CAFAC468}" dt="2024-12-03T16:48:10.928" v="61" actId="478"/>
        <pc:sldMkLst>
          <pc:docMk/>
          <pc:sldMk cId="173887519" sldId="533"/>
        </pc:sldMkLst>
        <pc:picChg chg="del">
          <ac:chgData name="Dieter Beaven" userId="9bbdb69f-69d0-4759-aa9b-5c090a2da237" providerId="ADAL" clId="{ECBD9E4A-1235-4EEC-869C-E985CAFAC468}" dt="2024-12-03T16:48:10.928" v="61" actId="478"/>
          <ac:picMkLst>
            <pc:docMk/>
            <pc:sldMk cId="173887519" sldId="533"/>
            <ac:picMk id="10" creationId="{4AD4ACBB-14BF-AC1B-4111-C633BBF5FA19}"/>
          </ac:picMkLst>
        </pc:picChg>
      </pc:sldChg>
      <pc:sldChg chg="del">
        <pc:chgData name="Dieter Beaven" userId="9bbdb69f-69d0-4759-aa9b-5c090a2da237" providerId="ADAL" clId="{ECBD9E4A-1235-4EEC-869C-E985CAFAC468}" dt="2024-12-03T16:47:51.686" v="51" actId="47"/>
        <pc:sldMkLst>
          <pc:docMk/>
          <pc:sldMk cId="2702725889" sldId="565"/>
        </pc:sldMkLst>
      </pc:sldChg>
      <pc:sldChg chg="del">
        <pc:chgData name="Dieter Beaven" userId="9bbdb69f-69d0-4759-aa9b-5c090a2da237" providerId="ADAL" clId="{ECBD9E4A-1235-4EEC-869C-E985CAFAC468}" dt="2024-12-03T16:47:54.828" v="54" actId="47"/>
        <pc:sldMkLst>
          <pc:docMk/>
          <pc:sldMk cId="3628465465" sldId="566"/>
        </pc:sldMkLst>
      </pc:sldChg>
      <pc:sldChg chg="del">
        <pc:chgData name="Dieter Beaven" userId="9bbdb69f-69d0-4759-aa9b-5c090a2da237" providerId="ADAL" clId="{ECBD9E4A-1235-4EEC-869C-E985CAFAC468}" dt="2024-12-03T16:47:52.733" v="52" actId="47"/>
        <pc:sldMkLst>
          <pc:docMk/>
          <pc:sldMk cId="3026909746" sldId="567"/>
        </pc:sldMkLst>
      </pc:sldChg>
      <pc:sldChg chg="del">
        <pc:chgData name="Dieter Beaven" userId="9bbdb69f-69d0-4759-aa9b-5c090a2da237" providerId="ADAL" clId="{ECBD9E4A-1235-4EEC-869C-E985CAFAC468}" dt="2024-12-03T16:47:53.827" v="53" actId="47"/>
        <pc:sldMkLst>
          <pc:docMk/>
          <pc:sldMk cId="3536885959" sldId="568"/>
        </pc:sldMkLst>
      </pc:sldChg>
      <pc:sldChg chg="del">
        <pc:chgData name="Dieter Beaven" userId="9bbdb69f-69d0-4759-aa9b-5c090a2da237" providerId="ADAL" clId="{ECBD9E4A-1235-4EEC-869C-E985CAFAC468}" dt="2024-12-03T16:47:56.062" v="55" actId="47"/>
        <pc:sldMkLst>
          <pc:docMk/>
          <pc:sldMk cId="1552281268" sldId="569"/>
        </pc:sldMkLst>
      </pc:sldChg>
      <pc:sldChg chg="del">
        <pc:chgData name="Dieter Beaven" userId="9bbdb69f-69d0-4759-aa9b-5c090a2da237" providerId="ADAL" clId="{ECBD9E4A-1235-4EEC-869C-E985CAFAC468}" dt="2024-12-03T16:47:57.278" v="56" actId="47"/>
        <pc:sldMkLst>
          <pc:docMk/>
          <pc:sldMk cId="4134640982" sldId="570"/>
        </pc:sldMkLst>
      </pc:sldChg>
      <pc:sldChg chg="modSp mod">
        <pc:chgData name="Dieter Beaven" userId="9bbdb69f-69d0-4759-aa9b-5c090a2da237" providerId="ADAL" clId="{ECBD9E4A-1235-4EEC-869C-E985CAFAC468}" dt="2024-12-03T16:47:48.917" v="50" actId="20577"/>
        <pc:sldMkLst>
          <pc:docMk/>
          <pc:sldMk cId="938785864" sldId="717"/>
        </pc:sldMkLst>
        <pc:spChg chg="mod">
          <ac:chgData name="Dieter Beaven" userId="9bbdb69f-69d0-4759-aa9b-5c090a2da237" providerId="ADAL" clId="{ECBD9E4A-1235-4EEC-869C-E985CAFAC468}" dt="2024-12-03T16:47:48.917" v="50" actId="20577"/>
          <ac:spMkLst>
            <pc:docMk/>
            <pc:sldMk cId="938785864" sldId="717"/>
            <ac:spMk id="2" creationId="{00000000-0000-0000-0000-000000000000}"/>
          </ac:spMkLst>
        </pc:spChg>
      </pc:sldChg>
      <pc:sldChg chg="delSp mod">
        <pc:chgData name="Dieter Beaven" userId="9bbdb69f-69d0-4759-aa9b-5c090a2da237" providerId="ADAL" clId="{ECBD9E4A-1235-4EEC-869C-E985CAFAC468}" dt="2024-12-03T16:48:12.107" v="62" actId="478"/>
        <pc:sldMkLst>
          <pc:docMk/>
          <pc:sldMk cId="3902928920" sldId="718"/>
        </pc:sldMkLst>
        <pc:picChg chg="del">
          <ac:chgData name="Dieter Beaven" userId="9bbdb69f-69d0-4759-aa9b-5c090a2da237" providerId="ADAL" clId="{ECBD9E4A-1235-4EEC-869C-E985CAFAC468}" dt="2024-12-03T16:48:12.107" v="62" actId="478"/>
          <ac:picMkLst>
            <pc:docMk/>
            <pc:sldMk cId="3902928920" sldId="718"/>
            <ac:picMk id="6" creationId="{6FE058EC-293F-6D3B-32DA-9BFE3FF1EAEC}"/>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4E87F4A-DD11-41AF-8B76-F2E5B6202836}" type="datetimeFigureOut">
              <a:rPr lang="en-GB" smtClean="0"/>
              <a:pPr/>
              <a:t>15/01/2025</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62F2399-CD51-4C4C-BC34-03B9F40F9CF8}" type="slidenum">
              <a:rPr lang="en-GB" smtClean="0"/>
              <a:pPr/>
              <a:t>‹#›</a:t>
            </a:fld>
            <a:endParaRPr lang="en-GB"/>
          </a:p>
        </p:txBody>
      </p:sp>
    </p:spTree>
    <p:extLst>
      <p:ext uri="{BB962C8B-B14F-4D97-AF65-F5344CB8AC3E}">
        <p14:creationId xmlns:p14="http://schemas.microsoft.com/office/powerpoint/2010/main" val="5474507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0B9AFE4D-3339-4F90-AB07-DAB31D79E32A}" type="datetimeFigureOut">
              <a:rPr lang="en-GB" smtClean="0"/>
              <a:pPr/>
              <a:t>15/01/2025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8177B05-5D28-4021-9BD2-A7A72850B659}" type="slidenum">
              <a:rPr lang="en-GB" smtClean="0"/>
              <a:pPr/>
              <a:t>‹#›</a:t>
            </a:fld>
            <a:endParaRPr lang="en-GB"/>
          </a:p>
        </p:txBody>
      </p:sp>
    </p:spTree>
    <p:extLst>
      <p:ext uri="{BB962C8B-B14F-4D97-AF65-F5344CB8AC3E}">
        <p14:creationId xmlns:p14="http://schemas.microsoft.com/office/powerpoint/2010/main" val="42816114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0B9AFE4D-3339-4F90-AB07-DAB31D79E32A}" type="datetimeFigureOut">
              <a:rPr lang="en-GB" smtClean="0"/>
              <a:pPr/>
              <a:t>15/01/2025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8177B05-5D28-4021-9BD2-A7A72850B659}" type="slidenum">
              <a:rPr lang="en-GB" smtClean="0"/>
              <a:pPr/>
              <a:t>‹#›</a:t>
            </a:fld>
            <a:endParaRPr lang="en-GB"/>
          </a:p>
        </p:txBody>
      </p:sp>
    </p:spTree>
    <p:extLst>
      <p:ext uri="{BB962C8B-B14F-4D97-AF65-F5344CB8AC3E}">
        <p14:creationId xmlns:p14="http://schemas.microsoft.com/office/powerpoint/2010/main" val="8751718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B9AFE4D-3339-4F90-AB07-DAB31D79E32A}" type="datetimeFigureOut">
              <a:rPr lang="en-GB" smtClean="0"/>
              <a:pPr/>
              <a:t>15/01/2025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8177B05-5D28-4021-9BD2-A7A72850B659}" type="slidenum">
              <a:rPr lang="en-GB" smtClean="0"/>
              <a:pPr/>
              <a:t>‹#›</a:t>
            </a:fld>
            <a:endParaRPr lang="en-GB"/>
          </a:p>
        </p:txBody>
      </p:sp>
    </p:spTree>
    <p:extLst>
      <p:ext uri="{BB962C8B-B14F-4D97-AF65-F5344CB8AC3E}">
        <p14:creationId xmlns:p14="http://schemas.microsoft.com/office/powerpoint/2010/main" val="29325203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0B9AFE4D-3339-4F90-AB07-DAB31D79E32A}" type="datetimeFigureOut">
              <a:rPr lang="en-GB" smtClean="0"/>
              <a:pPr/>
              <a:t>15/01/2025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8177B05-5D28-4021-9BD2-A7A72850B659}" type="slidenum">
              <a:rPr lang="en-GB" smtClean="0"/>
              <a:pPr/>
              <a:t>‹#›</a:t>
            </a:fld>
            <a:endParaRPr lang="en-GB"/>
          </a:p>
        </p:txBody>
      </p:sp>
    </p:spTree>
    <p:extLst>
      <p:ext uri="{BB962C8B-B14F-4D97-AF65-F5344CB8AC3E}">
        <p14:creationId xmlns:p14="http://schemas.microsoft.com/office/powerpoint/2010/main" val="5661724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0B9AFE4D-3339-4F90-AB07-DAB31D79E32A}" type="datetimeFigureOut">
              <a:rPr lang="en-GB" smtClean="0"/>
              <a:pPr/>
              <a:t>15/01/2025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48177B05-5D28-4021-9BD2-A7A72850B659}" type="slidenum">
              <a:rPr lang="en-GB" smtClean="0"/>
              <a:pPr/>
              <a:t>‹#›</a:t>
            </a:fld>
            <a:endParaRPr lang="en-GB"/>
          </a:p>
        </p:txBody>
      </p:sp>
    </p:spTree>
    <p:extLst>
      <p:ext uri="{BB962C8B-B14F-4D97-AF65-F5344CB8AC3E}">
        <p14:creationId xmlns:p14="http://schemas.microsoft.com/office/powerpoint/2010/main" val="40200525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0B9AFE4D-3339-4F90-AB07-DAB31D79E32A}" type="datetimeFigureOut">
              <a:rPr lang="en-GB" smtClean="0"/>
              <a:pPr/>
              <a:t>15/01/2025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48177B05-5D28-4021-9BD2-A7A72850B659}" type="slidenum">
              <a:rPr lang="en-GB" smtClean="0"/>
              <a:pPr/>
              <a:t>‹#›</a:t>
            </a:fld>
            <a:endParaRPr lang="en-GB"/>
          </a:p>
        </p:txBody>
      </p:sp>
    </p:spTree>
    <p:extLst>
      <p:ext uri="{BB962C8B-B14F-4D97-AF65-F5344CB8AC3E}">
        <p14:creationId xmlns:p14="http://schemas.microsoft.com/office/powerpoint/2010/main" val="34089123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B9AFE4D-3339-4F90-AB07-DAB31D79E32A}" type="datetimeFigureOut">
              <a:rPr lang="en-GB" smtClean="0"/>
              <a:pPr/>
              <a:t>15/01/2025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48177B05-5D28-4021-9BD2-A7A72850B659}" type="slidenum">
              <a:rPr lang="en-GB" smtClean="0"/>
              <a:pPr/>
              <a:t>‹#›</a:t>
            </a:fld>
            <a:endParaRPr lang="en-GB"/>
          </a:p>
        </p:txBody>
      </p:sp>
    </p:spTree>
    <p:extLst>
      <p:ext uri="{BB962C8B-B14F-4D97-AF65-F5344CB8AC3E}">
        <p14:creationId xmlns:p14="http://schemas.microsoft.com/office/powerpoint/2010/main" val="1793369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B9AFE4D-3339-4F90-AB07-DAB31D79E32A}" type="datetimeFigureOut">
              <a:rPr lang="en-GB" smtClean="0"/>
              <a:pPr/>
              <a:t>15/01/2025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8177B05-5D28-4021-9BD2-A7A72850B659}" type="slidenum">
              <a:rPr lang="en-GB" smtClean="0"/>
              <a:pPr/>
              <a:t>‹#›</a:t>
            </a:fld>
            <a:endParaRPr lang="en-GB"/>
          </a:p>
        </p:txBody>
      </p:sp>
    </p:spTree>
    <p:extLst>
      <p:ext uri="{BB962C8B-B14F-4D97-AF65-F5344CB8AC3E}">
        <p14:creationId xmlns:p14="http://schemas.microsoft.com/office/powerpoint/2010/main" val="29971285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B9AFE4D-3339-4F90-AB07-DAB31D79E32A}" type="datetimeFigureOut">
              <a:rPr lang="en-GB" smtClean="0"/>
              <a:pPr/>
              <a:t>15/01/2025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8177B05-5D28-4021-9BD2-A7A72850B659}" type="slidenum">
              <a:rPr lang="en-GB" smtClean="0"/>
              <a:pPr/>
              <a:t>‹#›</a:t>
            </a:fld>
            <a:endParaRPr lang="en-GB"/>
          </a:p>
        </p:txBody>
      </p:sp>
    </p:spTree>
    <p:extLst>
      <p:ext uri="{BB962C8B-B14F-4D97-AF65-F5344CB8AC3E}">
        <p14:creationId xmlns:p14="http://schemas.microsoft.com/office/powerpoint/2010/main" val="40664966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0B9AFE4D-3339-4F90-AB07-DAB31D79E32A}" type="datetimeFigureOut">
              <a:rPr lang="en-GB" smtClean="0"/>
              <a:pPr/>
              <a:t>15/01/2025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8177B05-5D28-4021-9BD2-A7A72850B659}" type="slidenum">
              <a:rPr lang="en-GB" smtClean="0"/>
              <a:pPr/>
              <a:t>‹#›</a:t>
            </a:fld>
            <a:endParaRPr lang="en-GB"/>
          </a:p>
        </p:txBody>
      </p:sp>
    </p:spTree>
    <p:extLst>
      <p:ext uri="{BB962C8B-B14F-4D97-AF65-F5344CB8AC3E}">
        <p14:creationId xmlns:p14="http://schemas.microsoft.com/office/powerpoint/2010/main" val="20233991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0B9AFE4D-3339-4F90-AB07-DAB31D79E32A}" type="datetimeFigureOut">
              <a:rPr lang="en-GB" smtClean="0"/>
              <a:pPr/>
              <a:t>15/01/2025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8177B05-5D28-4021-9BD2-A7A72850B659}" type="slidenum">
              <a:rPr lang="en-GB" smtClean="0"/>
              <a:pPr/>
              <a:t>‹#›</a:t>
            </a:fld>
            <a:endParaRPr lang="en-GB"/>
          </a:p>
        </p:txBody>
      </p:sp>
    </p:spTree>
    <p:extLst>
      <p:ext uri="{BB962C8B-B14F-4D97-AF65-F5344CB8AC3E}">
        <p14:creationId xmlns:p14="http://schemas.microsoft.com/office/powerpoint/2010/main" val="9622113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B9AFE4D-3339-4F90-AB07-DAB31D79E32A}" type="datetimeFigureOut">
              <a:rPr lang="en-GB" smtClean="0"/>
              <a:pPr/>
              <a:t>15/01/2025</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177B05-5D28-4021-9BD2-A7A72850B659}" type="slidenum">
              <a:rPr lang="en-GB" smtClean="0"/>
              <a:pPr/>
              <a:t>‹#›</a:t>
            </a:fld>
            <a:endParaRPr lang="en-GB"/>
          </a:p>
        </p:txBody>
      </p:sp>
    </p:spTree>
    <p:extLst>
      <p:ext uri="{BB962C8B-B14F-4D97-AF65-F5344CB8AC3E}">
        <p14:creationId xmlns:p14="http://schemas.microsoft.com/office/powerpoint/2010/main" val="38967452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711.png"/></Relationships>
</file>

<file path=ppt/slides/_rels/slide3.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image" Target="../media/image94.png"/><Relationship Id="rId1" Type="http://schemas.openxmlformats.org/officeDocument/2006/relationships/slideLayout" Target="../slideLayouts/slideLayout7.xml"/><Relationship Id="rId5" Type="http://schemas.openxmlformats.org/officeDocument/2006/relationships/image" Target="../media/image97.png"/><Relationship Id="rId4" Type="http://schemas.openxmlformats.org/officeDocument/2006/relationships/image" Target="../media/image96.png"/></Relationships>
</file>

<file path=ppt/slides/_rels/slide4.xml.rels><?xml version="1.0" encoding="UTF-8" standalone="yes"?>
<Relationships xmlns="http://schemas.openxmlformats.org/package/2006/relationships"><Relationship Id="rId8" Type="http://schemas.openxmlformats.org/officeDocument/2006/relationships/image" Target="../media/image100.png"/><Relationship Id="rId7" Type="http://schemas.openxmlformats.org/officeDocument/2006/relationships/image" Target="../media/image812.png"/><Relationship Id="rId1" Type="http://schemas.openxmlformats.org/officeDocument/2006/relationships/slideLayout" Target="../slideLayouts/slideLayout7.xml"/><Relationship Id="rId6" Type="http://schemas.openxmlformats.org/officeDocument/2006/relationships/image" Target="../media/image98.png"/><Relationship Id="rId9" Type="http://schemas.openxmlformats.org/officeDocument/2006/relationships/image" Target="../media/image101.png"/></Relationships>
</file>

<file path=ppt/slides/_rels/slide5.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image" Target="../media/image102.png"/><Relationship Id="rId1" Type="http://schemas.openxmlformats.org/officeDocument/2006/relationships/slideLayout" Target="../slideLayouts/slideLayout7.xml"/><Relationship Id="rId5" Type="http://schemas.openxmlformats.org/officeDocument/2006/relationships/image" Target="../media/image105.png"/><Relationship Id="rId4" Type="http://schemas.openxmlformats.org/officeDocument/2006/relationships/image" Target="../media/image104.png"/></Relationships>
</file>

<file path=ppt/slides/_rels/slide6.xml.rels><?xml version="1.0" encoding="UTF-8" standalone="yes"?>
<Relationships xmlns="http://schemas.openxmlformats.org/package/2006/relationships"><Relationship Id="rId3" Type="http://schemas.openxmlformats.org/officeDocument/2006/relationships/image" Target="../media/image911.png"/><Relationship Id="rId2" Type="http://schemas.openxmlformats.org/officeDocument/2006/relationships/image" Target="../media/image811.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2.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51520" y="2130425"/>
            <a:ext cx="8640960" cy="3026767"/>
          </a:xfrm>
        </p:spPr>
        <p:txBody>
          <a:bodyPr>
            <a:normAutofit/>
          </a:bodyPr>
          <a:lstStyle/>
          <a:p>
            <a:r>
              <a:rPr lang="en-GB" b="1" dirty="0">
                <a:solidFill>
                  <a:srgbClr val="92D050"/>
                </a:solidFill>
              </a:rPr>
              <a:t>P2 Chapter 11: </a:t>
            </a:r>
            <a:r>
              <a:rPr lang="en-GB" dirty="0">
                <a:solidFill>
                  <a:schemeClr val="accent5"/>
                </a:solidFill>
              </a:rPr>
              <a:t>Integration</a:t>
            </a:r>
            <a:br>
              <a:rPr lang="en-GB" dirty="0"/>
            </a:br>
            <a:br>
              <a:rPr lang="en-GB"/>
            </a:br>
            <a:r>
              <a:rPr lang="en-GB"/>
              <a:t>Using Standard Functions</a:t>
            </a:r>
            <a:endParaRPr lang="en-GB" dirty="0"/>
          </a:p>
        </p:txBody>
      </p:sp>
      <p:cxnSp>
        <p:nvCxnSpPr>
          <p:cNvPr id="8" name="Straight Connector 7"/>
          <p:cNvCxnSpPr/>
          <p:nvPr/>
        </p:nvCxnSpPr>
        <p:spPr>
          <a:xfrm>
            <a:off x="0" y="1268760"/>
            <a:ext cx="9144000" cy="0"/>
          </a:xfrm>
          <a:prstGeom prst="line">
            <a:avLst/>
          </a:prstGeom>
          <a:ln w="7620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387858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4000" cy="599127"/>
            <a:chOff x="0" y="13335"/>
            <a:chExt cx="9144218" cy="599127"/>
          </a:xfrm>
        </p:grpSpPr>
        <p:sp>
          <p:nvSpPr>
            <p:cNvPr id="3" name="TextBox 32"/>
            <p:cNvSpPr txBox="1"/>
            <p:nvPr/>
          </p:nvSpPr>
          <p:spPr>
            <a:xfrm>
              <a:off x="0" y="13335"/>
              <a:ext cx="9144000" cy="599127"/>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sz="3200" b="1" dirty="0"/>
                <a:t>SKILL #1</a:t>
              </a:r>
              <a:r>
                <a:rPr lang="en-GB" sz="3200" dirty="0"/>
                <a:t>: Integrating Standard Functions</a:t>
              </a:r>
            </a:p>
          </p:txBody>
        </p:sp>
        <p:cxnSp>
          <p:nvCxnSpPr>
            <p:cNvPr id="4" name="Straight Connector 3"/>
            <p:cNvCxnSpPr/>
            <p:nvPr/>
          </p:nvCxnSpPr>
          <p:spPr>
            <a:xfrm>
              <a:off x="218" y="601079"/>
              <a:ext cx="9144000" cy="0"/>
            </a:xfrm>
            <a:prstGeom prst="line">
              <a:avLst/>
            </a:prstGeom>
            <a:effectLst/>
          </p:spPr>
          <p:style>
            <a:lnRef idx="3">
              <a:schemeClr val="accent3"/>
            </a:lnRef>
            <a:fillRef idx="0">
              <a:schemeClr val="accent3"/>
            </a:fillRef>
            <a:effectRef idx="2">
              <a:schemeClr val="accent3"/>
            </a:effectRef>
            <a:fontRef idx="minor">
              <a:schemeClr val="tx1"/>
            </a:fontRef>
          </p:style>
        </p:cxnSp>
      </p:grpSp>
      <p:sp>
        <p:nvSpPr>
          <p:cNvPr id="5" name="TextBox 4"/>
          <p:cNvSpPr txBox="1"/>
          <p:nvPr/>
        </p:nvSpPr>
        <p:spPr>
          <a:xfrm>
            <a:off x="395536" y="836712"/>
            <a:ext cx="8424936" cy="646331"/>
          </a:xfrm>
          <a:prstGeom prst="rect">
            <a:avLst/>
          </a:prstGeom>
          <a:noFill/>
        </p:spPr>
        <p:txBody>
          <a:bodyPr wrap="square" rtlCol="0">
            <a:spAutoFit/>
          </a:bodyPr>
          <a:lstStyle/>
          <a:p>
            <a:r>
              <a:rPr lang="en-GB" dirty="0"/>
              <a:t>There’s certain results you should be able to integrate straight off, by just thinking about the opposite of differentiation.</a:t>
            </a:r>
          </a:p>
        </p:txBody>
      </p:sp>
      <mc:AlternateContent xmlns:mc="http://schemas.openxmlformats.org/markup-compatibility/2006">
        <mc:Choice xmlns:a14="http://schemas.microsoft.com/office/drawing/2010/main" Requires="a14">
          <p:graphicFrame>
            <p:nvGraphicFramePr>
              <p:cNvPr id="6" name="Table 5"/>
              <p:cNvGraphicFramePr>
                <a:graphicFrameLocks noGrp="1"/>
              </p:cNvGraphicFramePr>
              <p:nvPr>
                <p:extLst>
                  <p:ext uri="{D42A27DB-BD31-4B8C-83A1-F6EECF244321}">
                    <p14:modId xmlns:p14="http://schemas.microsoft.com/office/powerpoint/2010/main" val="1562020909"/>
                  </p:ext>
                </p:extLst>
              </p:nvPr>
            </p:nvGraphicFramePr>
            <p:xfrm>
              <a:off x="1187624" y="1772816"/>
              <a:ext cx="4248472" cy="4190238"/>
            </p:xfrm>
            <a:graphic>
              <a:graphicData uri="http://schemas.openxmlformats.org/drawingml/2006/table">
                <a:tbl>
                  <a:tblPr firstRow="1" bandRow="1">
                    <a:tableStyleId>{073A0DAA-6AF3-43AB-8588-CEC1D06C72B9}</a:tableStyleId>
                  </a:tblPr>
                  <a:tblGrid>
                    <a:gridCol w="1584176">
                      <a:extLst>
                        <a:ext uri="{9D8B030D-6E8A-4147-A177-3AD203B41FA5}">
                          <a16:colId xmlns:a16="http://schemas.microsoft.com/office/drawing/2014/main" val="20000"/>
                        </a:ext>
                      </a:extLst>
                    </a:gridCol>
                    <a:gridCol w="2664296">
                      <a:extLst>
                        <a:ext uri="{9D8B030D-6E8A-4147-A177-3AD203B41FA5}">
                          <a16:colId xmlns:a16="http://schemas.microsoft.com/office/drawing/2014/main" val="20001"/>
                        </a:ext>
                      </a:extLst>
                    </a:gridCol>
                  </a:tblGrid>
                  <a:tr h="370840">
                    <a:tc>
                      <a:txBody>
                        <a:bodyPr/>
                        <a:lstStyle/>
                        <a:p>
                          <a:pPr/>
                          <a14:m>
                            <m:oMathPara xmlns:m="http://schemas.openxmlformats.org/officeDocument/2006/math">
                              <m:oMathParaPr>
                                <m:jc m:val="centerGroup"/>
                              </m:oMathParaPr>
                              <m:oMath xmlns:m="http://schemas.openxmlformats.org/officeDocument/2006/math">
                                <m:r>
                                  <a:rPr lang="en-GB" b="1" i="1" smtClean="0">
                                    <a:latin typeface="Cambria Math" panose="02040503050406030204" pitchFamily="18" charset="0"/>
                                  </a:rPr>
                                  <m:t>𝒚</m:t>
                                </m:r>
                              </m:oMath>
                            </m:oMathPara>
                          </a14:m>
                          <a:endParaRPr lang="en-GB" dirty="0"/>
                        </a:p>
                      </a:txBody>
                      <a:tcPr/>
                    </a:tc>
                    <a:tc>
                      <a:txBody>
                        <a:bodyPr/>
                        <a:lstStyle/>
                        <a:p>
                          <a:pPr/>
                          <a14:m>
                            <m:oMathPara xmlns:m="http://schemas.openxmlformats.org/officeDocument/2006/math">
                              <m:oMathParaPr>
                                <m:jc m:val="centerGroup"/>
                              </m:oMathParaPr>
                              <m:oMath xmlns:m="http://schemas.openxmlformats.org/officeDocument/2006/math">
                                <m:r>
                                  <a:rPr lang="en-GB" b="1" i="1" smtClean="0">
                                    <a:latin typeface="Cambria Math" panose="02040503050406030204" pitchFamily="18" charset="0"/>
                                  </a:rPr>
                                  <m:t>∫</m:t>
                                </m:r>
                                <m:r>
                                  <a:rPr lang="en-GB" b="1" i="1" smtClean="0">
                                    <a:latin typeface="Cambria Math" panose="02040503050406030204" pitchFamily="18" charset="0"/>
                                  </a:rPr>
                                  <m:t>𝒚</m:t>
                                </m:r>
                                <m:r>
                                  <a:rPr lang="en-GB" b="1" i="1" smtClean="0">
                                    <a:latin typeface="Cambria Math" panose="02040503050406030204" pitchFamily="18" charset="0"/>
                                  </a:rPr>
                                  <m:t> </m:t>
                                </m:r>
                                <m:r>
                                  <a:rPr lang="en-GB" b="1" i="1" smtClean="0">
                                    <a:latin typeface="Cambria Math" panose="02040503050406030204" pitchFamily="18" charset="0"/>
                                  </a:rPr>
                                  <m:t>𝒅𝒙</m:t>
                                </m:r>
                              </m:oMath>
                            </m:oMathPara>
                          </a14:m>
                          <a:endParaRPr lang="en-GB" dirty="0"/>
                        </a:p>
                      </a:txBody>
                      <a:tcPr/>
                    </a:tc>
                    <a:extLst>
                      <a:ext uri="{0D108BD9-81ED-4DB2-BD59-A6C34878D82A}">
                        <a16:rowId xmlns:a16="http://schemas.microsoft.com/office/drawing/2014/main" val="10000"/>
                      </a:ext>
                    </a:extLst>
                  </a:tr>
                  <a:tr h="370840">
                    <a:tc>
                      <a:txBody>
                        <a:bodyPr/>
                        <a:lstStyle/>
                        <a:p>
                          <a:pPr/>
                          <a14:m>
                            <m:oMathPara xmlns:m="http://schemas.openxmlformats.org/officeDocument/2006/math">
                              <m:oMathParaPr>
                                <m:jc m:val="centerGroup"/>
                              </m:oMathParaPr>
                              <m:oMath xmlns:m="http://schemas.openxmlformats.org/officeDocument/2006/math">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𝑛</m:t>
                                    </m:r>
                                  </m:sup>
                                </m:sSup>
                              </m:oMath>
                            </m:oMathPara>
                          </a14:m>
                          <a:endParaRPr lang="en-GB" dirty="0"/>
                        </a:p>
                      </a:txBody>
                      <a:tcPr/>
                    </a:tc>
                    <a:tc>
                      <a:txBody>
                        <a:bodyPr/>
                        <a:lstStyle/>
                        <a:p>
                          <a:pPr/>
                          <a14:m>
                            <m:oMathPara xmlns:m="http://schemas.openxmlformats.org/officeDocument/2006/math">
                              <m:oMathParaPr>
                                <m:jc m:val="centerGroup"/>
                              </m:oMathParaPr>
                              <m:oMath xmlns:m="http://schemas.openxmlformats.org/officeDocument/2006/math">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𝑛</m:t>
                                    </m:r>
                                    <m:r>
                                      <a:rPr lang="en-GB" b="0" i="1" smtClean="0">
                                        <a:latin typeface="Cambria Math" panose="02040503050406030204" pitchFamily="18" charset="0"/>
                                      </a:rPr>
                                      <m:t>+1</m:t>
                                    </m:r>
                                  </m:den>
                                </m:f>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𝑛</m:t>
                                    </m:r>
                                    <m:r>
                                      <a:rPr lang="en-GB" b="0" i="1" smtClean="0">
                                        <a:latin typeface="Cambria Math" panose="02040503050406030204" pitchFamily="18" charset="0"/>
                                      </a:rPr>
                                      <m:t>+1</m:t>
                                    </m:r>
                                  </m:sup>
                                </m:sSup>
                                <m:r>
                                  <a:rPr lang="en-GB" b="0" i="1" smtClean="0">
                                    <a:latin typeface="Cambria Math" panose="02040503050406030204" pitchFamily="18" charset="0"/>
                                  </a:rPr>
                                  <m:t>+</m:t>
                                </m:r>
                                <m:r>
                                  <a:rPr lang="en-GB" b="0" i="1" smtClean="0">
                                    <a:latin typeface="Cambria Math" panose="02040503050406030204" pitchFamily="18" charset="0"/>
                                  </a:rPr>
                                  <m:t>𝐶</m:t>
                                </m:r>
                              </m:oMath>
                            </m:oMathPara>
                          </a14:m>
                          <a:endParaRPr lang="en-GB" dirty="0"/>
                        </a:p>
                      </a:txBody>
                      <a:tcPr/>
                    </a:tc>
                    <a:extLst>
                      <a:ext uri="{0D108BD9-81ED-4DB2-BD59-A6C34878D82A}">
                        <a16:rowId xmlns:a16="http://schemas.microsoft.com/office/drawing/2014/main" val="10001"/>
                      </a:ext>
                    </a:extLst>
                  </a:tr>
                  <a:tr h="370840">
                    <a:tc>
                      <a:txBody>
                        <a:bodyPr/>
                        <a:lstStyle/>
                        <a:p>
                          <a:pPr/>
                          <a14:m>
                            <m:oMathPara xmlns:m="http://schemas.openxmlformats.org/officeDocument/2006/math">
                              <m:oMathParaPr>
                                <m:jc m:val="centerGroup"/>
                              </m:oMathParaPr>
                              <m:oMath xmlns:m="http://schemas.openxmlformats.org/officeDocument/2006/math">
                                <m:sSup>
                                  <m:sSupPr>
                                    <m:ctrlPr>
                                      <a:rPr lang="en-GB" b="0" i="1" smtClean="0">
                                        <a:latin typeface="Cambria Math" panose="02040503050406030204" pitchFamily="18" charset="0"/>
                                      </a:rPr>
                                    </m:ctrlPr>
                                  </m:sSupPr>
                                  <m:e>
                                    <m:r>
                                      <a:rPr lang="en-GB" b="0" i="1" smtClean="0">
                                        <a:latin typeface="Cambria Math" panose="02040503050406030204" pitchFamily="18" charset="0"/>
                                      </a:rPr>
                                      <m:t>𝑒</m:t>
                                    </m:r>
                                  </m:e>
                                  <m:sup>
                                    <m:r>
                                      <a:rPr lang="en-GB" b="0" i="1" smtClean="0">
                                        <a:latin typeface="Cambria Math" panose="02040503050406030204" pitchFamily="18" charset="0"/>
                                      </a:rPr>
                                      <m:t>𝑥</m:t>
                                    </m:r>
                                  </m:sup>
                                </m:sSup>
                              </m:oMath>
                            </m:oMathPara>
                          </a14:m>
                          <a:endParaRPr lang="en-GB" dirty="0"/>
                        </a:p>
                      </a:txBody>
                      <a:tcPr/>
                    </a:tc>
                    <a:tc>
                      <a:txBody>
                        <a:bodyPr/>
                        <a:lstStyle/>
                        <a:p>
                          <a:pPr/>
                          <a14:m>
                            <m:oMathPara xmlns:m="http://schemas.openxmlformats.org/officeDocument/2006/math">
                              <m:oMathParaPr>
                                <m:jc m:val="centerGroup"/>
                              </m:oMathParaPr>
                              <m:oMath xmlns:m="http://schemas.openxmlformats.org/officeDocument/2006/math">
                                <m:sSup>
                                  <m:sSupPr>
                                    <m:ctrlPr>
                                      <a:rPr lang="en-GB" b="0" i="1" smtClean="0">
                                        <a:latin typeface="Cambria Math" panose="02040503050406030204" pitchFamily="18" charset="0"/>
                                      </a:rPr>
                                    </m:ctrlPr>
                                  </m:sSupPr>
                                  <m:e>
                                    <m:r>
                                      <a:rPr lang="en-GB" b="0" i="1" smtClean="0">
                                        <a:latin typeface="Cambria Math" panose="02040503050406030204" pitchFamily="18" charset="0"/>
                                      </a:rPr>
                                      <m:t>𝑒</m:t>
                                    </m:r>
                                  </m:e>
                                  <m:sup>
                                    <m:r>
                                      <a:rPr lang="en-GB" b="0" i="1" smtClean="0">
                                        <a:latin typeface="Cambria Math" panose="02040503050406030204" pitchFamily="18" charset="0"/>
                                      </a:rPr>
                                      <m:t>𝑥</m:t>
                                    </m:r>
                                  </m:sup>
                                </m:sSup>
                                <m:r>
                                  <a:rPr lang="en-GB" b="0" i="1" smtClean="0">
                                    <a:latin typeface="Cambria Math" panose="02040503050406030204" pitchFamily="18" charset="0"/>
                                  </a:rPr>
                                  <m:t>+</m:t>
                                </m:r>
                                <m:r>
                                  <a:rPr lang="en-GB" b="0" i="1" smtClean="0">
                                    <a:latin typeface="Cambria Math" panose="02040503050406030204" pitchFamily="18" charset="0"/>
                                  </a:rPr>
                                  <m:t>𝐶</m:t>
                                </m:r>
                              </m:oMath>
                            </m:oMathPara>
                          </a14:m>
                          <a:endParaRPr lang="en-GB" dirty="0"/>
                        </a:p>
                      </a:txBody>
                      <a:tcPr/>
                    </a:tc>
                    <a:extLst>
                      <a:ext uri="{0D108BD9-81ED-4DB2-BD59-A6C34878D82A}">
                        <a16:rowId xmlns:a16="http://schemas.microsoft.com/office/drawing/2014/main" val="10002"/>
                      </a:ext>
                    </a:extLst>
                  </a:tr>
                  <a:tr h="370840">
                    <a:tc>
                      <a:txBody>
                        <a:bodyPr/>
                        <a:lstStyle/>
                        <a:p>
                          <a:pPr/>
                          <a14:m>
                            <m:oMathPara xmlns:m="http://schemas.openxmlformats.org/officeDocument/2006/math">
                              <m:oMathParaPr>
                                <m:jc m:val="centerGroup"/>
                              </m:oMathParaPr>
                              <m:oMath xmlns:m="http://schemas.openxmlformats.org/officeDocument/2006/math">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𝑥</m:t>
                                    </m:r>
                                  </m:den>
                                </m:f>
                              </m:oMath>
                            </m:oMathPara>
                          </a14:m>
                          <a:endParaRPr lang="en-GB" dirty="0"/>
                        </a:p>
                      </a:txBody>
                      <a:tcPr/>
                    </a:tc>
                    <a:tc>
                      <a:txBody>
                        <a:bodyPr/>
                        <a:lstStyle/>
                        <a:p>
                          <a:pPr/>
                          <a14:m>
                            <m:oMathPara xmlns:m="http://schemas.openxmlformats.org/officeDocument/2006/math">
                              <m:oMathParaPr>
                                <m:jc m:val="centerGroup"/>
                              </m:oMathParaPr>
                              <m:oMath xmlns:m="http://schemas.openxmlformats.org/officeDocument/2006/math">
                                <m:func>
                                  <m:funcPr>
                                    <m:ctrlPr>
                                      <a:rPr lang="en-GB" b="0" i="1" smtClean="0">
                                        <a:latin typeface="Cambria Math" panose="02040503050406030204" pitchFamily="18" charset="0"/>
                                      </a:rPr>
                                    </m:ctrlPr>
                                  </m:funcPr>
                                  <m:fName>
                                    <m:r>
                                      <m:rPr>
                                        <m:sty m:val="p"/>
                                      </m:rPr>
                                      <a:rPr lang="en-GB" b="0" i="0" smtClean="0">
                                        <a:latin typeface="Cambria Math" panose="02040503050406030204" pitchFamily="18" charset="0"/>
                                      </a:rPr>
                                      <m:t>ln</m:t>
                                    </m:r>
                                  </m:fName>
                                  <m:e>
                                    <m:r>
                                      <a:rPr lang="en-GB" b="0" i="1" smtClean="0">
                                        <a:latin typeface="Cambria Math" panose="02040503050406030204" pitchFamily="18" charset="0"/>
                                      </a:rPr>
                                      <m:t>|</m:t>
                                    </m:r>
                                    <m:r>
                                      <a:rPr lang="en-GB" b="0" i="1" smtClean="0">
                                        <a:latin typeface="Cambria Math" panose="02040503050406030204" pitchFamily="18" charset="0"/>
                                      </a:rPr>
                                      <m:t>𝑥</m:t>
                                    </m:r>
                                    <m:r>
                                      <a:rPr lang="en-GB" b="0" i="1" smtClean="0">
                                        <a:latin typeface="Cambria Math" panose="02040503050406030204" pitchFamily="18" charset="0"/>
                                      </a:rPr>
                                      <m:t>|</m:t>
                                    </m:r>
                                  </m:e>
                                </m:func>
                                <m:r>
                                  <a:rPr lang="en-GB" b="0" i="1" smtClean="0">
                                    <a:latin typeface="Cambria Math" panose="02040503050406030204" pitchFamily="18" charset="0"/>
                                  </a:rPr>
                                  <m:t>+</m:t>
                                </m:r>
                                <m:r>
                                  <a:rPr lang="en-GB" b="0" i="1" smtClean="0">
                                    <a:latin typeface="Cambria Math" panose="02040503050406030204" pitchFamily="18" charset="0"/>
                                  </a:rPr>
                                  <m:t>𝐶</m:t>
                                </m:r>
                              </m:oMath>
                            </m:oMathPara>
                          </a14:m>
                          <a:endParaRPr lang="en-GB" dirty="0"/>
                        </a:p>
                      </a:txBody>
                      <a:tcPr/>
                    </a:tc>
                    <a:extLst>
                      <a:ext uri="{0D108BD9-81ED-4DB2-BD59-A6C34878D82A}">
                        <a16:rowId xmlns:a16="http://schemas.microsoft.com/office/drawing/2014/main" val="10003"/>
                      </a:ext>
                    </a:extLst>
                  </a:tr>
                  <a:tr h="370840">
                    <a:tc>
                      <a:txBody>
                        <a:bodyPr/>
                        <a:lstStyle/>
                        <a:p>
                          <a:pPr/>
                          <a14:m>
                            <m:oMathPara xmlns:m="http://schemas.openxmlformats.org/officeDocument/2006/math">
                              <m:oMathParaPr>
                                <m:jc m:val="centerGroup"/>
                              </m:oMathParaPr>
                              <m:oMath xmlns:m="http://schemas.openxmlformats.org/officeDocument/2006/math">
                                <m:func>
                                  <m:funcPr>
                                    <m:ctrlPr>
                                      <a:rPr lang="en-GB" b="0" i="1" smtClean="0">
                                        <a:latin typeface="Cambria Math" panose="02040503050406030204" pitchFamily="18" charset="0"/>
                                      </a:rPr>
                                    </m:ctrlPr>
                                  </m:funcPr>
                                  <m:fName>
                                    <m:r>
                                      <m:rPr>
                                        <m:sty m:val="p"/>
                                      </m:rPr>
                                      <a:rPr lang="en-GB" b="0" i="0" smtClean="0">
                                        <a:latin typeface="Cambria Math" panose="02040503050406030204" pitchFamily="18" charset="0"/>
                                      </a:rPr>
                                      <m:t>cos</m:t>
                                    </m:r>
                                  </m:fName>
                                  <m:e>
                                    <m:r>
                                      <a:rPr lang="en-GB" b="0" i="1" smtClean="0">
                                        <a:latin typeface="Cambria Math" panose="02040503050406030204" pitchFamily="18" charset="0"/>
                                      </a:rPr>
                                      <m:t>𝑥</m:t>
                                    </m:r>
                                  </m:e>
                                </m:func>
                              </m:oMath>
                            </m:oMathPara>
                          </a14:m>
                          <a:endParaRPr lang="en-GB" dirty="0"/>
                        </a:p>
                      </a:txBody>
                      <a:tcPr/>
                    </a:tc>
                    <a:tc>
                      <a:txBody>
                        <a:bodyPr/>
                        <a:lstStyle/>
                        <a:p>
                          <a:pPr/>
                          <a14:m>
                            <m:oMathPara xmlns:m="http://schemas.openxmlformats.org/officeDocument/2006/math">
                              <m:oMathParaPr>
                                <m:jc m:val="centerGroup"/>
                              </m:oMathParaPr>
                              <m:oMath xmlns:m="http://schemas.openxmlformats.org/officeDocument/2006/math">
                                <m:func>
                                  <m:funcPr>
                                    <m:ctrlPr>
                                      <a:rPr lang="en-GB" b="0" i="1" smtClean="0">
                                        <a:latin typeface="Cambria Math" panose="02040503050406030204" pitchFamily="18" charset="0"/>
                                      </a:rPr>
                                    </m:ctrlPr>
                                  </m:funcPr>
                                  <m:fName>
                                    <m:r>
                                      <m:rPr>
                                        <m:sty m:val="p"/>
                                      </m:rPr>
                                      <a:rPr lang="en-GB" b="0" i="0" smtClean="0">
                                        <a:latin typeface="Cambria Math" panose="02040503050406030204" pitchFamily="18" charset="0"/>
                                      </a:rPr>
                                      <m:t>sin</m:t>
                                    </m:r>
                                  </m:fName>
                                  <m:e>
                                    <m:r>
                                      <a:rPr lang="en-GB" b="0" i="1" smtClean="0">
                                        <a:latin typeface="Cambria Math" panose="02040503050406030204" pitchFamily="18" charset="0"/>
                                      </a:rPr>
                                      <m:t>𝑥</m:t>
                                    </m:r>
                                  </m:e>
                                </m:func>
                                <m:r>
                                  <a:rPr lang="en-GB" b="0" i="1" smtClean="0">
                                    <a:latin typeface="Cambria Math" panose="02040503050406030204" pitchFamily="18" charset="0"/>
                                  </a:rPr>
                                  <m:t>+</m:t>
                                </m:r>
                                <m:r>
                                  <a:rPr lang="en-GB" b="0" i="1" smtClean="0">
                                    <a:latin typeface="Cambria Math" panose="02040503050406030204" pitchFamily="18" charset="0"/>
                                  </a:rPr>
                                  <m:t>𝐶</m:t>
                                </m:r>
                              </m:oMath>
                            </m:oMathPara>
                          </a14:m>
                          <a:endParaRPr lang="en-GB" dirty="0"/>
                        </a:p>
                      </a:txBody>
                      <a:tcPr/>
                    </a:tc>
                    <a:extLst>
                      <a:ext uri="{0D108BD9-81ED-4DB2-BD59-A6C34878D82A}">
                        <a16:rowId xmlns:a16="http://schemas.microsoft.com/office/drawing/2014/main" val="10004"/>
                      </a:ext>
                    </a:extLst>
                  </a:tr>
                  <a:tr h="370840">
                    <a:tc>
                      <a:txBody>
                        <a:bodyPr/>
                        <a:lstStyle/>
                        <a:p>
                          <a:pPr/>
                          <a14:m>
                            <m:oMathPara xmlns:m="http://schemas.openxmlformats.org/officeDocument/2006/math">
                              <m:oMathParaPr>
                                <m:jc m:val="centerGroup"/>
                              </m:oMathParaPr>
                              <m:oMath xmlns:m="http://schemas.openxmlformats.org/officeDocument/2006/math">
                                <m:func>
                                  <m:funcPr>
                                    <m:ctrlPr>
                                      <a:rPr lang="en-GB" b="0" i="1" smtClean="0">
                                        <a:latin typeface="Cambria Math" panose="02040503050406030204" pitchFamily="18" charset="0"/>
                                      </a:rPr>
                                    </m:ctrlPr>
                                  </m:funcPr>
                                  <m:fName>
                                    <m:r>
                                      <m:rPr>
                                        <m:sty m:val="p"/>
                                      </m:rPr>
                                      <a:rPr lang="en-GB" b="0" i="0" smtClean="0">
                                        <a:latin typeface="Cambria Math" panose="02040503050406030204" pitchFamily="18" charset="0"/>
                                      </a:rPr>
                                      <m:t>sin</m:t>
                                    </m:r>
                                  </m:fName>
                                  <m:e>
                                    <m:r>
                                      <a:rPr lang="en-GB" b="0" i="1" smtClean="0">
                                        <a:latin typeface="Cambria Math" panose="02040503050406030204" pitchFamily="18" charset="0"/>
                                      </a:rPr>
                                      <m:t>𝑥</m:t>
                                    </m:r>
                                  </m:e>
                                </m:func>
                              </m:oMath>
                            </m:oMathPara>
                          </a14:m>
                          <a:endParaRPr lang="en-GB" dirty="0"/>
                        </a:p>
                      </a:txBody>
                      <a:tcPr/>
                    </a:tc>
                    <a:tc>
                      <a:txBody>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m:t>
                                </m:r>
                                <m:func>
                                  <m:funcPr>
                                    <m:ctrlPr>
                                      <a:rPr lang="en-GB" b="0" i="1" smtClean="0">
                                        <a:latin typeface="Cambria Math" panose="02040503050406030204" pitchFamily="18" charset="0"/>
                                      </a:rPr>
                                    </m:ctrlPr>
                                  </m:funcPr>
                                  <m:fName>
                                    <m:r>
                                      <m:rPr>
                                        <m:sty m:val="p"/>
                                      </m:rPr>
                                      <a:rPr lang="en-GB" b="0" i="0" smtClean="0">
                                        <a:latin typeface="Cambria Math" panose="02040503050406030204" pitchFamily="18" charset="0"/>
                                      </a:rPr>
                                      <m:t>cos</m:t>
                                    </m:r>
                                  </m:fName>
                                  <m:e>
                                    <m:r>
                                      <a:rPr lang="en-GB" b="0" i="1" smtClean="0">
                                        <a:latin typeface="Cambria Math" panose="02040503050406030204" pitchFamily="18" charset="0"/>
                                      </a:rPr>
                                      <m:t>𝑥</m:t>
                                    </m:r>
                                  </m:e>
                                </m:func>
                                <m:r>
                                  <a:rPr lang="en-GB" b="0" i="1" smtClean="0">
                                    <a:latin typeface="Cambria Math" panose="02040503050406030204" pitchFamily="18" charset="0"/>
                                  </a:rPr>
                                  <m:t>+</m:t>
                                </m:r>
                                <m:r>
                                  <a:rPr lang="en-GB" b="0" i="1" smtClean="0">
                                    <a:latin typeface="Cambria Math" panose="02040503050406030204" pitchFamily="18" charset="0"/>
                                  </a:rPr>
                                  <m:t>𝐶</m:t>
                                </m:r>
                              </m:oMath>
                            </m:oMathPara>
                          </a14:m>
                          <a:endParaRPr lang="en-GB" dirty="0"/>
                        </a:p>
                      </a:txBody>
                      <a:tcPr/>
                    </a:tc>
                    <a:extLst>
                      <a:ext uri="{0D108BD9-81ED-4DB2-BD59-A6C34878D82A}">
                        <a16:rowId xmlns:a16="http://schemas.microsoft.com/office/drawing/2014/main" val="10005"/>
                      </a:ext>
                    </a:extLst>
                  </a:tr>
                  <a:tr h="370840">
                    <a:tc>
                      <a:txBody>
                        <a:bodyPr/>
                        <a:lstStyle/>
                        <a:p>
                          <a:pPr/>
                          <a14:m>
                            <m:oMathPara xmlns:m="http://schemas.openxmlformats.org/officeDocument/2006/math">
                              <m:oMathParaPr>
                                <m:jc m:val="centerGroup"/>
                              </m:oMathParaPr>
                              <m:oMath xmlns:m="http://schemas.openxmlformats.org/officeDocument/2006/math">
                                <m:func>
                                  <m:funcPr>
                                    <m:ctrlPr>
                                      <a:rPr lang="en-GB" b="0" i="1" smtClean="0">
                                        <a:latin typeface="Cambria Math" panose="02040503050406030204" pitchFamily="18" charset="0"/>
                                      </a:rPr>
                                    </m:ctrlPr>
                                  </m:funcPr>
                                  <m:fName>
                                    <m:sSup>
                                      <m:sSupPr>
                                        <m:ctrlPr>
                                          <a:rPr lang="en-GB" b="0" i="1" smtClean="0">
                                            <a:latin typeface="Cambria Math" panose="02040503050406030204" pitchFamily="18" charset="0"/>
                                          </a:rPr>
                                        </m:ctrlPr>
                                      </m:sSupPr>
                                      <m:e>
                                        <m:r>
                                          <m:rPr>
                                            <m:sty m:val="p"/>
                                          </m:rPr>
                                          <a:rPr lang="en-GB" b="0" i="0" smtClean="0">
                                            <a:latin typeface="Cambria Math" panose="02040503050406030204" pitchFamily="18" charset="0"/>
                                          </a:rPr>
                                          <m:t>sec</m:t>
                                        </m:r>
                                      </m:e>
                                      <m:sup>
                                        <m:r>
                                          <a:rPr lang="en-GB" b="0" i="1" smtClean="0">
                                            <a:latin typeface="Cambria Math" panose="02040503050406030204" pitchFamily="18" charset="0"/>
                                          </a:rPr>
                                          <m:t>2</m:t>
                                        </m:r>
                                      </m:sup>
                                    </m:sSup>
                                  </m:fName>
                                  <m:e>
                                    <m:r>
                                      <a:rPr lang="en-GB" b="0" i="1" smtClean="0">
                                        <a:latin typeface="Cambria Math" panose="02040503050406030204" pitchFamily="18" charset="0"/>
                                      </a:rPr>
                                      <m:t>𝑥</m:t>
                                    </m:r>
                                  </m:e>
                                </m:func>
                              </m:oMath>
                            </m:oMathPara>
                          </a14:m>
                          <a:endParaRPr lang="en-GB" dirty="0"/>
                        </a:p>
                      </a:txBody>
                      <a:tcPr/>
                    </a:tc>
                    <a:tc>
                      <a:txBody>
                        <a:bodyPr/>
                        <a:lstStyle/>
                        <a:p>
                          <a:pPr/>
                          <a14:m>
                            <m:oMathPara xmlns:m="http://schemas.openxmlformats.org/officeDocument/2006/math">
                              <m:oMathParaPr>
                                <m:jc m:val="centerGroup"/>
                              </m:oMathParaPr>
                              <m:oMath xmlns:m="http://schemas.openxmlformats.org/officeDocument/2006/math">
                                <m:func>
                                  <m:funcPr>
                                    <m:ctrlPr>
                                      <a:rPr lang="en-GB" b="0" i="1" smtClean="0">
                                        <a:latin typeface="Cambria Math" panose="02040503050406030204" pitchFamily="18" charset="0"/>
                                      </a:rPr>
                                    </m:ctrlPr>
                                  </m:funcPr>
                                  <m:fName>
                                    <m:r>
                                      <m:rPr>
                                        <m:sty m:val="p"/>
                                      </m:rPr>
                                      <a:rPr lang="en-GB" b="0" i="0" smtClean="0">
                                        <a:latin typeface="Cambria Math" panose="02040503050406030204" pitchFamily="18" charset="0"/>
                                      </a:rPr>
                                      <m:t>tan</m:t>
                                    </m:r>
                                  </m:fName>
                                  <m:e>
                                    <m:r>
                                      <a:rPr lang="en-GB" b="0" i="1" smtClean="0">
                                        <a:latin typeface="Cambria Math" panose="02040503050406030204" pitchFamily="18" charset="0"/>
                                      </a:rPr>
                                      <m:t>𝑥</m:t>
                                    </m:r>
                                  </m:e>
                                </m:func>
                                <m:r>
                                  <a:rPr lang="en-GB" b="0" i="1" smtClean="0">
                                    <a:latin typeface="Cambria Math" panose="02040503050406030204" pitchFamily="18" charset="0"/>
                                  </a:rPr>
                                  <m:t>+</m:t>
                                </m:r>
                                <m:r>
                                  <a:rPr lang="en-GB" b="0" i="1" smtClean="0">
                                    <a:latin typeface="Cambria Math" panose="02040503050406030204" pitchFamily="18" charset="0"/>
                                  </a:rPr>
                                  <m:t>𝐶</m:t>
                                </m:r>
                              </m:oMath>
                            </m:oMathPara>
                          </a14:m>
                          <a:endParaRPr lang="en-GB" dirty="0"/>
                        </a:p>
                      </a:txBody>
                      <a:tcPr/>
                    </a:tc>
                    <a:extLst>
                      <a:ext uri="{0D108BD9-81ED-4DB2-BD59-A6C34878D82A}">
                        <a16:rowId xmlns:a16="http://schemas.microsoft.com/office/drawing/2014/main" val="10006"/>
                      </a:ext>
                    </a:extLst>
                  </a:tr>
                  <a:tr h="370840">
                    <a:tc>
                      <a:txBody>
                        <a:bodyPr/>
                        <a:lstStyle/>
                        <a:p>
                          <a:pPr/>
                          <a14:m>
                            <m:oMathPara xmlns:m="http://schemas.openxmlformats.org/officeDocument/2006/math">
                              <m:oMathParaPr>
                                <m:jc m:val="centerGroup"/>
                              </m:oMathParaPr>
                              <m:oMath xmlns:m="http://schemas.openxmlformats.org/officeDocument/2006/math">
                                <m:func>
                                  <m:funcPr>
                                    <m:ctrlPr>
                                      <a:rPr lang="en-GB" b="0" i="1" smtClean="0">
                                        <a:latin typeface="Cambria Math" panose="02040503050406030204" pitchFamily="18" charset="0"/>
                                      </a:rPr>
                                    </m:ctrlPr>
                                  </m:funcPr>
                                  <m:fName>
                                    <m:r>
                                      <m:rPr>
                                        <m:sty m:val="p"/>
                                      </m:rPr>
                                      <a:rPr lang="en-GB" b="0" i="0" smtClean="0">
                                        <a:latin typeface="Cambria Math" panose="02040503050406030204" pitchFamily="18" charset="0"/>
                                      </a:rPr>
                                      <m:t>sec</m:t>
                                    </m:r>
                                    <m:r>
                                      <a:rPr lang="en-GB" b="0" i="1" smtClean="0">
                                        <a:latin typeface="Cambria Math" panose="02040503050406030204" pitchFamily="18" charset="0"/>
                                      </a:rPr>
                                      <m:t> </m:t>
                                    </m:r>
                                    <m:r>
                                      <a:rPr lang="en-GB" b="0" i="1" smtClean="0">
                                        <a:latin typeface="Cambria Math" panose="02040503050406030204" pitchFamily="18" charset="0"/>
                                      </a:rPr>
                                      <m:t>𝑥</m:t>
                                    </m:r>
                                    <m:r>
                                      <a:rPr lang="en-GB" b="0" i="0" smtClean="0">
                                        <a:latin typeface="Cambria Math" panose="02040503050406030204" pitchFamily="18" charset="0"/>
                                      </a:rPr>
                                      <m:t> </m:t>
                                    </m:r>
                                    <m:r>
                                      <m:rPr>
                                        <m:sty m:val="p"/>
                                      </m:rPr>
                                      <a:rPr lang="en-GB" b="0" i="0" smtClean="0">
                                        <a:latin typeface="Cambria Math" panose="02040503050406030204" pitchFamily="18" charset="0"/>
                                      </a:rPr>
                                      <m:t>tan</m:t>
                                    </m:r>
                                  </m:fName>
                                  <m:e>
                                    <m:r>
                                      <a:rPr lang="en-GB" b="0" i="1" smtClean="0">
                                        <a:latin typeface="Cambria Math" panose="02040503050406030204" pitchFamily="18" charset="0"/>
                                      </a:rPr>
                                      <m:t>𝑥</m:t>
                                    </m:r>
                                  </m:e>
                                </m:func>
                              </m:oMath>
                            </m:oMathPara>
                          </a14:m>
                          <a:endParaRPr lang="en-GB" dirty="0"/>
                        </a:p>
                      </a:txBody>
                      <a:tcPr/>
                    </a:tc>
                    <a:tc>
                      <a:txBody>
                        <a:bodyPr/>
                        <a:lstStyle/>
                        <a:p>
                          <a:pPr/>
                          <a14:m>
                            <m:oMathPara xmlns:m="http://schemas.openxmlformats.org/officeDocument/2006/math">
                              <m:oMathParaPr>
                                <m:jc m:val="centerGroup"/>
                              </m:oMathParaPr>
                              <m:oMath xmlns:m="http://schemas.openxmlformats.org/officeDocument/2006/math">
                                <m:func>
                                  <m:funcPr>
                                    <m:ctrlPr>
                                      <a:rPr lang="en-GB" b="0" i="1" smtClean="0">
                                        <a:latin typeface="Cambria Math" panose="02040503050406030204" pitchFamily="18" charset="0"/>
                                      </a:rPr>
                                    </m:ctrlPr>
                                  </m:funcPr>
                                  <m:fName>
                                    <m:r>
                                      <m:rPr>
                                        <m:sty m:val="p"/>
                                      </m:rPr>
                                      <a:rPr lang="en-GB" b="0" i="0" smtClean="0">
                                        <a:latin typeface="Cambria Math" panose="02040503050406030204" pitchFamily="18" charset="0"/>
                                      </a:rPr>
                                      <m:t>sec</m:t>
                                    </m:r>
                                  </m:fName>
                                  <m:e>
                                    <m:r>
                                      <a:rPr lang="en-GB" b="0" i="1" smtClean="0">
                                        <a:latin typeface="Cambria Math" panose="02040503050406030204" pitchFamily="18" charset="0"/>
                                      </a:rPr>
                                      <m:t>𝑥</m:t>
                                    </m:r>
                                  </m:e>
                                </m:func>
                                <m:r>
                                  <a:rPr lang="en-GB" b="0" i="1" smtClean="0">
                                    <a:latin typeface="Cambria Math" panose="02040503050406030204" pitchFamily="18" charset="0"/>
                                  </a:rPr>
                                  <m:t>+</m:t>
                                </m:r>
                                <m:r>
                                  <a:rPr lang="en-GB" b="0" i="1" smtClean="0">
                                    <a:latin typeface="Cambria Math" panose="02040503050406030204" pitchFamily="18" charset="0"/>
                                  </a:rPr>
                                  <m:t>𝐶</m:t>
                                </m:r>
                              </m:oMath>
                            </m:oMathPara>
                          </a14:m>
                          <a:endParaRPr lang="en-GB" dirty="0"/>
                        </a:p>
                      </a:txBody>
                      <a:tcPr/>
                    </a:tc>
                    <a:extLst>
                      <a:ext uri="{0D108BD9-81ED-4DB2-BD59-A6C34878D82A}">
                        <a16:rowId xmlns:a16="http://schemas.microsoft.com/office/drawing/2014/main" val="10007"/>
                      </a:ext>
                    </a:extLst>
                  </a:tr>
                  <a:tr h="370840">
                    <a:tc>
                      <a:txBody>
                        <a:bodyPr/>
                        <a:lstStyle/>
                        <a:p>
                          <a:pPr/>
                          <a14:m>
                            <m:oMathPara xmlns:m="http://schemas.openxmlformats.org/officeDocument/2006/math">
                              <m:oMathParaPr>
                                <m:jc m:val="centerGroup"/>
                              </m:oMathParaPr>
                              <m:oMath xmlns:m="http://schemas.openxmlformats.org/officeDocument/2006/math">
                                <m:sSup>
                                  <m:sSupPr>
                                    <m:ctrlPr>
                                      <a:rPr lang="en-GB" b="0" i="1" smtClean="0">
                                        <a:latin typeface="Cambria Math" panose="02040503050406030204" pitchFamily="18" charset="0"/>
                                      </a:rPr>
                                    </m:ctrlPr>
                                  </m:sSupPr>
                                  <m:e>
                                    <m:r>
                                      <m:rPr>
                                        <m:sty m:val="p"/>
                                      </m:rPr>
                                      <a:rPr lang="en-GB" b="0" i="0" smtClean="0">
                                        <a:latin typeface="Cambria Math" panose="02040503050406030204" pitchFamily="18" charset="0"/>
                                      </a:rPr>
                                      <m:t>cosec</m:t>
                                    </m:r>
                                  </m:e>
                                  <m:sup>
                                    <m:r>
                                      <a:rPr lang="en-GB" b="0" i="1" smtClean="0">
                                        <a:latin typeface="Cambria Math" panose="02040503050406030204" pitchFamily="18" charset="0"/>
                                      </a:rPr>
                                      <m:t>2</m:t>
                                    </m:r>
                                  </m:sup>
                                </m:sSup>
                                <m:r>
                                  <a:rPr lang="en-GB" b="0" i="1" smtClean="0">
                                    <a:latin typeface="Cambria Math" panose="02040503050406030204" pitchFamily="18" charset="0"/>
                                  </a:rPr>
                                  <m:t>𝑥</m:t>
                                </m:r>
                              </m:oMath>
                            </m:oMathPara>
                          </a14:m>
                          <a:endParaRPr lang="en-GB" dirty="0"/>
                        </a:p>
                      </a:txBody>
                      <a:tcPr/>
                    </a:tc>
                    <a:tc>
                      <a:txBody>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m:t>
                                </m:r>
                                <m:func>
                                  <m:funcPr>
                                    <m:ctrlPr>
                                      <a:rPr lang="en-GB" b="0" i="1" smtClean="0">
                                        <a:latin typeface="Cambria Math" panose="02040503050406030204" pitchFamily="18" charset="0"/>
                                      </a:rPr>
                                    </m:ctrlPr>
                                  </m:funcPr>
                                  <m:fName>
                                    <m:r>
                                      <m:rPr>
                                        <m:sty m:val="p"/>
                                      </m:rPr>
                                      <a:rPr lang="en-GB" b="0" i="0" smtClean="0">
                                        <a:latin typeface="Cambria Math" panose="02040503050406030204" pitchFamily="18" charset="0"/>
                                      </a:rPr>
                                      <m:t>cot</m:t>
                                    </m:r>
                                  </m:fName>
                                  <m:e>
                                    <m:r>
                                      <a:rPr lang="en-GB" b="0" i="1" smtClean="0">
                                        <a:latin typeface="Cambria Math" panose="02040503050406030204" pitchFamily="18" charset="0"/>
                                      </a:rPr>
                                      <m:t>𝑥</m:t>
                                    </m:r>
                                  </m:e>
                                </m:func>
                                <m:r>
                                  <a:rPr lang="en-GB" b="0" i="1" smtClean="0">
                                    <a:latin typeface="Cambria Math" panose="02040503050406030204" pitchFamily="18" charset="0"/>
                                  </a:rPr>
                                  <m:t>+</m:t>
                                </m:r>
                                <m:r>
                                  <a:rPr lang="en-GB" b="0" i="1" smtClean="0">
                                    <a:latin typeface="Cambria Math" panose="02040503050406030204" pitchFamily="18" charset="0"/>
                                  </a:rPr>
                                  <m:t>𝐶</m:t>
                                </m:r>
                              </m:oMath>
                            </m:oMathPara>
                          </a14:m>
                          <a:endParaRPr lang="en-GB" dirty="0"/>
                        </a:p>
                      </a:txBody>
                      <a:tcPr/>
                    </a:tc>
                    <a:extLst>
                      <a:ext uri="{0D108BD9-81ED-4DB2-BD59-A6C34878D82A}">
                        <a16:rowId xmlns:a16="http://schemas.microsoft.com/office/drawing/2014/main" val="10008"/>
                      </a:ext>
                    </a:extLst>
                  </a:tr>
                  <a:tr h="370840">
                    <a:tc>
                      <a:txBody>
                        <a:bodyPr/>
                        <a:lstStyle/>
                        <a:p>
                          <a:pPr/>
                          <a14:m>
                            <m:oMathPara xmlns:m="http://schemas.openxmlformats.org/officeDocument/2006/math">
                              <m:oMathParaPr>
                                <m:jc m:val="centerGroup"/>
                              </m:oMathParaPr>
                              <m:oMath xmlns:m="http://schemas.openxmlformats.org/officeDocument/2006/math">
                                <m:func>
                                  <m:funcPr>
                                    <m:ctrlPr>
                                      <a:rPr lang="en-GB" b="0" i="1" smtClean="0">
                                        <a:latin typeface="Cambria Math" panose="02040503050406030204" pitchFamily="18" charset="0"/>
                                      </a:rPr>
                                    </m:ctrlPr>
                                  </m:funcPr>
                                  <m:fName>
                                    <m:r>
                                      <m:rPr>
                                        <m:sty m:val="p"/>
                                      </m:rPr>
                                      <a:rPr lang="en-GB" b="0" i="0" smtClean="0">
                                        <a:latin typeface="Cambria Math" panose="02040503050406030204" pitchFamily="18" charset="0"/>
                                      </a:rPr>
                                      <m:t>cosec</m:t>
                                    </m:r>
                                  </m:fName>
                                  <m:e>
                                    <m:r>
                                      <a:rPr lang="en-GB" b="0" i="1" smtClean="0">
                                        <a:latin typeface="Cambria Math" panose="02040503050406030204" pitchFamily="18" charset="0"/>
                                      </a:rPr>
                                      <m:t>𝑥</m:t>
                                    </m:r>
                                  </m:e>
                                </m:func>
                                <m:func>
                                  <m:funcPr>
                                    <m:ctrlPr>
                                      <a:rPr lang="en-GB" b="0" i="1" smtClean="0">
                                        <a:latin typeface="Cambria Math" panose="02040503050406030204" pitchFamily="18" charset="0"/>
                                      </a:rPr>
                                    </m:ctrlPr>
                                  </m:funcPr>
                                  <m:fName>
                                    <m:r>
                                      <m:rPr>
                                        <m:sty m:val="p"/>
                                      </m:rPr>
                                      <a:rPr lang="en-GB" b="0" i="0" smtClean="0">
                                        <a:latin typeface="Cambria Math" panose="02040503050406030204" pitchFamily="18" charset="0"/>
                                      </a:rPr>
                                      <m:t>co</m:t>
                                    </m:r>
                                    <m:r>
                                      <m:rPr>
                                        <m:sty m:val="p"/>
                                      </m:rPr>
                                      <a:rPr lang="en-GB" b="0" i="0" smtClean="0">
                                        <a:latin typeface="Cambria Math" panose="02040503050406030204" pitchFamily="18" charset="0"/>
                                      </a:rPr>
                                      <m:t>tan</m:t>
                                    </m:r>
                                  </m:fName>
                                  <m:e>
                                    <m:r>
                                      <a:rPr lang="en-GB" b="0" i="1" smtClean="0">
                                        <a:latin typeface="Cambria Math" panose="02040503050406030204" pitchFamily="18" charset="0"/>
                                      </a:rPr>
                                      <m:t>𝑥</m:t>
                                    </m:r>
                                  </m:e>
                                </m:func>
                              </m:oMath>
                            </m:oMathPara>
                          </a14:m>
                          <a:endParaRPr lang="en-GB" dirty="0"/>
                        </a:p>
                      </a:txBody>
                      <a:tcPr/>
                    </a:tc>
                    <a:tc>
                      <a:txBody>
                        <a:bodyPr/>
                        <a:lstStyle/>
                        <a:p>
                          <a:pPr/>
                          <a14:m>
                            <m:oMathPara xmlns:m="http://schemas.openxmlformats.org/officeDocument/2006/math">
                              <m:oMathParaPr>
                                <m:jc m:val="centerGroup"/>
                              </m:oMathParaPr>
                              <m:oMath xmlns:m="http://schemas.openxmlformats.org/officeDocument/2006/math">
                                <m:func>
                                  <m:funcPr>
                                    <m:ctrlPr>
                                      <a:rPr lang="en-GB" b="0" i="1" smtClean="0">
                                        <a:latin typeface="Cambria Math" panose="02040503050406030204" pitchFamily="18" charset="0"/>
                                      </a:rPr>
                                    </m:ctrlPr>
                                  </m:funcPr>
                                  <m:fName>
                                    <m:r>
                                      <a:rPr lang="en-GB" b="0" i="0" smtClean="0">
                                        <a:latin typeface="Cambria Math" panose="02040503050406030204" pitchFamily="18" charset="0"/>
                                      </a:rPr>
                                      <m:t>−</m:t>
                                    </m:r>
                                    <m:r>
                                      <m:rPr>
                                        <m:sty m:val="p"/>
                                      </m:rPr>
                                      <a:rPr lang="en-GB" b="0" i="0" smtClean="0">
                                        <a:latin typeface="Cambria Math" panose="02040503050406030204" pitchFamily="18" charset="0"/>
                                      </a:rPr>
                                      <m:t>cosec</m:t>
                                    </m:r>
                                  </m:fName>
                                  <m:e>
                                    <m:r>
                                      <a:rPr lang="en-GB" b="0" i="1" smtClean="0">
                                        <a:latin typeface="Cambria Math" panose="02040503050406030204" pitchFamily="18" charset="0"/>
                                      </a:rPr>
                                      <m:t>𝑥</m:t>
                                    </m:r>
                                  </m:e>
                                </m:func>
                                <m:r>
                                  <a:rPr lang="en-GB" b="0" i="1" smtClean="0">
                                    <a:latin typeface="Cambria Math" panose="02040503050406030204" pitchFamily="18" charset="0"/>
                                  </a:rPr>
                                  <m:t>+</m:t>
                                </m:r>
                                <m:r>
                                  <a:rPr lang="en-GB" b="0" i="1" smtClean="0">
                                    <a:latin typeface="Cambria Math" panose="02040503050406030204" pitchFamily="18" charset="0"/>
                                  </a:rPr>
                                  <m:t>𝐶</m:t>
                                </m:r>
                              </m:oMath>
                            </m:oMathPara>
                          </a14:m>
                          <a:endParaRPr lang="en-GB" dirty="0"/>
                        </a:p>
                      </a:txBody>
                      <a:tcPr/>
                    </a:tc>
                    <a:extLst>
                      <a:ext uri="{0D108BD9-81ED-4DB2-BD59-A6C34878D82A}">
                        <a16:rowId xmlns:a16="http://schemas.microsoft.com/office/drawing/2014/main" val="10009"/>
                      </a:ext>
                    </a:extLst>
                  </a:tr>
                </a:tbl>
              </a:graphicData>
            </a:graphic>
          </p:graphicFrame>
        </mc:Choice>
        <mc:Fallback>
          <p:graphicFrame>
            <p:nvGraphicFramePr>
              <p:cNvPr id="6" name="Table 5"/>
              <p:cNvGraphicFramePr>
                <a:graphicFrameLocks noGrp="1"/>
              </p:cNvGraphicFramePr>
              <p:nvPr>
                <p:extLst>
                  <p:ext uri="{D42A27DB-BD31-4B8C-83A1-F6EECF244321}">
                    <p14:modId xmlns:p14="http://schemas.microsoft.com/office/powerpoint/2010/main" val="1562020909"/>
                  </p:ext>
                </p:extLst>
              </p:nvPr>
            </p:nvGraphicFramePr>
            <p:xfrm>
              <a:off x="1187624" y="1772816"/>
              <a:ext cx="4248472" cy="4190238"/>
            </p:xfrm>
            <a:graphic>
              <a:graphicData uri="http://schemas.openxmlformats.org/drawingml/2006/table">
                <a:tbl>
                  <a:tblPr firstRow="1" bandRow="1">
                    <a:tableStyleId>{073A0DAA-6AF3-43AB-8588-CEC1D06C72B9}</a:tableStyleId>
                  </a:tblPr>
                  <a:tblGrid>
                    <a:gridCol w="1584176">
                      <a:extLst>
                        <a:ext uri="{9D8B030D-6E8A-4147-A177-3AD203B41FA5}">
                          <a16:colId xmlns:a16="http://schemas.microsoft.com/office/drawing/2014/main" val="20000"/>
                        </a:ext>
                      </a:extLst>
                    </a:gridCol>
                    <a:gridCol w="2664296">
                      <a:extLst>
                        <a:ext uri="{9D8B030D-6E8A-4147-A177-3AD203B41FA5}">
                          <a16:colId xmlns:a16="http://schemas.microsoft.com/office/drawing/2014/main" val="20001"/>
                        </a:ext>
                      </a:extLst>
                    </a:gridCol>
                  </a:tblGrid>
                  <a:tr h="376174">
                    <a:tc>
                      <a:txBody>
                        <a:bodyPr/>
                        <a:lstStyle/>
                        <a:p>
                          <a:endParaRPr lang="en-US"/>
                        </a:p>
                      </a:txBody>
                      <a:tcPr>
                        <a:blipFill>
                          <a:blip r:embed="rId2"/>
                          <a:stretch>
                            <a:fillRect l="-385" t="-1613" r="-170000" b="-1014516"/>
                          </a:stretch>
                        </a:blipFill>
                      </a:tcPr>
                    </a:tc>
                    <a:tc>
                      <a:txBody>
                        <a:bodyPr/>
                        <a:lstStyle/>
                        <a:p>
                          <a:endParaRPr lang="en-US"/>
                        </a:p>
                      </a:txBody>
                      <a:tcPr>
                        <a:blipFill>
                          <a:blip r:embed="rId2"/>
                          <a:stretch>
                            <a:fillRect l="-59589" t="-1613" r="-913" b="-1014516"/>
                          </a:stretch>
                        </a:blipFill>
                      </a:tcPr>
                    </a:tc>
                    <a:extLst>
                      <a:ext uri="{0D108BD9-81ED-4DB2-BD59-A6C34878D82A}">
                        <a16:rowId xmlns:a16="http://schemas.microsoft.com/office/drawing/2014/main" val="10000"/>
                      </a:ext>
                    </a:extLst>
                  </a:tr>
                  <a:tr h="611378">
                    <a:tc>
                      <a:txBody>
                        <a:bodyPr/>
                        <a:lstStyle/>
                        <a:p>
                          <a:endParaRPr lang="en-US"/>
                        </a:p>
                      </a:txBody>
                      <a:tcPr>
                        <a:blipFill>
                          <a:blip r:embed="rId2"/>
                          <a:stretch>
                            <a:fillRect l="-385" t="-63000" r="-170000" b="-529000"/>
                          </a:stretch>
                        </a:blipFill>
                      </a:tcPr>
                    </a:tc>
                    <a:tc>
                      <a:txBody>
                        <a:bodyPr/>
                        <a:lstStyle/>
                        <a:p>
                          <a:endParaRPr lang="en-US"/>
                        </a:p>
                      </a:txBody>
                      <a:tcPr>
                        <a:blipFill>
                          <a:blip r:embed="rId2"/>
                          <a:stretch>
                            <a:fillRect l="-59589" t="-63000" r="-913" b="-529000"/>
                          </a:stretch>
                        </a:blipFill>
                      </a:tcPr>
                    </a:tc>
                    <a:extLst>
                      <a:ext uri="{0D108BD9-81ED-4DB2-BD59-A6C34878D82A}">
                        <a16:rowId xmlns:a16="http://schemas.microsoft.com/office/drawing/2014/main" val="10001"/>
                      </a:ext>
                    </a:extLst>
                  </a:tr>
                  <a:tr h="370840">
                    <a:tc>
                      <a:txBody>
                        <a:bodyPr/>
                        <a:lstStyle/>
                        <a:p>
                          <a:endParaRPr lang="en-US"/>
                        </a:p>
                      </a:txBody>
                      <a:tcPr>
                        <a:blipFill>
                          <a:blip r:embed="rId2"/>
                          <a:stretch>
                            <a:fillRect l="-385" t="-267213" r="-170000" b="-767213"/>
                          </a:stretch>
                        </a:blipFill>
                      </a:tcPr>
                    </a:tc>
                    <a:tc>
                      <a:txBody>
                        <a:bodyPr/>
                        <a:lstStyle/>
                        <a:p>
                          <a:endParaRPr lang="en-US"/>
                        </a:p>
                      </a:txBody>
                      <a:tcPr>
                        <a:blipFill>
                          <a:blip r:embed="rId2"/>
                          <a:stretch>
                            <a:fillRect l="-59589" t="-267213" r="-913" b="-767213"/>
                          </a:stretch>
                        </a:blipFill>
                      </a:tcPr>
                    </a:tc>
                    <a:extLst>
                      <a:ext uri="{0D108BD9-81ED-4DB2-BD59-A6C34878D82A}">
                        <a16:rowId xmlns:a16="http://schemas.microsoft.com/office/drawing/2014/main" val="10002"/>
                      </a:ext>
                    </a:extLst>
                  </a:tr>
                  <a:tr h="606806">
                    <a:tc>
                      <a:txBody>
                        <a:bodyPr/>
                        <a:lstStyle/>
                        <a:p>
                          <a:endParaRPr lang="en-US"/>
                        </a:p>
                      </a:txBody>
                      <a:tcPr>
                        <a:blipFill>
                          <a:blip r:embed="rId2"/>
                          <a:stretch>
                            <a:fillRect l="-385" t="-224000" r="-170000" b="-368000"/>
                          </a:stretch>
                        </a:blipFill>
                      </a:tcPr>
                    </a:tc>
                    <a:tc>
                      <a:txBody>
                        <a:bodyPr/>
                        <a:lstStyle/>
                        <a:p>
                          <a:endParaRPr lang="en-US"/>
                        </a:p>
                      </a:txBody>
                      <a:tcPr>
                        <a:blipFill>
                          <a:blip r:embed="rId2"/>
                          <a:stretch>
                            <a:fillRect l="-59589" t="-224000" r="-913" b="-368000"/>
                          </a:stretch>
                        </a:blipFill>
                      </a:tcPr>
                    </a:tc>
                    <a:extLst>
                      <a:ext uri="{0D108BD9-81ED-4DB2-BD59-A6C34878D82A}">
                        <a16:rowId xmlns:a16="http://schemas.microsoft.com/office/drawing/2014/main" val="10003"/>
                      </a:ext>
                    </a:extLst>
                  </a:tr>
                  <a:tr h="370840">
                    <a:tc>
                      <a:txBody>
                        <a:bodyPr/>
                        <a:lstStyle/>
                        <a:p>
                          <a:endParaRPr lang="en-US"/>
                        </a:p>
                      </a:txBody>
                      <a:tcPr>
                        <a:blipFill>
                          <a:blip r:embed="rId2"/>
                          <a:stretch>
                            <a:fillRect l="-385" t="-531148" r="-170000" b="-503279"/>
                          </a:stretch>
                        </a:blipFill>
                      </a:tcPr>
                    </a:tc>
                    <a:tc>
                      <a:txBody>
                        <a:bodyPr/>
                        <a:lstStyle/>
                        <a:p>
                          <a:endParaRPr lang="en-US"/>
                        </a:p>
                      </a:txBody>
                      <a:tcPr>
                        <a:blipFill>
                          <a:blip r:embed="rId2"/>
                          <a:stretch>
                            <a:fillRect l="-59589" t="-531148" r="-913" b="-503279"/>
                          </a:stretch>
                        </a:blipFill>
                      </a:tcPr>
                    </a:tc>
                    <a:extLst>
                      <a:ext uri="{0D108BD9-81ED-4DB2-BD59-A6C34878D82A}">
                        <a16:rowId xmlns:a16="http://schemas.microsoft.com/office/drawing/2014/main" val="10004"/>
                      </a:ext>
                    </a:extLst>
                  </a:tr>
                  <a:tr h="370840">
                    <a:tc>
                      <a:txBody>
                        <a:bodyPr/>
                        <a:lstStyle/>
                        <a:p>
                          <a:endParaRPr lang="en-US"/>
                        </a:p>
                      </a:txBody>
                      <a:tcPr>
                        <a:blipFill>
                          <a:blip r:embed="rId2"/>
                          <a:stretch>
                            <a:fillRect l="-385" t="-631148" r="-170000" b="-403279"/>
                          </a:stretch>
                        </a:blipFill>
                      </a:tcPr>
                    </a:tc>
                    <a:tc>
                      <a:txBody>
                        <a:bodyPr/>
                        <a:lstStyle/>
                        <a:p>
                          <a:endParaRPr lang="en-US"/>
                        </a:p>
                      </a:txBody>
                      <a:tcPr>
                        <a:blipFill>
                          <a:blip r:embed="rId2"/>
                          <a:stretch>
                            <a:fillRect l="-59589" t="-631148" r="-913" b="-403279"/>
                          </a:stretch>
                        </a:blipFill>
                      </a:tcPr>
                    </a:tc>
                    <a:extLst>
                      <a:ext uri="{0D108BD9-81ED-4DB2-BD59-A6C34878D82A}">
                        <a16:rowId xmlns:a16="http://schemas.microsoft.com/office/drawing/2014/main" val="10005"/>
                      </a:ext>
                    </a:extLst>
                  </a:tr>
                  <a:tr h="370840">
                    <a:tc>
                      <a:txBody>
                        <a:bodyPr/>
                        <a:lstStyle/>
                        <a:p>
                          <a:endParaRPr lang="en-US"/>
                        </a:p>
                      </a:txBody>
                      <a:tcPr>
                        <a:blipFill>
                          <a:blip r:embed="rId2"/>
                          <a:stretch>
                            <a:fillRect l="-385" t="-731148" r="-170000" b="-303279"/>
                          </a:stretch>
                        </a:blipFill>
                      </a:tcPr>
                    </a:tc>
                    <a:tc>
                      <a:txBody>
                        <a:bodyPr/>
                        <a:lstStyle/>
                        <a:p>
                          <a:endParaRPr lang="en-US"/>
                        </a:p>
                      </a:txBody>
                      <a:tcPr>
                        <a:blipFill>
                          <a:blip r:embed="rId2"/>
                          <a:stretch>
                            <a:fillRect l="-59589" t="-731148" r="-913" b="-303279"/>
                          </a:stretch>
                        </a:blipFill>
                      </a:tcPr>
                    </a:tc>
                    <a:extLst>
                      <a:ext uri="{0D108BD9-81ED-4DB2-BD59-A6C34878D82A}">
                        <a16:rowId xmlns:a16="http://schemas.microsoft.com/office/drawing/2014/main" val="10006"/>
                      </a:ext>
                    </a:extLst>
                  </a:tr>
                  <a:tr h="370840">
                    <a:tc>
                      <a:txBody>
                        <a:bodyPr/>
                        <a:lstStyle/>
                        <a:p>
                          <a:endParaRPr lang="en-US"/>
                        </a:p>
                      </a:txBody>
                      <a:tcPr>
                        <a:blipFill>
                          <a:blip r:embed="rId2"/>
                          <a:stretch>
                            <a:fillRect l="-385" t="-831148" r="-170000" b="-203279"/>
                          </a:stretch>
                        </a:blipFill>
                      </a:tcPr>
                    </a:tc>
                    <a:tc>
                      <a:txBody>
                        <a:bodyPr/>
                        <a:lstStyle/>
                        <a:p>
                          <a:endParaRPr lang="en-US"/>
                        </a:p>
                      </a:txBody>
                      <a:tcPr>
                        <a:blipFill>
                          <a:blip r:embed="rId2"/>
                          <a:stretch>
                            <a:fillRect l="-59589" t="-831148" r="-913" b="-203279"/>
                          </a:stretch>
                        </a:blipFill>
                      </a:tcPr>
                    </a:tc>
                    <a:extLst>
                      <a:ext uri="{0D108BD9-81ED-4DB2-BD59-A6C34878D82A}">
                        <a16:rowId xmlns:a16="http://schemas.microsoft.com/office/drawing/2014/main" val="10007"/>
                      </a:ext>
                    </a:extLst>
                  </a:tr>
                  <a:tr h="370840">
                    <a:tc>
                      <a:txBody>
                        <a:bodyPr/>
                        <a:lstStyle/>
                        <a:p>
                          <a:endParaRPr lang="en-US"/>
                        </a:p>
                      </a:txBody>
                      <a:tcPr>
                        <a:blipFill>
                          <a:blip r:embed="rId2"/>
                          <a:stretch>
                            <a:fillRect l="-385" t="-931148" r="-170000" b="-103279"/>
                          </a:stretch>
                        </a:blipFill>
                      </a:tcPr>
                    </a:tc>
                    <a:tc>
                      <a:txBody>
                        <a:bodyPr/>
                        <a:lstStyle/>
                        <a:p>
                          <a:endParaRPr lang="en-US"/>
                        </a:p>
                      </a:txBody>
                      <a:tcPr>
                        <a:blipFill>
                          <a:blip r:embed="rId2"/>
                          <a:stretch>
                            <a:fillRect l="-59589" t="-931148" r="-913" b="-103279"/>
                          </a:stretch>
                        </a:blipFill>
                      </a:tcPr>
                    </a:tc>
                    <a:extLst>
                      <a:ext uri="{0D108BD9-81ED-4DB2-BD59-A6C34878D82A}">
                        <a16:rowId xmlns:a16="http://schemas.microsoft.com/office/drawing/2014/main" val="10008"/>
                      </a:ext>
                    </a:extLst>
                  </a:tr>
                  <a:tr h="370840">
                    <a:tc>
                      <a:txBody>
                        <a:bodyPr/>
                        <a:lstStyle/>
                        <a:p>
                          <a:endParaRPr lang="en-US"/>
                        </a:p>
                      </a:txBody>
                      <a:tcPr>
                        <a:blipFill>
                          <a:blip r:embed="rId2"/>
                          <a:stretch>
                            <a:fillRect l="-385" t="-1031148" r="-170000" b="-3279"/>
                          </a:stretch>
                        </a:blipFill>
                      </a:tcPr>
                    </a:tc>
                    <a:tc>
                      <a:txBody>
                        <a:bodyPr/>
                        <a:lstStyle/>
                        <a:p>
                          <a:endParaRPr lang="en-US"/>
                        </a:p>
                      </a:txBody>
                      <a:tcPr>
                        <a:blipFill>
                          <a:blip r:embed="rId2"/>
                          <a:stretch>
                            <a:fillRect l="-59589" t="-1031148" r="-913" b="-3279"/>
                          </a:stretch>
                        </a:blipFill>
                      </a:tcPr>
                    </a:tc>
                    <a:extLst>
                      <a:ext uri="{0D108BD9-81ED-4DB2-BD59-A6C34878D82A}">
                        <a16:rowId xmlns:a16="http://schemas.microsoft.com/office/drawing/2014/main" val="10009"/>
                      </a:ext>
                    </a:extLst>
                  </a:tr>
                </a:tbl>
              </a:graphicData>
            </a:graphic>
          </p:graphicFrame>
        </mc:Fallback>
      </mc:AlternateContent>
      <p:grpSp>
        <p:nvGrpSpPr>
          <p:cNvPr id="11" name="Group 10"/>
          <p:cNvGrpSpPr/>
          <p:nvPr/>
        </p:nvGrpSpPr>
        <p:grpSpPr>
          <a:xfrm>
            <a:off x="5541484" y="2708920"/>
            <a:ext cx="3278988" cy="830997"/>
            <a:chOff x="5541484" y="2708920"/>
            <a:chExt cx="3278988" cy="830997"/>
          </a:xfrm>
        </p:grpSpPr>
        <mc:AlternateContent xmlns:mc="http://schemas.openxmlformats.org/markup-compatibility/2006" xmlns:a14="http://schemas.microsoft.com/office/drawing/2010/main">
          <mc:Choice Requires="a14">
            <p:sp>
              <p:nvSpPr>
                <p:cNvPr id="7" name="TextBox 6"/>
                <p:cNvSpPr txBox="1"/>
                <p:nvPr/>
              </p:nvSpPr>
              <p:spPr>
                <a:xfrm>
                  <a:off x="5940152" y="2708920"/>
                  <a:ext cx="2880320" cy="830997"/>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rtlCol="0">
                  <a:spAutoFit/>
                </a:bodyPr>
                <a:lstStyle/>
                <a:p>
                  <a:r>
                    <a:rPr lang="en-GB" sz="1600" dirty="0"/>
                    <a:t>The </a:t>
                  </a:r>
                  <a14:m>
                    <m:oMath xmlns:m="http://schemas.openxmlformats.org/officeDocument/2006/math">
                      <m:r>
                        <a:rPr lang="en-GB" sz="1600" b="0" i="1" smtClean="0">
                          <a:latin typeface="Cambria Math" panose="02040503050406030204" pitchFamily="18" charset="0"/>
                        </a:rPr>
                        <m:t>|</m:t>
                      </m:r>
                      <m:r>
                        <a:rPr lang="en-GB" sz="1600" b="0" i="1" smtClean="0">
                          <a:latin typeface="Cambria Math" panose="02040503050406030204" pitchFamily="18" charset="0"/>
                        </a:rPr>
                        <m:t>𝑥</m:t>
                      </m:r>
                      <m:r>
                        <a:rPr lang="en-GB" sz="1600" b="0" i="1" smtClean="0">
                          <a:latin typeface="Cambria Math" panose="02040503050406030204" pitchFamily="18" charset="0"/>
                        </a:rPr>
                        <m:t>|</m:t>
                      </m:r>
                    </m:oMath>
                  </a14:m>
                  <a:r>
                    <a:rPr lang="en-GB" sz="1600" dirty="0"/>
                    <a:t> has to do with problems when </a:t>
                  </a:r>
                  <a14:m>
                    <m:oMath xmlns:m="http://schemas.openxmlformats.org/officeDocument/2006/math">
                      <m:r>
                        <a:rPr lang="en-GB" sz="1600" b="0" i="1" smtClean="0">
                          <a:latin typeface="Cambria Math" panose="02040503050406030204" pitchFamily="18" charset="0"/>
                        </a:rPr>
                        <m:t>𝑥</m:t>
                      </m:r>
                    </m:oMath>
                  </a14:m>
                  <a:r>
                    <a:rPr lang="en-GB" sz="1600" dirty="0"/>
                    <a:t> is negative (when </a:t>
                  </a:r>
                  <a14:m>
                    <m:oMath xmlns:m="http://schemas.openxmlformats.org/officeDocument/2006/math">
                      <m:func>
                        <m:funcPr>
                          <m:ctrlPr>
                            <a:rPr lang="en-GB" sz="1600" b="0" i="1" smtClean="0">
                              <a:latin typeface="Cambria Math" panose="02040503050406030204" pitchFamily="18" charset="0"/>
                            </a:rPr>
                          </m:ctrlPr>
                        </m:funcPr>
                        <m:fName>
                          <m:r>
                            <m:rPr>
                              <m:sty m:val="p"/>
                            </m:rPr>
                            <a:rPr lang="en-GB" sz="1600" b="0" i="0" smtClean="0">
                              <a:latin typeface="Cambria Math" panose="02040503050406030204" pitchFamily="18" charset="0"/>
                            </a:rPr>
                            <m:t>ln</m:t>
                          </m:r>
                        </m:fName>
                        <m:e>
                          <m:r>
                            <a:rPr lang="en-GB" sz="1600" b="0" i="1" smtClean="0">
                              <a:latin typeface="Cambria Math" panose="02040503050406030204" pitchFamily="18" charset="0"/>
                            </a:rPr>
                            <m:t>𝑥</m:t>
                          </m:r>
                        </m:e>
                      </m:func>
                    </m:oMath>
                  </a14:m>
                  <a:r>
                    <a:rPr lang="en-GB" sz="1600" dirty="0"/>
                    <a:t> is not defined)</a:t>
                  </a:r>
                </a:p>
              </p:txBody>
            </p:sp>
          </mc:Choice>
          <mc:Fallback xmlns="">
            <p:sp>
              <p:nvSpPr>
                <p:cNvPr id="7" name="TextBox 6"/>
                <p:cNvSpPr txBox="1">
                  <a:spLocks noRot="1" noChangeAspect="1" noMove="1" noResize="1" noEditPoints="1" noAdjustHandles="1" noChangeArrowheads="1" noChangeShapeType="1" noTextEdit="1"/>
                </p:cNvSpPr>
                <p:nvPr/>
              </p:nvSpPr>
              <p:spPr>
                <a:xfrm>
                  <a:off x="5940152" y="2708920"/>
                  <a:ext cx="2880320" cy="830997"/>
                </a:xfrm>
                <a:prstGeom prst="rect">
                  <a:avLst/>
                </a:prstGeom>
                <a:blipFill>
                  <a:blip r:embed="rId5"/>
                  <a:stretch>
                    <a:fillRect l="-629" t="-709" r="-419" b="-6383"/>
                  </a:stretch>
                </a:blipFill>
              </p:spPr>
              <p:txBody>
                <a:bodyPr/>
                <a:lstStyle/>
                <a:p>
                  <a:r>
                    <a:rPr lang="en-GB">
                      <a:noFill/>
                    </a:rPr>
                    <a:t> </a:t>
                  </a:r>
                </a:p>
              </p:txBody>
            </p:sp>
          </mc:Fallback>
        </mc:AlternateContent>
        <p:cxnSp>
          <p:nvCxnSpPr>
            <p:cNvPr id="9" name="Straight Arrow Connector 8"/>
            <p:cNvCxnSpPr>
              <a:stCxn id="7" idx="1"/>
            </p:cNvCxnSpPr>
            <p:nvPr/>
          </p:nvCxnSpPr>
          <p:spPr>
            <a:xfrm flipH="1">
              <a:off x="5541484" y="3124419"/>
              <a:ext cx="398668" cy="180641"/>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grpSp>
      <p:grpSp>
        <p:nvGrpSpPr>
          <p:cNvPr id="13" name="Group 12"/>
          <p:cNvGrpSpPr/>
          <p:nvPr/>
        </p:nvGrpSpPr>
        <p:grpSpPr>
          <a:xfrm>
            <a:off x="5541484" y="3611633"/>
            <a:ext cx="3319017" cy="1569660"/>
            <a:chOff x="5519313" y="2459505"/>
            <a:chExt cx="3319017" cy="1569660"/>
          </a:xfrm>
        </p:grpSpPr>
        <p:sp>
          <p:nvSpPr>
            <p:cNvPr id="14" name="TextBox 13"/>
            <p:cNvSpPr txBox="1"/>
            <p:nvPr/>
          </p:nvSpPr>
          <p:spPr>
            <a:xfrm>
              <a:off x="5958010" y="2459505"/>
              <a:ext cx="2880320" cy="156966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rtlCol="0">
              <a:spAutoFit/>
            </a:bodyPr>
            <a:lstStyle/>
            <a:p>
              <a:r>
                <a:rPr lang="en-GB" sz="1600" dirty="0"/>
                <a:t>Remember the memorisation trick of picturing sin above cos from C3, so that ‘going down’ is differentiating and ‘going up’ is integrating, and we change the sign if the wrong way round.</a:t>
              </a:r>
            </a:p>
          </p:txBody>
        </p:sp>
        <p:cxnSp>
          <p:nvCxnSpPr>
            <p:cNvPr id="15" name="Straight Arrow Connector 14"/>
            <p:cNvCxnSpPr>
              <a:stCxn id="14" idx="1"/>
            </p:cNvCxnSpPr>
            <p:nvPr/>
          </p:nvCxnSpPr>
          <p:spPr>
            <a:xfrm flipH="1" flipV="1">
              <a:off x="5519313" y="2803288"/>
              <a:ext cx="438697" cy="441047"/>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grpSp>
      <p:grpSp>
        <p:nvGrpSpPr>
          <p:cNvPr id="17" name="Group 16"/>
          <p:cNvGrpSpPr/>
          <p:nvPr/>
        </p:nvGrpSpPr>
        <p:grpSpPr>
          <a:xfrm>
            <a:off x="5436096" y="4614454"/>
            <a:ext cx="3426603" cy="983408"/>
            <a:chOff x="5393869" y="2064066"/>
            <a:chExt cx="3426603" cy="983408"/>
          </a:xfrm>
        </p:grpSpPr>
        <p:sp>
          <p:nvSpPr>
            <p:cNvPr id="18" name="TextBox 17"/>
            <p:cNvSpPr txBox="1"/>
            <p:nvPr/>
          </p:nvSpPr>
          <p:spPr>
            <a:xfrm>
              <a:off x="5940152" y="2708920"/>
              <a:ext cx="2880320" cy="338554"/>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rtlCol="0">
              <a:spAutoFit/>
            </a:bodyPr>
            <a:lstStyle/>
            <a:p>
              <a:r>
                <a:rPr lang="en-GB" sz="1600" dirty="0"/>
                <a:t>It’s vital you remember this one.</a:t>
              </a:r>
            </a:p>
          </p:txBody>
        </p:sp>
        <p:cxnSp>
          <p:nvCxnSpPr>
            <p:cNvPr id="19" name="Straight Arrow Connector 18"/>
            <p:cNvCxnSpPr>
              <a:stCxn id="18" idx="1"/>
            </p:cNvCxnSpPr>
            <p:nvPr/>
          </p:nvCxnSpPr>
          <p:spPr>
            <a:xfrm flipH="1" flipV="1">
              <a:off x="5393869" y="2064066"/>
              <a:ext cx="546283" cy="814131"/>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grpSp>
      <p:sp>
        <p:nvSpPr>
          <p:cNvPr id="21" name="Rectangle 20"/>
          <p:cNvSpPr/>
          <p:nvPr/>
        </p:nvSpPr>
        <p:spPr>
          <a:xfrm>
            <a:off x="2783853" y="2146448"/>
            <a:ext cx="2636446" cy="596751"/>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fontAlgn="auto">
              <a:spcBef>
                <a:spcPts val="0"/>
              </a:spcBef>
              <a:spcAft>
                <a:spcPts val="0"/>
              </a:spcAft>
              <a:defRPr/>
            </a:pPr>
            <a:r>
              <a:rPr lang="en-GB" sz="2800" dirty="0"/>
              <a:t>?</a:t>
            </a:r>
          </a:p>
        </p:txBody>
      </p:sp>
      <p:sp>
        <p:nvSpPr>
          <p:cNvPr id="22" name="Rectangle 21"/>
          <p:cNvSpPr/>
          <p:nvPr/>
        </p:nvSpPr>
        <p:spPr>
          <a:xfrm>
            <a:off x="2783853" y="2743200"/>
            <a:ext cx="2636446" cy="38122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fontAlgn="auto">
              <a:spcBef>
                <a:spcPts val="0"/>
              </a:spcBef>
              <a:spcAft>
                <a:spcPts val="0"/>
              </a:spcAft>
              <a:defRPr/>
            </a:pPr>
            <a:r>
              <a:rPr lang="en-GB" sz="2800" dirty="0"/>
              <a:t>?</a:t>
            </a:r>
          </a:p>
        </p:txBody>
      </p:sp>
      <p:sp>
        <p:nvSpPr>
          <p:cNvPr id="23" name="Rectangle 22"/>
          <p:cNvSpPr/>
          <p:nvPr/>
        </p:nvSpPr>
        <p:spPr>
          <a:xfrm>
            <a:off x="2783853" y="3124782"/>
            <a:ext cx="2636446" cy="59225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fontAlgn="auto">
              <a:spcBef>
                <a:spcPts val="0"/>
              </a:spcBef>
              <a:spcAft>
                <a:spcPts val="0"/>
              </a:spcAft>
              <a:defRPr/>
            </a:pPr>
            <a:r>
              <a:rPr lang="en-GB" sz="2800" dirty="0"/>
              <a:t>?</a:t>
            </a:r>
          </a:p>
        </p:txBody>
      </p:sp>
      <p:sp>
        <p:nvSpPr>
          <p:cNvPr id="24" name="Rectangle 23"/>
          <p:cNvSpPr/>
          <p:nvPr/>
        </p:nvSpPr>
        <p:spPr>
          <a:xfrm>
            <a:off x="2783853" y="3706015"/>
            <a:ext cx="2636446" cy="42531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fontAlgn="auto">
              <a:spcBef>
                <a:spcPts val="0"/>
              </a:spcBef>
              <a:spcAft>
                <a:spcPts val="0"/>
              </a:spcAft>
              <a:defRPr/>
            </a:pPr>
            <a:r>
              <a:rPr lang="en-GB" sz="2800" dirty="0"/>
              <a:t>?</a:t>
            </a:r>
          </a:p>
        </p:txBody>
      </p:sp>
      <p:sp>
        <p:nvSpPr>
          <p:cNvPr id="25" name="Rectangle 24"/>
          <p:cNvSpPr/>
          <p:nvPr/>
        </p:nvSpPr>
        <p:spPr>
          <a:xfrm>
            <a:off x="2783056" y="4131325"/>
            <a:ext cx="2636446" cy="330506"/>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fontAlgn="auto">
              <a:spcBef>
                <a:spcPts val="0"/>
              </a:spcBef>
              <a:spcAft>
                <a:spcPts val="0"/>
              </a:spcAft>
              <a:defRPr/>
            </a:pPr>
            <a:r>
              <a:rPr lang="en-GB" sz="2800" dirty="0"/>
              <a:t>?</a:t>
            </a:r>
          </a:p>
        </p:txBody>
      </p:sp>
      <p:sp>
        <p:nvSpPr>
          <p:cNvPr id="26" name="Rectangle 25"/>
          <p:cNvSpPr/>
          <p:nvPr/>
        </p:nvSpPr>
        <p:spPr>
          <a:xfrm>
            <a:off x="2783056" y="4449200"/>
            <a:ext cx="2636446" cy="431271"/>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fontAlgn="auto">
              <a:spcBef>
                <a:spcPts val="0"/>
              </a:spcBef>
              <a:spcAft>
                <a:spcPts val="0"/>
              </a:spcAft>
              <a:defRPr/>
            </a:pPr>
            <a:r>
              <a:rPr lang="en-GB" sz="2800" dirty="0"/>
              <a:t>?</a:t>
            </a:r>
          </a:p>
        </p:txBody>
      </p:sp>
      <p:sp>
        <p:nvSpPr>
          <p:cNvPr id="27" name="Rectangle 26"/>
          <p:cNvSpPr/>
          <p:nvPr/>
        </p:nvSpPr>
        <p:spPr>
          <a:xfrm>
            <a:off x="2783056" y="4864348"/>
            <a:ext cx="2636446" cy="345871"/>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fontAlgn="auto">
              <a:spcBef>
                <a:spcPts val="0"/>
              </a:spcBef>
              <a:spcAft>
                <a:spcPts val="0"/>
              </a:spcAft>
              <a:defRPr/>
            </a:pPr>
            <a:r>
              <a:rPr lang="en-GB" sz="2800" dirty="0"/>
              <a:t>?</a:t>
            </a:r>
          </a:p>
        </p:txBody>
      </p:sp>
      <p:sp>
        <p:nvSpPr>
          <p:cNvPr id="28" name="Rectangle 27"/>
          <p:cNvSpPr/>
          <p:nvPr/>
        </p:nvSpPr>
        <p:spPr>
          <a:xfrm>
            <a:off x="2783056" y="5195899"/>
            <a:ext cx="2636446" cy="377877"/>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fontAlgn="auto">
              <a:spcBef>
                <a:spcPts val="0"/>
              </a:spcBef>
              <a:spcAft>
                <a:spcPts val="0"/>
              </a:spcAft>
              <a:defRPr/>
            </a:pPr>
            <a:r>
              <a:rPr lang="en-GB" sz="2800" dirty="0"/>
              <a:t>?</a:t>
            </a:r>
          </a:p>
        </p:txBody>
      </p:sp>
      <p:sp>
        <p:nvSpPr>
          <p:cNvPr id="29" name="Rectangle 28"/>
          <p:cNvSpPr/>
          <p:nvPr/>
        </p:nvSpPr>
        <p:spPr>
          <a:xfrm>
            <a:off x="2783056" y="5571403"/>
            <a:ext cx="2636446" cy="377877"/>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fontAlgn="auto">
              <a:spcBef>
                <a:spcPts val="0"/>
              </a:spcBef>
              <a:spcAft>
                <a:spcPts val="0"/>
              </a:spcAft>
              <a:defRPr/>
            </a:pPr>
            <a:r>
              <a:rPr lang="en-GB" sz="2800" dirty="0"/>
              <a:t>?</a:t>
            </a:r>
          </a:p>
        </p:txBody>
      </p:sp>
      <p:sp>
        <p:nvSpPr>
          <p:cNvPr id="30" name="TextBox 29"/>
          <p:cNvSpPr txBox="1"/>
          <p:nvPr/>
        </p:nvSpPr>
        <p:spPr>
          <a:xfrm>
            <a:off x="2067709" y="6077772"/>
            <a:ext cx="5080589" cy="646331"/>
          </a:xfrm>
          <a:prstGeom prst="rect">
            <a:avLst/>
          </a:prstGeom>
          <a:noFill/>
        </p:spPr>
        <p:txBody>
          <a:bodyPr wrap="square" rtlCol="0">
            <a:spAutoFit/>
          </a:bodyPr>
          <a:lstStyle/>
          <a:p>
            <a:r>
              <a:rPr lang="en-GB" dirty="0"/>
              <a:t>Have a good stare at this slide before turning your paper over – let’s see how many you remember…</a:t>
            </a:r>
          </a:p>
        </p:txBody>
      </p:sp>
    </p:spTree>
    <p:extLst>
      <p:ext uri="{BB962C8B-B14F-4D97-AF65-F5344CB8AC3E}">
        <p14:creationId xmlns:p14="http://schemas.microsoft.com/office/powerpoint/2010/main" val="3470814168"/>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1"/>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21"/>
                                        </p:tgtEl>
                                      </p:cBhvr>
                                    </p:animEffect>
                                    <p:set>
                                      <p:cBhvr>
                                        <p:cTn id="7" dur="1" fill="hold">
                                          <p:stCondLst>
                                            <p:cond delay="499"/>
                                          </p:stCondLst>
                                        </p:cTn>
                                        <p:tgtEl>
                                          <p:spTgt spid="21"/>
                                        </p:tgtEl>
                                        <p:attrNameLst>
                                          <p:attrName>style.visibility</p:attrName>
                                        </p:attrNameLst>
                                      </p:cBhvr>
                                      <p:to>
                                        <p:strVal val="hidden"/>
                                      </p:to>
                                    </p:set>
                                  </p:childTnLst>
                                </p:cTn>
                              </p:par>
                            </p:childTnLst>
                          </p:cTn>
                        </p:par>
                      </p:childTnLst>
                    </p:cTn>
                  </p:par>
                </p:childTnLst>
              </p:cTn>
              <p:nextCondLst>
                <p:cond evt="onClick" delay="0">
                  <p:tgtEl>
                    <p:spTgt spid="21"/>
                  </p:tgtEl>
                </p:cond>
              </p:nextCondLst>
            </p:seq>
            <p:seq concurrent="1" nextAc="seek">
              <p:cTn id="8" restart="whenNotActive" fill="hold" evtFilter="cancelBubble" nodeType="interactiveSeq">
                <p:stCondLst>
                  <p:cond evt="onClick" delay="0">
                    <p:tgtEl>
                      <p:spTgt spid="22"/>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22"/>
                                        </p:tgtEl>
                                      </p:cBhvr>
                                    </p:animEffect>
                                    <p:set>
                                      <p:cBhvr>
                                        <p:cTn id="13" dur="1" fill="hold">
                                          <p:stCondLst>
                                            <p:cond delay="499"/>
                                          </p:stCondLst>
                                        </p:cTn>
                                        <p:tgtEl>
                                          <p:spTgt spid="22"/>
                                        </p:tgtEl>
                                        <p:attrNameLst>
                                          <p:attrName>style.visibility</p:attrName>
                                        </p:attrNameLst>
                                      </p:cBhvr>
                                      <p:to>
                                        <p:strVal val="hidden"/>
                                      </p:to>
                                    </p:set>
                                  </p:childTnLst>
                                </p:cTn>
                              </p:par>
                            </p:childTnLst>
                          </p:cTn>
                        </p:par>
                      </p:childTnLst>
                    </p:cTn>
                  </p:par>
                </p:childTnLst>
              </p:cTn>
              <p:nextCondLst>
                <p:cond evt="onClick" delay="0">
                  <p:tgtEl>
                    <p:spTgt spid="22"/>
                  </p:tgtEl>
                </p:cond>
              </p:nextCondLst>
            </p:seq>
            <p:seq concurrent="1" nextAc="seek">
              <p:cTn id="14" restart="whenNotActive" fill="hold" evtFilter="cancelBubble" nodeType="interactiveSeq">
                <p:stCondLst>
                  <p:cond evt="onClick" delay="0">
                    <p:tgtEl>
                      <p:spTgt spid="23"/>
                    </p:tgtEl>
                  </p:cond>
                </p:stCondLst>
                <p:endSync evt="end" delay="0">
                  <p:rtn val="all"/>
                </p:endSync>
                <p:childTnLst>
                  <p:par>
                    <p:cTn id="15" fill="hold">
                      <p:stCondLst>
                        <p:cond delay="0"/>
                      </p:stCondLst>
                      <p:childTnLst>
                        <p:par>
                          <p:cTn id="16" fill="hold">
                            <p:stCondLst>
                              <p:cond delay="0"/>
                            </p:stCondLst>
                            <p:childTnLst>
                              <p:par>
                                <p:cTn id="17" presetID="10" presetClass="exit" presetSubtype="0" fill="hold" grpId="0" nodeType="clickEffect">
                                  <p:stCondLst>
                                    <p:cond delay="0"/>
                                  </p:stCondLst>
                                  <p:childTnLst>
                                    <p:animEffect transition="out" filter="fade">
                                      <p:cBhvr>
                                        <p:cTn id="18" dur="500"/>
                                        <p:tgtEl>
                                          <p:spTgt spid="23"/>
                                        </p:tgtEl>
                                      </p:cBhvr>
                                    </p:animEffect>
                                    <p:set>
                                      <p:cBhvr>
                                        <p:cTn id="19" dur="1" fill="hold">
                                          <p:stCondLst>
                                            <p:cond delay="499"/>
                                          </p:stCondLst>
                                        </p:cTn>
                                        <p:tgtEl>
                                          <p:spTgt spid="23"/>
                                        </p:tgtEl>
                                        <p:attrNameLst>
                                          <p:attrName>style.visibility</p:attrName>
                                        </p:attrNameLst>
                                      </p:cBhvr>
                                      <p:to>
                                        <p:strVal val="hidden"/>
                                      </p:to>
                                    </p:set>
                                  </p:childTnLst>
                                </p:cTn>
                              </p:par>
                              <p:par>
                                <p:cTn id="20" presetID="10" presetClass="entr" presetSubtype="0" fill="hold"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childTnLst>
                          </p:cTn>
                        </p:par>
                      </p:childTnLst>
                    </p:cTn>
                  </p:par>
                </p:childTnLst>
              </p:cTn>
              <p:nextCondLst>
                <p:cond evt="onClick" delay="0">
                  <p:tgtEl>
                    <p:spTgt spid="23"/>
                  </p:tgtEl>
                </p:cond>
              </p:nextCondLst>
            </p:seq>
            <p:seq concurrent="1" nextAc="seek">
              <p:cTn id="23" restart="whenNotActive" fill="hold" evtFilter="cancelBubble" nodeType="interactiveSeq">
                <p:stCondLst>
                  <p:cond evt="onClick" delay="0">
                    <p:tgtEl>
                      <p:spTgt spid="24"/>
                    </p:tgtEl>
                  </p:cond>
                </p:stCondLst>
                <p:endSync evt="end" delay="0">
                  <p:rtn val="all"/>
                </p:endSync>
                <p:childTnLst>
                  <p:par>
                    <p:cTn id="24" fill="hold">
                      <p:stCondLst>
                        <p:cond delay="0"/>
                      </p:stCondLst>
                      <p:childTnLst>
                        <p:par>
                          <p:cTn id="25" fill="hold">
                            <p:stCondLst>
                              <p:cond delay="0"/>
                            </p:stCondLst>
                            <p:childTnLst>
                              <p:par>
                                <p:cTn id="26" presetID="10" presetClass="exit" presetSubtype="0" fill="hold" grpId="0" nodeType="clickEffect">
                                  <p:stCondLst>
                                    <p:cond delay="0"/>
                                  </p:stCondLst>
                                  <p:childTnLst>
                                    <p:animEffect transition="out" filter="fade">
                                      <p:cBhvr>
                                        <p:cTn id="27" dur="500"/>
                                        <p:tgtEl>
                                          <p:spTgt spid="24"/>
                                        </p:tgtEl>
                                      </p:cBhvr>
                                    </p:animEffect>
                                    <p:set>
                                      <p:cBhvr>
                                        <p:cTn id="28" dur="1" fill="hold">
                                          <p:stCondLst>
                                            <p:cond delay="499"/>
                                          </p:stCondLst>
                                        </p:cTn>
                                        <p:tgtEl>
                                          <p:spTgt spid="24"/>
                                        </p:tgtEl>
                                        <p:attrNameLst>
                                          <p:attrName>style.visibility</p:attrName>
                                        </p:attrNameLst>
                                      </p:cBhvr>
                                      <p:to>
                                        <p:strVal val="hidden"/>
                                      </p:to>
                                    </p:set>
                                  </p:childTnLst>
                                </p:cTn>
                              </p:par>
                              <p:par>
                                <p:cTn id="29" presetID="10" presetClass="entr" presetSubtype="0" fill="hold"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childTnLst>
                                </p:cTn>
                              </p:par>
                            </p:childTnLst>
                          </p:cTn>
                        </p:par>
                      </p:childTnLst>
                    </p:cTn>
                  </p:par>
                </p:childTnLst>
              </p:cTn>
              <p:nextCondLst>
                <p:cond evt="onClick" delay="0">
                  <p:tgtEl>
                    <p:spTgt spid="24"/>
                  </p:tgtEl>
                </p:cond>
              </p:nextCondLst>
            </p:seq>
            <p:seq concurrent="1" nextAc="seek">
              <p:cTn id="32" restart="whenNotActive" fill="hold" evtFilter="cancelBubble" nodeType="interactiveSeq">
                <p:stCondLst>
                  <p:cond evt="onClick" delay="0">
                    <p:tgtEl>
                      <p:spTgt spid="25"/>
                    </p:tgtEl>
                  </p:cond>
                </p:stCondLst>
                <p:endSync evt="end" delay="0">
                  <p:rtn val="all"/>
                </p:endSync>
                <p:childTnLst>
                  <p:par>
                    <p:cTn id="33" fill="hold">
                      <p:stCondLst>
                        <p:cond delay="0"/>
                      </p:stCondLst>
                      <p:childTnLst>
                        <p:par>
                          <p:cTn id="34" fill="hold">
                            <p:stCondLst>
                              <p:cond delay="0"/>
                            </p:stCondLst>
                            <p:childTnLst>
                              <p:par>
                                <p:cTn id="35" presetID="10" presetClass="exit" presetSubtype="0" fill="hold" grpId="0" nodeType="clickEffect">
                                  <p:stCondLst>
                                    <p:cond delay="0"/>
                                  </p:stCondLst>
                                  <p:childTnLst>
                                    <p:animEffect transition="out" filter="fade">
                                      <p:cBhvr>
                                        <p:cTn id="36" dur="500"/>
                                        <p:tgtEl>
                                          <p:spTgt spid="25"/>
                                        </p:tgtEl>
                                      </p:cBhvr>
                                    </p:animEffect>
                                    <p:set>
                                      <p:cBhvr>
                                        <p:cTn id="37" dur="1" fill="hold">
                                          <p:stCondLst>
                                            <p:cond delay="499"/>
                                          </p:stCondLst>
                                        </p:cTn>
                                        <p:tgtEl>
                                          <p:spTgt spid="25"/>
                                        </p:tgtEl>
                                        <p:attrNameLst>
                                          <p:attrName>style.visibility</p:attrName>
                                        </p:attrNameLst>
                                      </p:cBhvr>
                                      <p:to>
                                        <p:strVal val="hidden"/>
                                      </p:to>
                                    </p:set>
                                  </p:childTnLst>
                                </p:cTn>
                              </p:par>
                            </p:childTnLst>
                          </p:cTn>
                        </p:par>
                      </p:childTnLst>
                    </p:cTn>
                  </p:par>
                </p:childTnLst>
              </p:cTn>
              <p:nextCondLst>
                <p:cond evt="onClick" delay="0">
                  <p:tgtEl>
                    <p:spTgt spid="25"/>
                  </p:tgtEl>
                </p:cond>
              </p:nextCondLst>
            </p:seq>
            <p:seq concurrent="1" nextAc="seek">
              <p:cTn id="38" restart="whenNotActive" fill="hold" evtFilter="cancelBubble" nodeType="interactiveSeq">
                <p:stCondLst>
                  <p:cond evt="onClick" delay="0">
                    <p:tgtEl>
                      <p:spTgt spid="26"/>
                    </p:tgtEl>
                  </p:cond>
                </p:stCondLst>
                <p:endSync evt="end" delay="0">
                  <p:rtn val="all"/>
                </p:endSync>
                <p:childTnLst>
                  <p:par>
                    <p:cTn id="39" fill="hold">
                      <p:stCondLst>
                        <p:cond delay="0"/>
                      </p:stCondLst>
                      <p:childTnLst>
                        <p:par>
                          <p:cTn id="40" fill="hold">
                            <p:stCondLst>
                              <p:cond delay="0"/>
                            </p:stCondLst>
                            <p:childTnLst>
                              <p:par>
                                <p:cTn id="41" presetID="10" presetClass="exit" presetSubtype="0" fill="hold" grpId="0" nodeType="clickEffect">
                                  <p:stCondLst>
                                    <p:cond delay="0"/>
                                  </p:stCondLst>
                                  <p:childTnLst>
                                    <p:animEffect transition="out" filter="fade">
                                      <p:cBhvr>
                                        <p:cTn id="42" dur="500"/>
                                        <p:tgtEl>
                                          <p:spTgt spid="26"/>
                                        </p:tgtEl>
                                      </p:cBhvr>
                                    </p:animEffect>
                                    <p:set>
                                      <p:cBhvr>
                                        <p:cTn id="43" dur="1" fill="hold">
                                          <p:stCondLst>
                                            <p:cond delay="499"/>
                                          </p:stCondLst>
                                        </p:cTn>
                                        <p:tgtEl>
                                          <p:spTgt spid="26"/>
                                        </p:tgtEl>
                                        <p:attrNameLst>
                                          <p:attrName>style.visibility</p:attrName>
                                        </p:attrNameLst>
                                      </p:cBhvr>
                                      <p:to>
                                        <p:strVal val="hidden"/>
                                      </p:to>
                                    </p:set>
                                  </p:childTnLst>
                                </p:cTn>
                              </p:par>
                              <p:par>
                                <p:cTn id="44" presetID="10" presetClass="entr" presetSubtype="0" fill="hold" nodeType="with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500"/>
                                        <p:tgtEl>
                                          <p:spTgt spid="17"/>
                                        </p:tgtEl>
                                      </p:cBhvr>
                                    </p:animEffect>
                                  </p:childTnLst>
                                </p:cTn>
                              </p:par>
                            </p:childTnLst>
                          </p:cTn>
                        </p:par>
                      </p:childTnLst>
                    </p:cTn>
                  </p:par>
                </p:childTnLst>
              </p:cTn>
              <p:nextCondLst>
                <p:cond evt="onClick" delay="0">
                  <p:tgtEl>
                    <p:spTgt spid="26"/>
                  </p:tgtEl>
                </p:cond>
              </p:nextCondLst>
            </p:seq>
            <p:seq concurrent="1" nextAc="seek">
              <p:cTn id="47" restart="whenNotActive" fill="hold" evtFilter="cancelBubble" nodeType="interactiveSeq">
                <p:stCondLst>
                  <p:cond evt="onClick" delay="0">
                    <p:tgtEl>
                      <p:spTgt spid="27"/>
                    </p:tgtEl>
                  </p:cond>
                </p:stCondLst>
                <p:endSync evt="end" delay="0">
                  <p:rtn val="all"/>
                </p:endSync>
                <p:childTnLst>
                  <p:par>
                    <p:cTn id="48" fill="hold">
                      <p:stCondLst>
                        <p:cond delay="0"/>
                      </p:stCondLst>
                      <p:childTnLst>
                        <p:par>
                          <p:cTn id="49" fill="hold">
                            <p:stCondLst>
                              <p:cond delay="0"/>
                            </p:stCondLst>
                            <p:childTnLst>
                              <p:par>
                                <p:cTn id="50" presetID="10" presetClass="exit" presetSubtype="0" fill="hold" grpId="0" nodeType="clickEffect">
                                  <p:stCondLst>
                                    <p:cond delay="0"/>
                                  </p:stCondLst>
                                  <p:childTnLst>
                                    <p:animEffect transition="out" filter="fade">
                                      <p:cBhvr>
                                        <p:cTn id="51" dur="500"/>
                                        <p:tgtEl>
                                          <p:spTgt spid="27"/>
                                        </p:tgtEl>
                                      </p:cBhvr>
                                    </p:animEffect>
                                    <p:set>
                                      <p:cBhvr>
                                        <p:cTn id="52" dur="1" fill="hold">
                                          <p:stCondLst>
                                            <p:cond delay="499"/>
                                          </p:stCondLst>
                                        </p:cTn>
                                        <p:tgtEl>
                                          <p:spTgt spid="27"/>
                                        </p:tgtEl>
                                        <p:attrNameLst>
                                          <p:attrName>style.visibility</p:attrName>
                                        </p:attrNameLst>
                                      </p:cBhvr>
                                      <p:to>
                                        <p:strVal val="hidden"/>
                                      </p:to>
                                    </p:set>
                                  </p:childTnLst>
                                </p:cTn>
                              </p:par>
                            </p:childTnLst>
                          </p:cTn>
                        </p:par>
                      </p:childTnLst>
                    </p:cTn>
                  </p:par>
                </p:childTnLst>
              </p:cTn>
              <p:nextCondLst>
                <p:cond evt="onClick" delay="0">
                  <p:tgtEl>
                    <p:spTgt spid="27"/>
                  </p:tgtEl>
                </p:cond>
              </p:nextCondLst>
            </p:seq>
            <p:seq concurrent="1" nextAc="seek">
              <p:cTn id="53" restart="whenNotActive" fill="hold" evtFilter="cancelBubble" nodeType="interactiveSeq">
                <p:stCondLst>
                  <p:cond evt="onClick" delay="0">
                    <p:tgtEl>
                      <p:spTgt spid="28"/>
                    </p:tgtEl>
                  </p:cond>
                </p:stCondLst>
                <p:endSync evt="end" delay="0">
                  <p:rtn val="all"/>
                </p:endSync>
                <p:childTnLst>
                  <p:par>
                    <p:cTn id="54" fill="hold">
                      <p:stCondLst>
                        <p:cond delay="0"/>
                      </p:stCondLst>
                      <p:childTnLst>
                        <p:par>
                          <p:cTn id="55" fill="hold">
                            <p:stCondLst>
                              <p:cond delay="0"/>
                            </p:stCondLst>
                            <p:childTnLst>
                              <p:par>
                                <p:cTn id="56" presetID="10" presetClass="exit" presetSubtype="0" fill="hold" grpId="0" nodeType="clickEffect">
                                  <p:stCondLst>
                                    <p:cond delay="0"/>
                                  </p:stCondLst>
                                  <p:childTnLst>
                                    <p:animEffect transition="out" filter="fade">
                                      <p:cBhvr>
                                        <p:cTn id="57" dur="500"/>
                                        <p:tgtEl>
                                          <p:spTgt spid="28"/>
                                        </p:tgtEl>
                                      </p:cBhvr>
                                    </p:animEffect>
                                    <p:set>
                                      <p:cBhvr>
                                        <p:cTn id="58" dur="1" fill="hold">
                                          <p:stCondLst>
                                            <p:cond delay="499"/>
                                          </p:stCondLst>
                                        </p:cTn>
                                        <p:tgtEl>
                                          <p:spTgt spid="28"/>
                                        </p:tgtEl>
                                        <p:attrNameLst>
                                          <p:attrName>style.visibility</p:attrName>
                                        </p:attrNameLst>
                                      </p:cBhvr>
                                      <p:to>
                                        <p:strVal val="hidden"/>
                                      </p:to>
                                    </p:set>
                                  </p:childTnLst>
                                </p:cTn>
                              </p:par>
                            </p:childTnLst>
                          </p:cTn>
                        </p:par>
                      </p:childTnLst>
                    </p:cTn>
                  </p:par>
                </p:childTnLst>
              </p:cTn>
              <p:nextCondLst>
                <p:cond evt="onClick" delay="0">
                  <p:tgtEl>
                    <p:spTgt spid="28"/>
                  </p:tgtEl>
                </p:cond>
              </p:nextCondLst>
            </p:seq>
            <p:seq concurrent="1" nextAc="seek">
              <p:cTn id="59" restart="whenNotActive" fill="hold" evtFilter="cancelBubble" nodeType="interactiveSeq">
                <p:stCondLst>
                  <p:cond evt="onClick" delay="0">
                    <p:tgtEl>
                      <p:spTgt spid="29"/>
                    </p:tgtEl>
                  </p:cond>
                </p:stCondLst>
                <p:endSync evt="end" delay="0">
                  <p:rtn val="all"/>
                </p:endSync>
                <p:childTnLst>
                  <p:par>
                    <p:cTn id="60" fill="hold">
                      <p:stCondLst>
                        <p:cond delay="0"/>
                      </p:stCondLst>
                      <p:childTnLst>
                        <p:par>
                          <p:cTn id="61" fill="hold">
                            <p:stCondLst>
                              <p:cond delay="0"/>
                            </p:stCondLst>
                            <p:childTnLst>
                              <p:par>
                                <p:cTn id="62" presetID="10" presetClass="exit" presetSubtype="0" fill="hold" grpId="0" nodeType="clickEffect">
                                  <p:stCondLst>
                                    <p:cond delay="0"/>
                                  </p:stCondLst>
                                  <p:childTnLst>
                                    <p:animEffect transition="out" filter="fade">
                                      <p:cBhvr>
                                        <p:cTn id="63" dur="500"/>
                                        <p:tgtEl>
                                          <p:spTgt spid="29"/>
                                        </p:tgtEl>
                                      </p:cBhvr>
                                    </p:animEffect>
                                    <p:set>
                                      <p:cBhvr>
                                        <p:cTn id="64" dur="1" fill="hold">
                                          <p:stCondLst>
                                            <p:cond delay="499"/>
                                          </p:stCondLst>
                                        </p:cTn>
                                        <p:tgtEl>
                                          <p:spTgt spid="29"/>
                                        </p:tgtEl>
                                        <p:attrNameLst>
                                          <p:attrName>style.visibility</p:attrName>
                                        </p:attrNameLst>
                                      </p:cBhvr>
                                      <p:to>
                                        <p:strVal val="hidden"/>
                                      </p:to>
                                    </p:set>
                                  </p:childTnLst>
                                </p:cTn>
                              </p:par>
                            </p:childTnLst>
                          </p:cTn>
                        </p:par>
                      </p:childTnLst>
                    </p:cTn>
                  </p:par>
                </p:childTnLst>
              </p:cTn>
              <p:nextCondLst>
                <p:cond evt="onClick" delay="0">
                  <p:tgtEl>
                    <p:spTgt spid="29"/>
                  </p:tgtEl>
                </p:cond>
              </p:nextCondLst>
            </p:seq>
          </p:childTnLst>
        </p:cTn>
      </p:par>
    </p:tnLst>
    <p:bldLst>
      <p:bldP spid="21" grpId="0" animBg="1"/>
      <p:bldP spid="22" grpId="0" animBg="1"/>
      <p:bldP spid="23" grpId="0" animBg="1"/>
      <p:bldP spid="24" grpId="0" animBg="1"/>
      <p:bldP spid="25" grpId="0" animBg="1"/>
      <p:bldP spid="26" grpId="0" animBg="1"/>
      <p:bldP spid="27" grpId="0" animBg="1"/>
      <p:bldP spid="28" grpId="0" animBg="1"/>
      <p:bldP spid="29"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4000" cy="599127"/>
            <a:chOff x="0" y="13335"/>
            <a:chExt cx="9144218" cy="599127"/>
          </a:xfrm>
        </p:grpSpPr>
        <p:sp>
          <p:nvSpPr>
            <p:cNvPr id="3" name="TextBox 32"/>
            <p:cNvSpPr txBox="1"/>
            <p:nvPr/>
          </p:nvSpPr>
          <p:spPr>
            <a:xfrm>
              <a:off x="0" y="13335"/>
              <a:ext cx="9144000" cy="599127"/>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sz="3200" dirty="0"/>
                <a:t>Quickfire Questions (without cheating!)</a:t>
              </a:r>
            </a:p>
          </p:txBody>
        </p:sp>
        <p:cxnSp>
          <p:nvCxnSpPr>
            <p:cNvPr id="4" name="Straight Connector 3"/>
            <p:cNvCxnSpPr/>
            <p:nvPr/>
          </p:nvCxnSpPr>
          <p:spPr>
            <a:xfrm>
              <a:off x="218" y="601079"/>
              <a:ext cx="9144000" cy="0"/>
            </a:xfrm>
            <a:prstGeom prst="line">
              <a:avLst/>
            </a:prstGeom>
            <a:effectLst/>
          </p:spPr>
          <p:style>
            <a:lnRef idx="3">
              <a:schemeClr val="accent3"/>
            </a:lnRef>
            <a:fillRef idx="0">
              <a:schemeClr val="accent3"/>
            </a:fillRef>
            <a:effectRef idx="2">
              <a:schemeClr val="accent3"/>
            </a:effectRef>
            <a:fontRef idx="minor">
              <a:schemeClr val="tx1"/>
            </a:fontRef>
          </p:style>
        </p:cxnSp>
      </p:grpSp>
      <mc:AlternateContent xmlns:mc="http://schemas.openxmlformats.org/markup-compatibility/2006" xmlns:a14="http://schemas.microsoft.com/office/drawing/2010/main">
        <mc:Choice Requires="a14">
          <p:sp>
            <p:nvSpPr>
              <p:cNvPr id="5" name="TextBox 4"/>
              <p:cNvSpPr txBox="1"/>
              <p:nvPr/>
            </p:nvSpPr>
            <p:spPr>
              <a:xfrm>
                <a:off x="395536" y="1156869"/>
                <a:ext cx="4788024" cy="122251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nary>
                        <m:naryPr>
                          <m:limLoc m:val="undOvr"/>
                          <m:subHide m:val="on"/>
                          <m:supHide m:val="on"/>
                          <m:ctrlPr>
                            <a:rPr lang="en-GB" sz="2800" i="1" smtClean="0">
                              <a:latin typeface="Cambria Math" panose="02040503050406030204" pitchFamily="18" charset="0"/>
                            </a:rPr>
                          </m:ctrlPr>
                        </m:naryPr>
                        <m:sub/>
                        <m:sup/>
                        <m:e>
                          <m:func>
                            <m:funcPr>
                              <m:ctrlPr>
                                <a:rPr lang="en-GB" sz="2800" b="0" i="1" smtClean="0">
                                  <a:latin typeface="Cambria Math" panose="02040503050406030204" pitchFamily="18" charset="0"/>
                                </a:rPr>
                              </m:ctrlPr>
                            </m:funcPr>
                            <m:fName>
                              <m:r>
                                <m:rPr>
                                  <m:sty m:val="p"/>
                                </m:rPr>
                                <a:rPr lang="en-GB" sz="2800" b="0" i="0" smtClean="0">
                                  <a:latin typeface="Cambria Math" panose="02040503050406030204" pitchFamily="18" charset="0"/>
                                </a:rPr>
                                <m:t>sec</m:t>
                              </m:r>
                            </m:fName>
                            <m:e>
                              <m:r>
                                <a:rPr lang="en-GB" sz="2800" b="0" i="1" smtClean="0">
                                  <a:latin typeface="Cambria Math" panose="02040503050406030204" pitchFamily="18" charset="0"/>
                                </a:rPr>
                                <m:t>𝑥</m:t>
                              </m:r>
                            </m:e>
                          </m:func>
                          <m:func>
                            <m:funcPr>
                              <m:ctrlPr>
                                <a:rPr lang="en-GB" sz="2800" b="0" i="1" smtClean="0">
                                  <a:latin typeface="Cambria Math" panose="02040503050406030204" pitchFamily="18" charset="0"/>
                                </a:rPr>
                              </m:ctrlPr>
                            </m:funcPr>
                            <m:fName>
                              <m:r>
                                <m:rPr>
                                  <m:sty m:val="p"/>
                                </m:rPr>
                                <a:rPr lang="en-GB" sz="2800" b="0" i="0" smtClean="0">
                                  <a:latin typeface="Cambria Math" panose="02040503050406030204" pitchFamily="18" charset="0"/>
                                </a:rPr>
                                <m:t>tan</m:t>
                              </m:r>
                            </m:fName>
                            <m:e>
                              <m:r>
                                <a:rPr lang="en-GB" sz="2800" b="0" i="1" smtClean="0">
                                  <a:latin typeface="Cambria Math" panose="02040503050406030204" pitchFamily="18" charset="0"/>
                                </a:rPr>
                                <m:t>𝑥</m:t>
                              </m:r>
                            </m:e>
                          </m:func>
                          <m:r>
                            <a:rPr lang="en-GB" sz="2800" b="0" i="1" smtClean="0">
                              <a:latin typeface="Cambria Math" panose="02040503050406030204" pitchFamily="18" charset="0"/>
                            </a:rPr>
                            <m:t> </m:t>
                          </m:r>
                          <m:r>
                            <a:rPr lang="en-GB" sz="2800" b="0" i="1" smtClean="0">
                              <a:latin typeface="Cambria Math" panose="02040503050406030204" pitchFamily="18" charset="0"/>
                            </a:rPr>
                            <m:t>𝑑𝑥</m:t>
                          </m:r>
                        </m:e>
                      </m:nary>
                      <m:r>
                        <a:rPr lang="en-GB" sz="2800" b="0" i="1" smtClean="0">
                          <a:latin typeface="Cambria Math" panose="02040503050406030204" pitchFamily="18" charset="0"/>
                        </a:rPr>
                        <m:t>=</m:t>
                      </m:r>
                      <m:func>
                        <m:funcPr>
                          <m:ctrlPr>
                            <a:rPr lang="en-GB" sz="2800" b="0" i="1" smtClean="0">
                              <a:latin typeface="Cambria Math" panose="02040503050406030204" pitchFamily="18" charset="0"/>
                            </a:rPr>
                          </m:ctrlPr>
                        </m:funcPr>
                        <m:fName>
                          <m:r>
                            <m:rPr>
                              <m:sty m:val="p"/>
                            </m:rPr>
                            <a:rPr lang="en-GB" sz="2800" b="0" i="0" smtClean="0">
                              <a:latin typeface="Cambria Math" panose="02040503050406030204" pitchFamily="18" charset="0"/>
                            </a:rPr>
                            <m:t>sec</m:t>
                          </m:r>
                        </m:fName>
                        <m:e>
                          <m:r>
                            <a:rPr lang="en-GB" sz="2800" b="0" i="1" smtClean="0">
                              <a:latin typeface="Cambria Math" panose="02040503050406030204" pitchFamily="18" charset="0"/>
                            </a:rPr>
                            <m:t>𝑥</m:t>
                          </m:r>
                        </m:e>
                      </m:func>
                      <m:r>
                        <a:rPr lang="en-GB" sz="2800" b="0" i="1" smtClean="0">
                          <a:latin typeface="Cambria Math" panose="02040503050406030204" pitchFamily="18" charset="0"/>
                        </a:rPr>
                        <m:t>+</m:t>
                      </m:r>
                      <m:r>
                        <a:rPr lang="en-GB" sz="2800" b="0" i="1" smtClean="0">
                          <a:latin typeface="Cambria Math" panose="02040503050406030204" pitchFamily="18" charset="0"/>
                        </a:rPr>
                        <m:t>𝐶</m:t>
                      </m:r>
                    </m:oMath>
                  </m:oMathPara>
                </a14:m>
                <a:endParaRPr lang="en-GB" sz="2800" dirty="0"/>
              </a:p>
            </p:txBody>
          </p:sp>
        </mc:Choice>
        <mc:Fallback xmlns="">
          <p:sp>
            <p:nvSpPr>
              <p:cNvPr id="5" name="TextBox 4"/>
              <p:cNvSpPr txBox="1">
                <a:spLocks noRot="1" noChangeAspect="1" noMove="1" noResize="1" noEditPoints="1" noAdjustHandles="1" noChangeArrowheads="1" noChangeShapeType="1" noTextEdit="1"/>
              </p:cNvSpPr>
              <p:nvPr/>
            </p:nvSpPr>
            <p:spPr>
              <a:xfrm>
                <a:off x="395536" y="1156869"/>
                <a:ext cx="4788024" cy="1222514"/>
              </a:xfrm>
              <a:prstGeom prst="rect">
                <a:avLst/>
              </a:prstGeom>
              <a:blipFill rotWithShape="0">
                <a:blip r:embed="rId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3491880" y="2636912"/>
                <a:ext cx="4788024" cy="122251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nary>
                        <m:naryPr>
                          <m:limLoc m:val="undOvr"/>
                          <m:subHide m:val="on"/>
                          <m:supHide m:val="on"/>
                          <m:ctrlPr>
                            <a:rPr lang="en-GB" sz="2800" i="1" smtClean="0">
                              <a:latin typeface="Cambria Math" panose="02040503050406030204" pitchFamily="18" charset="0"/>
                            </a:rPr>
                          </m:ctrlPr>
                        </m:naryPr>
                        <m:sub/>
                        <m:sup/>
                        <m:e>
                          <m:func>
                            <m:funcPr>
                              <m:ctrlPr>
                                <a:rPr lang="en-GB" sz="2800" b="0" i="1" smtClean="0">
                                  <a:latin typeface="Cambria Math" panose="02040503050406030204" pitchFamily="18" charset="0"/>
                                </a:rPr>
                              </m:ctrlPr>
                            </m:funcPr>
                            <m:fName>
                              <m:r>
                                <m:rPr>
                                  <m:sty m:val="p"/>
                                </m:rPr>
                                <a:rPr lang="en-GB" sz="2800" b="0" i="0" smtClean="0">
                                  <a:latin typeface="Cambria Math" panose="02040503050406030204" pitchFamily="18" charset="0"/>
                                </a:rPr>
                                <m:t>sin</m:t>
                              </m:r>
                            </m:fName>
                            <m:e>
                              <m:r>
                                <a:rPr lang="en-GB" sz="2800" b="0" i="1" smtClean="0">
                                  <a:latin typeface="Cambria Math" panose="02040503050406030204" pitchFamily="18" charset="0"/>
                                </a:rPr>
                                <m:t>𝑥</m:t>
                              </m:r>
                            </m:e>
                          </m:func>
                          <m:r>
                            <a:rPr lang="en-GB" sz="2800" b="0" i="1" smtClean="0">
                              <a:latin typeface="Cambria Math" panose="02040503050406030204" pitchFamily="18" charset="0"/>
                            </a:rPr>
                            <m:t> </m:t>
                          </m:r>
                          <m:r>
                            <a:rPr lang="en-GB" sz="2800" b="0" i="1" smtClean="0">
                              <a:latin typeface="Cambria Math" panose="02040503050406030204" pitchFamily="18" charset="0"/>
                            </a:rPr>
                            <m:t>𝑑𝑥</m:t>
                          </m:r>
                        </m:e>
                      </m:nary>
                      <m:r>
                        <a:rPr lang="en-GB" sz="2800" b="0" i="1" smtClean="0">
                          <a:latin typeface="Cambria Math" panose="02040503050406030204" pitchFamily="18" charset="0"/>
                        </a:rPr>
                        <m:t>=−</m:t>
                      </m:r>
                      <m:func>
                        <m:funcPr>
                          <m:ctrlPr>
                            <a:rPr lang="en-GB" sz="2800" b="0" i="1" smtClean="0">
                              <a:latin typeface="Cambria Math" panose="02040503050406030204" pitchFamily="18" charset="0"/>
                            </a:rPr>
                          </m:ctrlPr>
                        </m:funcPr>
                        <m:fName>
                          <m:r>
                            <m:rPr>
                              <m:sty m:val="p"/>
                            </m:rPr>
                            <a:rPr lang="en-GB" sz="2800" b="0" i="0" smtClean="0">
                              <a:latin typeface="Cambria Math" panose="02040503050406030204" pitchFamily="18" charset="0"/>
                            </a:rPr>
                            <m:t>cos</m:t>
                          </m:r>
                        </m:fName>
                        <m:e>
                          <m:r>
                            <a:rPr lang="en-GB" sz="2800" b="0" i="1" smtClean="0">
                              <a:latin typeface="Cambria Math" panose="02040503050406030204" pitchFamily="18" charset="0"/>
                            </a:rPr>
                            <m:t>𝑥</m:t>
                          </m:r>
                        </m:e>
                      </m:func>
                      <m:r>
                        <a:rPr lang="en-GB" sz="2800" b="0" i="1" smtClean="0">
                          <a:latin typeface="Cambria Math" panose="02040503050406030204" pitchFamily="18" charset="0"/>
                        </a:rPr>
                        <m:t>+</m:t>
                      </m:r>
                      <m:r>
                        <a:rPr lang="en-GB" sz="2800" b="0" i="1" smtClean="0">
                          <a:latin typeface="Cambria Math" panose="02040503050406030204" pitchFamily="18" charset="0"/>
                        </a:rPr>
                        <m:t>𝐶</m:t>
                      </m:r>
                    </m:oMath>
                  </m:oMathPara>
                </a14:m>
                <a:endParaRPr lang="en-GB" sz="2800" dirty="0"/>
              </a:p>
            </p:txBody>
          </p:sp>
        </mc:Choice>
        <mc:Fallback xmlns="">
          <p:sp>
            <p:nvSpPr>
              <p:cNvPr id="6" name="TextBox 5"/>
              <p:cNvSpPr txBox="1">
                <a:spLocks noRot="1" noChangeAspect="1" noMove="1" noResize="1" noEditPoints="1" noAdjustHandles="1" noChangeArrowheads="1" noChangeShapeType="1" noTextEdit="1"/>
              </p:cNvSpPr>
              <p:nvPr/>
            </p:nvSpPr>
            <p:spPr>
              <a:xfrm>
                <a:off x="3491880" y="2636912"/>
                <a:ext cx="4788024" cy="1222514"/>
              </a:xfrm>
              <a:prstGeom prst="rect">
                <a:avLst/>
              </a:prstGeom>
              <a:blipFill rotWithShape="0">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899592" y="4116955"/>
                <a:ext cx="4788024" cy="122251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nary>
                        <m:naryPr>
                          <m:limLoc m:val="undOvr"/>
                          <m:subHide m:val="on"/>
                          <m:supHide m:val="on"/>
                          <m:ctrlPr>
                            <a:rPr lang="en-GB" sz="2800" i="1" smtClean="0">
                              <a:latin typeface="Cambria Math" panose="02040503050406030204" pitchFamily="18" charset="0"/>
                            </a:rPr>
                          </m:ctrlPr>
                        </m:naryPr>
                        <m:sub/>
                        <m:sup/>
                        <m:e>
                          <m:r>
                            <a:rPr lang="en-GB" sz="2800" b="0" i="1" smtClean="0">
                              <a:latin typeface="Cambria Math" panose="02040503050406030204" pitchFamily="18" charset="0"/>
                            </a:rPr>
                            <m:t>𝑐𝑜𝑠𝑒</m:t>
                          </m:r>
                          <m:sSup>
                            <m:sSupPr>
                              <m:ctrlPr>
                                <a:rPr lang="en-GB" sz="2800" b="0" i="1" smtClean="0">
                                  <a:latin typeface="Cambria Math" panose="02040503050406030204" pitchFamily="18" charset="0"/>
                                </a:rPr>
                              </m:ctrlPr>
                            </m:sSupPr>
                            <m:e>
                              <m:r>
                                <a:rPr lang="en-GB" sz="2800" b="0" i="1" smtClean="0">
                                  <a:latin typeface="Cambria Math" panose="02040503050406030204" pitchFamily="18" charset="0"/>
                                </a:rPr>
                                <m:t>𝑐</m:t>
                              </m:r>
                            </m:e>
                            <m:sup>
                              <m:r>
                                <a:rPr lang="en-GB" sz="2800" b="0" i="1" smtClean="0">
                                  <a:latin typeface="Cambria Math" panose="02040503050406030204" pitchFamily="18" charset="0"/>
                                </a:rPr>
                                <m:t>2</m:t>
                              </m:r>
                            </m:sup>
                          </m:sSup>
                          <m:r>
                            <a:rPr lang="en-GB" sz="2800" b="0" i="1" smtClean="0">
                              <a:latin typeface="Cambria Math" panose="02040503050406030204" pitchFamily="18" charset="0"/>
                            </a:rPr>
                            <m:t> </m:t>
                          </m:r>
                          <m:r>
                            <a:rPr lang="en-GB" sz="2800" b="0" i="1" smtClean="0">
                              <a:latin typeface="Cambria Math" panose="02040503050406030204" pitchFamily="18" charset="0"/>
                            </a:rPr>
                            <m:t>𝑥</m:t>
                          </m:r>
                          <m:r>
                            <a:rPr lang="en-GB" sz="2800" b="0" i="1" smtClean="0">
                              <a:latin typeface="Cambria Math" panose="02040503050406030204" pitchFamily="18" charset="0"/>
                            </a:rPr>
                            <m:t> </m:t>
                          </m:r>
                          <m:r>
                            <a:rPr lang="en-GB" sz="2800" b="0" i="1" smtClean="0">
                              <a:latin typeface="Cambria Math" panose="02040503050406030204" pitchFamily="18" charset="0"/>
                            </a:rPr>
                            <m:t>𝑑𝑥</m:t>
                          </m:r>
                        </m:e>
                      </m:nary>
                      <m:r>
                        <a:rPr lang="en-GB" sz="2800" b="0" i="1" smtClean="0">
                          <a:latin typeface="Cambria Math" panose="02040503050406030204" pitchFamily="18" charset="0"/>
                        </a:rPr>
                        <m:t>=−</m:t>
                      </m:r>
                      <m:func>
                        <m:funcPr>
                          <m:ctrlPr>
                            <a:rPr lang="en-GB" sz="2800" b="0" i="1" smtClean="0">
                              <a:latin typeface="Cambria Math" panose="02040503050406030204" pitchFamily="18" charset="0"/>
                            </a:rPr>
                          </m:ctrlPr>
                        </m:funcPr>
                        <m:fName>
                          <m:r>
                            <m:rPr>
                              <m:sty m:val="p"/>
                            </m:rPr>
                            <a:rPr lang="en-GB" sz="2800" b="0" i="0" smtClean="0">
                              <a:latin typeface="Cambria Math" panose="02040503050406030204" pitchFamily="18" charset="0"/>
                            </a:rPr>
                            <m:t>cot</m:t>
                          </m:r>
                        </m:fName>
                        <m:e>
                          <m:r>
                            <a:rPr lang="en-GB" sz="2800" b="0" i="1" smtClean="0">
                              <a:latin typeface="Cambria Math" panose="02040503050406030204" pitchFamily="18" charset="0"/>
                            </a:rPr>
                            <m:t>𝑥</m:t>
                          </m:r>
                        </m:e>
                      </m:func>
                      <m:r>
                        <a:rPr lang="en-GB" sz="2800" b="0" i="1" smtClean="0">
                          <a:latin typeface="Cambria Math" panose="02040503050406030204" pitchFamily="18" charset="0"/>
                        </a:rPr>
                        <m:t>+</m:t>
                      </m:r>
                      <m:r>
                        <a:rPr lang="en-GB" sz="2800" b="0" i="1" smtClean="0">
                          <a:latin typeface="Cambria Math" panose="02040503050406030204" pitchFamily="18" charset="0"/>
                        </a:rPr>
                        <m:t>𝐶</m:t>
                      </m:r>
                    </m:oMath>
                  </m:oMathPara>
                </a14:m>
                <a:endParaRPr lang="en-GB" sz="2800" dirty="0"/>
              </a:p>
            </p:txBody>
          </p:sp>
        </mc:Choice>
        <mc:Fallback xmlns="">
          <p:sp>
            <p:nvSpPr>
              <p:cNvPr id="7" name="TextBox 6"/>
              <p:cNvSpPr txBox="1">
                <a:spLocks noRot="1" noChangeAspect="1" noMove="1" noResize="1" noEditPoints="1" noAdjustHandles="1" noChangeArrowheads="1" noChangeShapeType="1" noTextEdit="1"/>
              </p:cNvSpPr>
              <p:nvPr/>
            </p:nvSpPr>
            <p:spPr>
              <a:xfrm>
                <a:off x="899592" y="4116955"/>
                <a:ext cx="4788024" cy="1222514"/>
              </a:xfrm>
              <a:prstGeom prst="rect">
                <a:avLst/>
              </a:prstGeom>
              <a:blipFill rotWithShape="0">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3851920" y="5339469"/>
                <a:ext cx="4788024" cy="122251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nary>
                        <m:naryPr>
                          <m:limLoc m:val="undOvr"/>
                          <m:subHide m:val="on"/>
                          <m:supHide m:val="on"/>
                          <m:ctrlPr>
                            <a:rPr lang="en-GB" sz="2800" i="1" smtClean="0">
                              <a:latin typeface="Cambria Math" panose="02040503050406030204" pitchFamily="18" charset="0"/>
                            </a:rPr>
                          </m:ctrlPr>
                        </m:naryPr>
                        <m:sub/>
                        <m:sup/>
                        <m:e>
                          <m:r>
                            <a:rPr lang="en-GB" sz="2800" b="0" i="1" smtClean="0">
                              <a:latin typeface="Cambria Math" panose="02040503050406030204" pitchFamily="18" charset="0"/>
                            </a:rPr>
                            <m:t>−</m:t>
                          </m:r>
                          <m:func>
                            <m:funcPr>
                              <m:ctrlPr>
                                <a:rPr lang="en-GB" sz="2800" b="0" i="1" smtClean="0">
                                  <a:latin typeface="Cambria Math" panose="02040503050406030204" pitchFamily="18" charset="0"/>
                                </a:rPr>
                              </m:ctrlPr>
                            </m:funcPr>
                            <m:fName>
                              <m:r>
                                <m:rPr>
                                  <m:sty m:val="p"/>
                                </m:rPr>
                                <a:rPr lang="en-GB" sz="2800" b="0" i="0" smtClean="0">
                                  <a:latin typeface="Cambria Math" panose="02040503050406030204" pitchFamily="18" charset="0"/>
                                </a:rPr>
                                <m:t>cos</m:t>
                              </m:r>
                            </m:fName>
                            <m:e>
                              <m:r>
                                <a:rPr lang="en-GB" sz="2800" b="0" i="1" smtClean="0">
                                  <a:latin typeface="Cambria Math" panose="02040503050406030204" pitchFamily="18" charset="0"/>
                                </a:rPr>
                                <m:t>𝑥</m:t>
                              </m:r>
                            </m:e>
                          </m:func>
                          <m:r>
                            <a:rPr lang="en-GB" sz="2800" b="0" i="1" smtClean="0">
                              <a:latin typeface="Cambria Math" panose="02040503050406030204" pitchFamily="18" charset="0"/>
                            </a:rPr>
                            <m:t> </m:t>
                          </m:r>
                          <m:r>
                            <a:rPr lang="en-GB" sz="2800" b="0" i="1" smtClean="0">
                              <a:latin typeface="Cambria Math" panose="02040503050406030204" pitchFamily="18" charset="0"/>
                            </a:rPr>
                            <m:t>𝑑𝑥</m:t>
                          </m:r>
                        </m:e>
                      </m:nary>
                      <m:r>
                        <a:rPr lang="en-GB" sz="2800" b="0" i="1" smtClean="0">
                          <a:latin typeface="Cambria Math" panose="02040503050406030204" pitchFamily="18" charset="0"/>
                        </a:rPr>
                        <m:t>=−</m:t>
                      </m:r>
                      <m:func>
                        <m:funcPr>
                          <m:ctrlPr>
                            <a:rPr lang="en-GB" sz="2800" b="0" i="1" smtClean="0">
                              <a:latin typeface="Cambria Math" panose="02040503050406030204" pitchFamily="18" charset="0"/>
                            </a:rPr>
                          </m:ctrlPr>
                        </m:funcPr>
                        <m:fName>
                          <m:r>
                            <m:rPr>
                              <m:sty m:val="p"/>
                            </m:rPr>
                            <a:rPr lang="en-GB" sz="2800" b="0" i="0" smtClean="0">
                              <a:latin typeface="Cambria Math" panose="02040503050406030204" pitchFamily="18" charset="0"/>
                            </a:rPr>
                            <m:t>sin</m:t>
                          </m:r>
                        </m:fName>
                        <m:e>
                          <m:r>
                            <a:rPr lang="en-GB" sz="2800" b="0" i="1" smtClean="0">
                              <a:latin typeface="Cambria Math" panose="02040503050406030204" pitchFamily="18" charset="0"/>
                            </a:rPr>
                            <m:t>𝑥</m:t>
                          </m:r>
                        </m:e>
                      </m:func>
                      <m:r>
                        <a:rPr lang="en-GB" sz="2800" b="0" i="1" smtClean="0">
                          <a:latin typeface="Cambria Math" panose="02040503050406030204" pitchFamily="18" charset="0"/>
                        </a:rPr>
                        <m:t>+</m:t>
                      </m:r>
                      <m:r>
                        <a:rPr lang="en-GB" sz="2800" b="0" i="1" smtClean="0">
                          <a:latin typeface="Cambria Math" panose="02040503050406030204" pitchFamily="18" charset="0"/>
                        </a:rPr>
                        <m:t>𝐶</m:t>
                      </m:r>
                    </m:oMath>
                  </m:oMathPara>
                </a14:m>
                <a:endParaRPr lang="en-GB" sz="2800" dirty="0"/>
              </a:p>
            </p:txBody>
          </p:sp>
        </mc:Choice>
        <mc:Fallback xmlns="">
          <p:sp>
            <p:nvSpPr>
              <p:cNvPr id="8" name="TextBox 7"/>
              <p:cNvSpPr txBox="1">
                <a:spLocks noRot="1" noChangeAspect="1" noMove="1" noResize="1" noEditPoints="1" noAdjustHandles="1" noChangeArrowheads="1" noChangeShapeType="1" noTextEdit="1"/>
              </p:cNvSpPr>
              <p:nvPr/>
            </p:nvSpPr>
            <p:spPr>
              <a:xfrm>
                <a:off x="3851920" y="5339469"/>
                <a:ext cx="4788024" cy="1222514"/>
              </a:xfrm>
              <a:prstGeom prst="rect">
                <a:avLst/>
              </a:prstGeom>
              <a:blipFill rotWithShape="0">
                <a:blip r:embed="rId5"/>
                <a:stretch>
                  <a:fillRect/>
                </a:stretch>
              </a:blipFill>
            </p:spPr>
            <p:txBody>
              <a:bodyPr/>
              <a:lstStyle/>
              <a:p>
                <a:r>
                  <a:rPr lang="en-GB">
                    <a:noFill/>
                  </a:rPr>
                  <a:t> </a:t>
                </a:r>
              </a:p>
            </p:txBody>
          </p:sp>
        </mc:Fallback>
      </mc:AlternateContent>
      <p:sp>
        <p:nvSpPr>
          <p:cNvPr id="9" name="Rectangle 8"/>
          <p:cNvSpPr/>
          <p:nvPr/>
        </p:nvSpPr>
        <p:spPr>
          <a:xfrm>
            <a:off x="3491880" y="1366793"/>
            <a:ext cx="2636446" cy="550039"/>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fontAlgn="auto">
              <a:spcBef>
                <a:spcPts val="0"/>
              </a:spcBef>
              <a:spcAft>
                <a:spcPts val="0"/>
              </a:spcAft>
              <a:defRPr/>
            </a:pPr>
            <a:r>
              <a:rPr lang="en-GB" sz="2800" dirty="0"/>
              <a:t>?</a:t>
            </a:r>
          </a:p>
        </p:txBody>
      </p:sp>
      <p:sp>
        <p:nvSpPr>
          <p:cNvPr id="10" name="Rectangle 9"/>
          <p:cNvSpPr/>
          <p:nvPr/>
        </p:nvSpPr>
        <p:spPr>
          <a:xfrm>
            <a:off x="6021823" y="2883968"/>
            <a:ext cx="2636446" cy="550039"/>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fontAlgn="auto">
              <a:spcBef>
                <a:spcPts val="0"/>
              </a:spcBef>
              <a:spcAft>
                <a:spcPts val="0"/>
              </a:spcAft>
              <a:defRPr/>
            </a:pPr>
            <a:r>
              <a:rPr lang="en-GB" sz="2800" dirty="0"/>
              <a:t>?</a:t>
            </a:r>
          </a:p>
        </p:txBody>
      </p:sp>
      <p:sp>
        <p:nvSpPr>
          <p:cNvPr id="11" name="Rectangle 10"/>
          <p:cNvSpPr/>
          <p:nvPr/>
        </p:nvSpPr>
        <p:spPr>
          <a:xfrm>
            <a:off x="3707904" y="4364011"/>
            <a:ext cx="2636446" cy="550039"/>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fontAlgn="auto">
              <a:spcBef>
                <a:spcPts val="0"/>
              </a:spcBef>
              <a:spcAft>
                <a:spcPts val="0"/>
              </a:spcAft>
              <a:defRPr/>
            </a:pPr>
            <a:r>
              <a:rPr lang="en-GB" sz="2800" dirty="0"/>
              <a:t>?</a:t>
            </a:r>
          </a:p>
        </p:txBody>
      </p:sp>
      <p:sp>
        <p:nvSpPr>
          <p:cNvPr id="12" name="Rectangle 11"/>
          <p:cNvSpPr/>
          <p:nvPr/>
        </p:nvSpPr>
        <p:spPr>
          <a:xfrm>
            <a:off x="6588224" y="5594228"/>
            <a:ext cx="2232248" cy="550039"/>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fontAlgn="auto">
              <a:spcBef>
                <a:spcPts val="0"/>
              </a:spcBef>
              <a:spcAft>
                <a:spcPts val="0"/>
              </a:spcAft>
              <a:defRPr/>
            </a:pPr>
            <a:r>
              <a:rPr lang="en-GB" sz="2800" dirty="0"/>
              <a:t>?</a:t>
            </a:r>
          </a:p>
        </p:txBody>
      </p:sp>
    </p:spTree>
    <p:extLst>
      <p:ext uri="{BB962C8B-B14F-4D97-AF65-F5344CB8AC3E}">
        <p14:creationId xmlns:p14="http://schemas.microsoft.com/office/powerpoint/2010/main" val="4168298999"/>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9"/>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9"/>
                                        </p:tgtEl>
                                      </p:cBhvr>
                                    </p:animEffect>
                                    <p:set>
                                      <p:cBhvr>
                                        <p:cTn id="7" dur="1" fill="hold">
                                          <p:stCondLst>
                                            <p:cond delay="499"/>
                                          </p:stCondLst>
                                        </p:cTn>
                                        <p:tgtEl>
                                          <p:spTgt spid="9"/>
                                        </p:tgtEl>
                                        <p:attrNameLst>
                                          <p:attrName>style.visibility</p:attrName>
                                        </p:attrNameLst>
                                      </p:cBhvr>
                                      <p:to>
                                        <p:strVal val="hidden"/>
                                      </p:to>
                                    </p:set>
                                  </p:childTnLst>
                                </p:cTn>
                              </p:par>
                            </p:childTnLst>
                          </p:cTn>
                        </p:par>
                      </p:childTnLst>
                    </p:cTn>
                  </p:par>
                </p:childTnLst>
              </p:cTn>
              <p:nextCondLst>
                <p:cond evt="onClick" delay="0">
                  <p:tgtEl>
                    <p:spTgt spid="9"/>
                  </p:tgtEl>
                </p:cond>
              </p:nextCondLst>
            </p:seq>
            <p:seq concurrent="1" nextAc="seek">
              <p:cTn id="8" restart="whenNotActive" fill="hold" evtFilter="cancelBubble" nodeType="interactiveSeq">
                <p:stCondLst>
                  <p:cond evt="onClick" delay="0">
                    <p:tgtEl>
                      <p:spTgt spid="10"/>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0"/>
                                        </p:tgtEl>
                                      </p:cBhvr>
                                    </p:animEffect>
                                    <p:set>
                                      <p:cBhvr>
                                        <p:cTn id="13" dur="1" fill="hold">
                                          <p:stCondLst>
                                            <p:cond delay="499"/>
                                          </p:stCondLst>
                                        </p:cTn>
                                        <p:tgtEl>
                                          <p:spTgt spid="10"/>
                                        </p:tgtEl>
                                        <p:attrNameLst>
                                          <p:attrName>style.visibility</p:attrName>
                                        </p:attrNameLst>
                                      </p:cBhvr>
                                      <p:to>
                                        <p:strVal val="hidden"/>
                                      </p:to>
                                    </p:set>
                                  </p:childTnLst>
                                </p:cTn>
                              </p:par>
                            </p:childTnLst>
                          </p:cTn>
                        </p:par>
                      </p:childTnLst>
                    </p:cTn>
                  </p:par>
                </p:childTnLst>
              </p:cTn>
              <p:nextCondLst>
                <p:cond evt="onClick" delay="0">
                  <p:tgtEl>
                    <p:spTgt spid="10"/>
                  </p:tgtEl>
                </p:cond>
              </p:nextCondLst>
            </p:seq>
            <p:seq concurrent="1" nextAc="seek">
              <p:cTn id="14" restart="whenNotActive" fill="hold" evtFilter="cancelBubble" nodeType="interactiveSeq">
                <p:stCondLst>
                  <p:cond evt="onClick" delay="0">
                    <p:tgtEl>
                      <p:spTgt spid="11"/>
                    </p:tgtEl>
                  </p:cond>
                </p:stCondLst>
                <p:endSync evt="end" delay="0">
                  <p:rtn val="all"/>
                </p:endSync>
                <p:childTnLst>
                  <p:par>
                    <p:cTn id="15" fill="hold">
                      <p:stCondLst>
                        <p:cond delay="0"/>
                      </p:stCondLst>
                      <p:childTnLst>
                        <p:par>
                          <p:cTn id="16" fill="hold">
                            <p:stCondLst>
                              <p:cond delay="0"/>
                            </p:stCondLst>
                            <p:childTnLst>
                              <p:par>
                                <p:cTn id="17" presetID="10" presetClass="exit" presetSubtype="0" fill="hold" grpId="0" nodeType="clickEffect">
                                  <p:stCondLst>
                                    <p:cond delay="0"/>
                                  </p:stCondLst>
                                  <p:childTnLst>
                                    <p:animEffect transition="out" filter="fade">
                                      <p:cBhvr>
                                        <p:cTn id="18" dur="500"/>
                                        <p:tgtEl>
                                          <p:spTgt spid="11"/>
                                        </p:tgtEl>
                                      </p:cBhvr>
                                    </p:animEffect>
                                    <p:set>
                                      <p:cBhvr>
                                        <p:cTn id="19" dur="1" fill="hold">
                                          <p:stCondLst>
                                            <p:cond delay="499"/>
                                          </p:stCondLst>
                                        </p:cTn>
                                        <p:tgtEl>
                                          <p:spTgt spid="11"/>
                                        </p:tgtEl>
                                        <p:attrNameLst>
                                          <p:attrName>style.visibility</p:attrName>
                                        </p:attrNameLst>
                                      </p:cBhvr>
                                      <p:to>
                                        <p:strVal val="hidden"/>
                                      </p:to>
                                    </p:set>
                                  </p:childTnLst>
                                </p:cTn>
                              </p:par>
                            </p:childTnLst>
                          </p:cTn>
                        </p:par>
                      </p:childTnLst>
                    </p:cTn>
                  </p:par>
                </p:childTnLst>
              </p:cTn>
              <p:nextCondLst>
                <p:cond evt="onClick" delay="0">
                  <p:tgtEl>
                    <p:spTgt spid="11"/>
                  </p:tgtEl>
                </p:cond>
              </p:nextCondLst>
            </p:seq>
            <p:seq concurrent="1" nextAc="seek">
              <p:cTn id="20" restart="whenNotActive" fill="hold" evtFilter="cancelBubble" nodeType="interactiveSeq">
                <p:stCondLst>
                  <p:cond evt="onClick" delay="0">
                    <p:tgtEl>
                      <p:spTgt spid="12"/>
                    </p:tgtEl>
                  </p:cond>
                </p:stCondLst>
                <p:endSync evt="end" delay="0">
                  <p:rtn val="all"/>
                </p:endSync>
                <p:childTnLst>
                  <p:par>
                    <p:cTn id="21" fill="hold">
                      <p:stCondLst>
                        <p:cond delay="0"/>
                      </p:stCondLst>
                      <p:childTnLst>
                        <p:par>
                          <p:cTn id="22" fill="hold">
                            <p:stCondLst>
                              <p:cond delay="0"/>
                            </p:stCondLst>
                            <p:childTnLst>
                              <p:par>
                                <p:cTn id="23" presetID="10" presetClass="exit" presetSubtype="0" fill="hold" grpId="0" nodeType="clickEffect">
                                  <p:stCondLst>
                                    <p:cond delay="0"/>
                                  </p:stCondLst>
                                  <p:childTnLst>
                                    <p:animEffect transition="out" filter="fade">
                                      <p:cBhvr>
                                        <p:cTn id="24" dur="500"/>
                                        <p:tgtEl>
                                          <p:spTgt spid="12"/>
                                        </p:tgtEl>
                                      </p:cBhvr>
                                    </p:animEffect>
                                    <p:set>
                                      <p:cBhvr>
                                        <p:cTn id="25" dur="1" fill="hold">
                                          <p:stCondLst>
                                            <p:cond delay="499"/>
                                          </p:stCondLst>
                                        </p:cTn>
                                        <p:tgtEl>
                                          <p:spTgt spid="12"/>
                                        </p:tgtEl>
                                        <p:attrNameLst>
                                          <p:attrName>style.visibility</p:attrName>
                                        </p:attrNameLst>
                                      </p:cBhvr>
                                      <p:to>
                                        <p:strVal val="hidden"/>
                                      </p:to>
                                    </p:set>
                                  </p:childTnLst>
                                </p:cTn>
                              </p:par>
                            </p:childTnLst>
                          </p:cTn>
                        </p:par>
                      </p:childTnLst>
                    </p:cTn>
                  </p:par>
                </p:childTnLst>
              </p:cTn>
              <p:nextCondLst>
                <p:cond evt="onClick" delay="0">
                  <p:tgtEl>
                    <p:spTgt spid="12"/>
                  </p:tgtEl>
                </p:cond>
              </p:nextCondLst>
            </p:seq>
          </p:childTnLst>
        </p:cTn>
      </p:par>
    </p:tnLst>
    <p:bldLst>
      <p:bldP spid="9" grpId="0" animBg="1"/>
      <p:bldP spid="10" grpId="0" animBg="1"/>
      <p:bldP spid="11" grpId="0" animBg="1"/>
      <p:bldP spid="12"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4000" cy="599127"/>
            <a:chOff x="0" y="13335"/>
            <a:chExt cx="9144218" cy="599127"/>
          </a:xfrm>
        </p:grpSpPr>
        <p:sp>
          <p:nvSpPr>
            <p:cNvPr id="3" name="TextBox 32"/>
            <p:cNvSpPr txBox="1"/>
            <p:nvPr/>
          </p:nvSpPr>
          <p:spPr>
            <a:xfrm>
              <a:off x="0" y="13335"/>
              <a:ext cx="9144000" cy="599127"/>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sz="3200" dirty="0" err="1"/>
                <a:t>Quickfire</a:t>
              </a:r>
              <a:r>
                <a:rPr lang="en-GB" sz="3200" dirty="0"/>
                <a:t> Questions (without cheating!)</a:t>
              </a:r>
            </a:p>
          </p:txBody>
        </p:sp>
        <p:cxnSp>
          <p:nvCxnSpPr>
            <p:cNvPr id="4" name="Straight Connector 3"/>
            <p:cNvCxnSpPr/>
            <p:nvPr/>
          </p:nvCxnSpPr>
          <p:spPr>
            <a:xfrm>
              <a:off x="218" y="601079"/>
              <a:ext cx="9144000" cy="0"/>
            </a:xfrm>
            <a:prstGeom prst="line">
              <a:avLst/>
            </a:prstGeom>
            <a:effectLst/>
          </p:spPr>
          <p:style>
            <a:lnRef idx="3">
              <a:schemeClr val="accent3"/>
            </a:lnRef>
            <a:fillRef idx="0">
              <a:schemeClr val="accent3"/>
            </a:fillRef>
            <a:effectRef idx="2">
              <a:schemeClr val="accent3"/>
            </a:effectRef>
            <a:fontRef idx="minor">
              <a:schemeClr val="tx1"/>
            </a:fontRef>
          </p:style>
        </p:cxnSp>
      </p:grpSp>
      <mc:AlternateContent xmlns:mc="http://schemas.openxmlformats.org/markup-compatibility/2006" xmlns:a14="http://schemas.microsoft.com/office/drawing/2010/main">
        <mc:Choice Requires="a14">
          <p:sp>
            <p:nvSpPr>
              <p:cNvPr id="5" name="TextBox 4"/>
              <p:cNvSpPr txBox="1"/>
              <p:nvPr/>
            </p:nvSpPr>
            <p:spPr>
              <a:xfrm>
                <a:off x="3707904" y="1135527"/>
                <a:ext cx="4788024" cy="122251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nary>
                        <m:naryPr>
                          <m:limLoc m:val="undOvr"/>
                          <m:subHide m:val="on"/>
                          <m:supHide m:val="on"/>
                          <m:ctrlPr>
                            <a:rPr lang="en-GB" sz="2800" i="1" smtClean="0">
                              <a:latin typeface="Cambria Math" panose="02040503050406030204" pitchFamily="18" charset="0"/>
                            </a:rPr>
                          </m:ctrlPr>
                        </m:naryPr>
                        <m:sub/>
                        <m:sup/>
                        <m:e>
                          <m:func>
                            <m:funcPr>
                              <m:ctrlPr>
                                <a:rPr lang="en-GB" sz="2800" b="0" i="1" smtClean="0">
                                  <a:latin typeface="Cambria Math" panose="02040503050406030204" pitchFamily="18" charset="0"/>
                                </a:rPr>
                              </m:ctrlPr>
                            </m:funcPr>
                            <m:fName>
                              <m:sSup>
                                <m:sSupPr>
                                  <m:ctrlPr>
                                    <a:rPr lang="en-GB" sz="2800" b="0" i="1" smtClean="0">
                                      <a:latin typeface="Cambria Math" panose="02040503050406030204" pitchFamily="18" charset="0"/>
                                    </a:rPr>
                                  </m:ctrlPr>
                                </m:sSupPr>
                                <m:e>
                                  <m:r>
                                    <m:rPr>
                                      <m:sty m:val="p"/>
                                    </m:rPr>
                                    <a:rPr lang="en-GB" sz="2800" b="0" i="0" smtClean="0">
                                      <a:latin typeface="Cambria Math" panose="02040503050406030204" pitchFamily="18" charset="0"/>
                                    </a:rPr>
                                    <m:t>sec</m:t>
                                  </m:r>
                                </m:e>
                                <m:sup>
                                  <m:r>
                                    <a:rPr lang="en-GB" sz="2800" b="0" i="1" smtClean="0">
                                      <a:latin typeface="Cambria Math" panose="02040503050406030204" pitchFamily="18" charset="0"/>
                                    </a:rPr>
                                    <m:t>2</m:t>
                                  </m:r>
                                </m:sup>
                              </m:sSup>
                            </m:fName>
                            <m:e>
                              <m:r>
                                <a:rPr lang="en-GB" sz="2800" b="0" i="1" smtClean="0">
                                  <a:latin typeface="Cambria Math" panose="02040503050406030204" pitchFamily="18" charset="0"/>
                                </a:rPr>
                                <m:t>𝑥</m:t>
                              </m:r>
                            </m:e>
                          </m:func>
                          <m:r>
                            <a:rPr lang="en-GB" sz="2800" b="0" i="1" smtClean="0">
                              <a:latin typeface="Cambria Math" panose="02040503050406030204" pitchFamily="18" charset="0"/>
                            </a:rPr>
                            <m:t> </m:t>
                          </m:r>
                          <m:r>
                            <a:rPr lang="en-GB" sz="2800" b="0" i="1" smtClean="0">
                              <a:latin typeface="Cambria Math" panose="02040503050406030204" pitchFamily="18" charset="0"/>
                            </a:rPr>
                            <m:t>𝑑𝑥</m:t>
                          </m:r>
                        </m:e>
                      </m:nary>
                      <m:r>
                        <a:rPr lang="en-GB" sz="2800" b="0" i="1" smtClean="0">
                          <a:latin typeface="Cambria Math" panose="02040503050406030204" pitchFamily="18" charset="0"/>
                        </a:rPr>
                        <m:t>=</m:t>
                      </m:r>
                      <m:func>
                        <m:funcPr>
                          <m:ctrlPr>
                            <a:rPr lang="en-GB" sz="2800" b="0" i="1" smtClean="0">
                              <a:latin typeface="Cambria Math" panose="02040503050406030204" pitchFamily="18" charset="0"/>
                            </a:rPr>
                          </m:ctrlPr>
                        </m:funcPr>
                        <m:fName>
                          <m:r>
                            <m:rPr>
                              <m:sty m:val="p"/>
                            </m:rPr>
                            <a:rPr lang="en-GB" sz="2800" b="0" i="0" smtClean="0">
                              <a:latin typeface="Cambria Math" panose="02040503050406030204" pitchFamily="18" charset="0"/>
                            </a:rPr>
                            <m:t>tan</m:t>
                          </m:r>
                        </m:fName>
                        <m:e>
                          <m:r>
                            <a:rPr lang="en-GB" sz="2800" b="0" i="1" smtClean="0">
                              <a:latin typeface="Cambria Math" panose="02040503050406030204" pitchFamily="18" charset="0"/>
                            </a:rPr>
                            <m:t>𝑥</m:t>
                          </m:r>
                        </m:e>
                      </m:func>
                      <m:r>
                        <a:rPr lang="en-GB" sz="2800" b="0" i="1" smtClean="0">
                          <a:latin typeface="Cambria Math" panose="02040503050406030204" pitchFamily="18" charset="0"/>
                        </a:rPr>
                        <m:t>+</m:t>
                      </m:r>
                      <m:r>
                        <a:rPr lang="en-GB" sz="2800" b="0" i="1" smtClean="0">
                          <a:latin typeface="Cambria Math" panose="02040503050406030204" pitchFamily="18" charset="0"/>
                        </a:rPr>
                        <m:t>𝐶</m:t>
                      </m:r>
                    </m:oMath>
                  </m:oMathPara>
                </a14:m>
                <a:endParaRPr lang="en-GB" sz="2800" dirty="0"/>
              </a:p>
            </p:txBody>
          </p:sp>
        </mc:Choice>
        <mc:Fallback xmlns="">
          <p:sp>
            <p:nvSpPr>
              <p:cNvPr id="5" name="TextBox 4"/>
              <p:cNvSpPr txBox="1">
                <a:spLocks noRot="1" noChangeAspect="1" noMove="1" noResize="1" noEditPoints="1" noAdjustHandles="1" noChangeArrowheads="1" noChangeShapeType="1" noTextEdit="1"/>
              </p:cNvSpPr>
              <p:nvPr/>
            </p:nvSpPr>
            <p:spPr>
              <a:xfrm>
                <a:off x="3707904" y="1135527"/>
                <a:ext cx="4788024" cy="1222514"/>
              </a:xfrm>
              <a:prstGeom prst="rect">
                <a:avLst/>
              </a:prstGeom>
              <a:blipFill rotWithShape="0">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287524" y="2569637"/>
                <a:ext cx="6408712" cy="122251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nary>
                        <m:naryPr>
                          <m:limLoc m:val="undOvr"/>
                          <m:subHide m:val="on"/>
                          <m:supHide m:val="on"/>
                          <m:ctrlPr>
                            <a:rPr lang="en-GB" sz="2800" i="1" smtClean="0">
                              <a:latin typeface="Cambria Math" panose="02040503050406030204" pitchFamily="18" charset="0"/>
                            </a:rPr>
                          </m:ctrlPr>
                        </m:naryPr>
                        <m:sub/>
                        <m:sup/>
                        <m:e>
                          <m:r>
                            <a:rPr lang="en-GB" sz="2800" b="0" i="1" smtClean="0">
                              <a:latin typeface="Cambria Math" panose="02040503050406030204" pitchFamily="18" charset="0"/>
                            </a:rPr>
                            <m:t>𝑐𝑜𝑠𝑒𝑐</m:t>
                          </m:r>
                          <m:r>
                            <a:rPr lang="en-GB" sz="2800" b="0" i="1" smtClean="0">
                              <a:latin typeface="Cambria Math" panose="02040503050406030204" pitchFamily="18" charset="0"/>
                            </a:rPr>
                            <m:t> </m:t>
                          </m:r>
                          <m:r>
                            <a:rPr lang="en-GB" sz="2800" b="0" i="1" smtClean="0">
                              <a:latin typeface="Cambria Math" panose="02040503050406030204" pitchFamily="18" charset="0"/>
                            </a:rPr>
                            <m:t>𝑥</m:t>
                          </m:r>
                          <m:func>
                            <m:funcPr>
                              <m:ctrlPr>
                                <a:rPr lang="en-GB" sz="2800" b="0" i="1" smtClean="0">
                                  <a:latin typeface="Cambria Math" panose="02040503050406030204" pitchFamily="18" charset="0"/>
                                </a:rPr>
                              </m:ctrlPr>
                            </m:funcPr>
                            <m:fName>
                              <m:r>
                                <m:rPr>
                                  <m:sty m:val="p"/>
                                </m:rPr>
                                <a:rPr lang="en-GB" sz="2800" b="0" i="0" smtClean="0">
                                  <a:latin typeface="Cambria Math" panose="02040503050406030204" pitchFamily="18" charset="0"/>
                                </a:rPr>
                                <m:t>cot</m:t>
                              </m:r>
                            </m:fName>
                            <m:e>
                              <m:r>
                                <a:rPr lang="en-GB" sz="2800" b="0" i="1" smtClean="0">
                                  <a:latin typeface="Cambria Math" panose="02040503050406030204" pitchFamily="18" charset="0"/>
                                </a:rPr>
                                <m:t>𝑥</m:t>
                              </m:r>
                            </m:e>
                          </m:func>
                          <m:r>
                            <a:rPr lang="en-GB" sz="2800" b="0" i="1" smtClean="0">
                              <a:latin typeface="Cambria Math" panose="02040503050406030204" pitchFamily="18" charset="0"/>
                            </a:rPr>
                            <m:t> </m:t>
                          </m:r>
                          <m:r>
                            <a:rPr lang="en-GB" sz="2800" b="0" i="1" smtClean="0">
                              <a:latin typeface="Cambria Math" panose="02040503050406030204" pitchFamily="18" charset="0"/>
                            </a:rPr>
                            <m:t>𝑑𝑥</m:t>
                          </m:r>
                        </m:e>
                      </m:nary>
                      <m:r>
                        <a:rPr lang="en-GB" sz="2800" b="0" i="1" smtClean="0">
                          <a:latin typeface="Cambria Math" panose="02040503050406030204" pitchFamily="18" charset="0"/>
                        </a:rPr>
                        <m:t>=−</m:t>
                      </m:r>
                      <m:r>
                        <a:rPr lang="en-GB" sz="2800" b="0" i="1" smtClean="0">
                          <a:latin typeface="Cambria Math" panose="02040503050406030204" pitchFamily="18" charset="0"/>
                        </a:rPr>
                        <m:t>𝑐𝑜𝑠𝑒𝑐</m:t>
                      </m:r>
                      <m:r>
                        <a:rPr lang="en-GB" sz="2800" b="0" i="1" smtClean="0">
                          <a:latin typeface="Cambria Math" panose="02040503050406030204" pitchFamily="18" charset="0"/>
                        </a:rPr>
                        <m:t> </m:t>
                      </m:r>
                      <m:r>
                        <a:rPr lang="en-GB" sz="2800" b="0" i="1" smtClean="0">
                          <a:latin typeface="Cambria Math" panose="02040503050406030204" pitchFamily="18" charset="0"/>
                        </a:rPr>
                        <m:t>𝑥</m:t>
                      </m:r>
                      <m:r>
                        <a:rPr lang="en-GB" sz="2800" b="0" i="1" smtClean="0">
                          <a:latin typeface="Cambria Math" panose="02040503050406030204" pitchFamily="18" charset="0"/>
                        </a:rPr>
                        <m:t>+</m:t>
                      </m:r>
                      <m:r>
                        <a:rPr lang="en-GB" sz="2800" b="0" i="1" smtClean="0">
                          <a:latin typeface="Cambria Math" panose="02040503050406030204" pitchFamily="18" charset="0"/>
                        </a:rPr>
                        <m:t>𝐶</m:t>
                      </m:r>
                    </m:oMath>
                  </m:oMathPara>
                </a14:m>
                <a:endParaRPr lang="en-GB" sz="2800" dirty="0"/>
              </a:p>
            </p:txBody>
          </p:sp>
        </mc:Choice>
        <mc:Fallback xmlns="">
          <p:sp>
            <p:nvSpPr>
              <p:cNvPr id="6" name="TextBox 5"/>
              <p:cNvSpPr txBox="1">
                <a:spLocks noRot="1" noChangeAspect="1" noMove="1" noResize="1" noEditPoints="1" noAdjustHandles="1" noChangeArrowheads="1" noChangeShapeType="1" noTextEdit="1"/>
              </p:cNvSpPr>
              <p:nvPr/>
            </p:nvSpPr>
            <p:spPr>
              <a:xfrm>
                <a:off x="287524" y="2569637"/>
                <a:ext cx="6408712" cy="1222514"/>
              </a:xfrm>
              <a:prstGeom prst="rect">
                <a:avLst/>
              </a:pr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3491880" y="3973951"/>
                <a:ext cx="4788024" cy="122251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nary>
                        <m:naryPr>
                          <m:limLoc m:val="undOvr"/>
                          <m:subHide m:val="on"/>
                          <m:supHide m:val="on"/>
                          <m:ctrlPr>
                            <a:rPr lang="en-GB" sz="2800" i="1" smtClean="0">
                              <a:latin typeface="Cambria Math" panose="02040503050406030204" pitchFamily="18" charset="0"/>
                            </a:rPr>
                          </m:ctrlPr>
                        </m:naryPr>
                        <m:sub/>
                        <m:sup/>
                        <m:e>
                          <m:f>
                            <m:fPr>
                              <m:ctrlPr>
                                <a:rPr lang="en-GB" sz="2800" b="0" i="1" smtClean="0">
                                  <a:latin typeface="Cambria Math" panose="02040503050406030204" pitchFamily="18" charset="0"/>
                                </a:rPr>
                              </m:ctrlPr>
                            </m:fPr>
                            <m:num>
                              <m:r>
                                <a:rPr lang="en-GB" sz="2800" b="0" i="1" smtClean="0">
                                  <a:latin typeface="Cambria Math" panose="02040503050406030204" pitchFamily="18" charset="0"/>
                                </a:rPr>
                                <m:t>1</m:t>
                              </m:r>
                            </m:num>
                            <m:den>
                              <m:r>
                                <a:rPr lang="en-GB" sz="2800" b="0" i="1" smtClean="0">
                                  <a:latin typeface="Cambria Math" panose="02040503050406030204" pitchFamily="18" charset="0"/>
                                </a:rPr>
                                <m:t>𝑥</m:t>
                              </m:r>
                            </m:den>
                          </m:f>
                          <m:r>
                            <a:rPr lang="en-GB" sz="2800" b="0" i="1" smtClean="0">
                              <a:latin typeface="Cambria Math" panose="02040503050406030204" pitchFamily="18" charset="0"/>
                            </a:rPr>
                            <m:t> </m:t>
                          </m:r>
                          <m:r>
                            <a:rPr lang="en-GB" sz="2800" b="0" i="1" smtClean="0">
                              <a:latin typeface="Cambria Math" panose="02040503050406030204" pitchFamily="18" charset="0"/>
                            </a:rPr>
                            <m:t>𝑑𝑥</m:t>
                          </m:r>
                        </m:e>
                      </m:nary>
                      <m:r>
                        <a:rPr lang="en-GB" sz="2800" b="0" i="1" smtClean="0">
                          <a:latin typeface="Cambria Math" panose="02040503050406030204" pitchFamily="18" charset="0"/>
                        </a:rPr>
                        <m:t>=</m:t>
                      </m:r>
                      <m:func>
                        <m:funcPr>
                          <m:ctrlPr>
                            <a:rPr lang="en-GB" sz="2800" b="0" i="1" smtClean="0">
                              <a:latin typeface="Cambria Math" panose="02040503050406030204" pitchFamily="18" charset="0"/>
                            </a:rPr>
                          </m:ctrlPr>
                        </m:funcPr>
                        <m:fName>
                          <m:r>
                            <m:rPr>
                              <m:sty m:val="p"/>
                            </m:rPr>
                            <a:rPr lang="en-GB" sz="2800" b="0" i="0" smtClean="0">
                              <a:latin typeface="Cambria Math" panose="02040503050406030204" pitchFamily="18" charset="0"/>
                            </a:rPr>
                            <m:t>ln</m:t>
                          </m:r>
                        </m:fName>
                        <m:e>
                          <m:r>
                            <a:rPr lang="en-GB" sz="2800" b="0" i="1" smtClean="0">
                              <a:latin typeface="Cambria Math" panose="02040503050406030204" pitchFamily="18" charset="0"/>
                            </a:rPr>
                            <m:t>|</m:t>
                          </m:r>
                          <m:r>
                            <a:rPr lang="en-GB" sz="2800" b="0" i="1" smtClean="0">
                              <a:latin typeface="Cambria Math" panose="02040503050406030204" pitchFamily="18" charset="0"/>
                            </a:rPr>
                            <m:t>𝑥</m:t>
                          </m:r>
                          <m:r>
                            <a:rPr lang="en-GB" sz="2800" b="0" i="1" smtClean="0">
                              <a:latin typeface="Cambria Math" panose="02040503050406030204" pitchFamily="18" charset="0"/>
                            </a:rPr>
                            <m:t>|</m:t>
                          </m:r>
                        </m:e>
                      </m:func>
                      <m:r>
                        <a:rPr lang="en-GB" sz="2800" b="0" i="1" smtClean="0">
                          <a:latin typeface="Cambria Math" panose="02040503050406030204" pitchFamily="18" charset="0"/>
                        </a:rPr>
                        <m:t>+</m:t>
                      </m:r>
                      <m:r>
                        <a:rPr lang="en-GB" sz="2800" b="0" i="1" smtClean="0">
                          <a:latin typeface="Cambria Math" panose="02040503050406030204" pitchFamily="18" charset="0"/>
                        </a:rPr>
                        <m:t>𝐶</m:t>
                      </m:r>
                    </m:oMath>
                  </m:oMathPara>
                </a14:m>
                <a:endParaRPr lang="en-GB" sz="2800" dirty="0"/>
              </a:p>
            </p:txBody>
          </p:sp>
        </mc:Choice>
        <mc:Fallback xmlns="">
          <p:sp>
            <p:nvSpPr>
              <p:cNvPr id="7" name="TextBox 6"/>
              <p:cNvSpPr txBox="1">
                <a:spLocks noRot="1" noChangeAspect="1" noMove="1" noResize="1" noEditPoints="1" noAdjustHandles="1" noChangeArrowheads="1" noChangeShapeType="1" noTextEdit="1"/>
              </p:cNvSpPr>
              <p:nvPr/>
            </p:nvSpPr>
            <p:spPr>
              <a:xfrm>
                <a:off x="3491880" y="3973951"/>
                <a:ext cx="4788024" cy="1222514"/>
              </a:xfrm>
              <a:prstGeom prst="rect">
                <a:avLst/>
              </a:prstGeom>
              <a:blipFill rotWithShape="0">
                <a:blip r:embed="rId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1313892" y="5324738"/>
                <a:ext cx="4788024" cy="122251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nary>
                        <m:naryPr>
                          <m:limLoc m:val="undOvr"/>
                          <m:subHide m:val="on"/>
                          <m:supHide m:val="on"/>
                          <m:ctrlPr>
                            <a:rPr lang="en-GB" sz="2800" i="1" smtClean="0">
                              <a:latin typeface="Cambria Math" panose="02040503050406030204" pitchFamily="18" charset="0"/>
                            </a:rPr>
                          </m:ctrlPr>
                        </m:naryPr>
                        <m:sub/>
                        <m:sup/>
                        <m:e>
                          <m:r>
                            <a:rPr lang="en-GB" sz="2800" b="0" i="1" smtClean="0">
                              <a:latin typeface="Cambria Math" panose="02040503050406030204" pitchFamily="18" charset="0"/>
                            </a:rPr>
                            <m:t>−</m:t>
                          </m:r>
                          <m:func>
                            <m:funcPr>
                              <m:ctrlPr>
                                <a:rPr lang="en-GB" sz="2800" b="0" i="1" smtClean="0">
                                  <a:latin typeface="Cambria Math" panose="02040503050406030204" pitchFamily="18" charset="0"/>
                                </a:rPr>
                              </m:ctrlPr>
                            </m:funcPr>
                            <m:fName>
                              <m:r>
                                <m:rPr>
                                  <m:sty m:val="p"/>
                                </m:rPr>
                                <a:rPr lang="en-GB" sz="2800" b="0" i="0" smtClean="0">
                                  <a:latin typeface="Cambria Math" panose="02040503050406030204" pitchFamily="18" charset="0"/>
                                </a:rPr>
                                <m:t>sin</m:t>
                              </m:r>
                            </m:fName>
                            <m:e>
                              <m:r>
                                <a:rPr lang="en-GB" sz="2800" b="0" i="1" smtClean="0">
                                  <a:latin typeface="Cambria Math" panose="02040503050406030204" pitchFamily="18" charset="0"/>
                                </a:rPr>
                                <m:t>𝑥</m:t>
                              </m:r>
                            </m:e>
                          </m:func>
                          <m:r>
                            <a:rPr lang="en-GB" sz="2800" b="0" i="1" smtClean="0">
                              <a:latin typeface="Cambria Math" panose="02040503050406030204" pitchFamily="18" charset="0"/>
                            </a:rPr>
                            <m:t> </m:t>
                          </m:r>
                          <m:r>
                            <a:rPr lang="en-GB" sz="2800" b="0" i="1" smtClean="0">
                              <a:latin typeface="Cambria Math" panose="02040503050406030204" pitchFamily="18" charset="0"/>
                            </a:rPr>
                            <m:t>𝑑𝑥</m:t>
                          </m:r>
                        </m:e>
                      </m:nary>
                      <m:r>
                        <a:rPr lang="en-GB" sz="2800" b="0" i="1" smtClean="0">
                          <a:latin typeface="Cambria Math" panose="02040503050406030204" pitchFamily="18" charset="0"/>
                        </a:rPr>
                        <m:t>=</m:t>
                      </m:r>
                      <m:func>
                        <m:funcPr>
                          <m:ctrlPr>
                            <a:rPr lang="en-GB" sz="2800" b="0" i="1" smtClean="0">
                              <a:latin typeface="Cambria Math" panose="02040503050406030204" pitchFamily="18" charset="0"/>
                            </a:rPr>
                          </m:ctrlPr>
                        </m:funcPr>
                        <m:fName>
                          <m:r>
                            <m:rPr>
                              <m:sty m:val="p"/>
                            </m:rPr>
                            <a:rPr lang="en-GB" sz="2800" b="0" i="0" smtClean="0">
                              <a:latin typeface="Cambria Math" panose="02040503050406030204" pitchFamily="18" charset="0"/>
                            </a:rPr>
                            <m:t>cos</m:t>
                          </m:r>
                        </m:fName>
                        <m:e>
                          <m:r>
                            <a:rPr lang="en-GB" sz="2800" b="0" i="1" smtClean="0">
                              <a:latin typeface="Cambria Math" panose="02040503050406030204" pitchFamily="18" charset="0"/>
                            </a:rPr>
                            <m:t>𝑥</m:t>
                          </m:r>
                        </m:e>
                      </m:func>
                      <m:r>
                        <a:rPr lang="en-GB" sz="2800" b="0" i="1" smtClean="0">
                          <a:latin typeface="Cambria Math" panose="02040503050406030204" pitchFamily="18" charset="0"/>
                        </a:rPr>
                        <m:t>+</m:t>
                      </m:r>
                      <m:r>
                        <a:rPr lang="en-GB" sz="2800" b="0" i="1" smtClean="0">
                          <a:latin typeface="Cambria Math" panose="02040503050406030204" pitchFamily="18" charset="0"/>
                        </a:rPr>
                        <m:t>𝐶</m:t>
                      </m:r>
                    </m:oMath>
                  </m:oMathPara>
                </a14:m>
                <a:endParaRPr lang="en-GB" sz="2800" dirty="0"/>
              </a:p>
            </p:txBody>
          </p:sp>
        </mc:Choice>
        <mc:Fallback xmlns="">
          <p:sp>
            <p:nvSpPr>
              <p:cNvPr id="8" name="TextBox 7"/>
              <p:cNvSpPr txBox="1">
                <a:spLocks noRot="1" noChangeAspect="1" noMove="1" noResize="1" noEditPoints="1" noAdjustHandles="1" noChangeArrowheads="1" noChangeShapeType="1" noTextEdit="1"/>
              </p:cNvSpPr>
              <p:nvPr/>
            </p:nvSpPr>
            <p:spPr>
              <a:xfrm>
                <a:off x="1313892" y="5324738"/>
                <a:ext cx="4788024" cy="1222514"/>
              </a:xfrm>
              <a:prstGeom prst="rect">
                <a:avLst/>
              </a:prstGeom>
              <a:blipFill rotWithShape="0">
                <a:blip r:embed="rId9"/>
                <a:stretch>
                  <a:fillRect/>
                </a:stretch>
              </a:blipFill>
            </p:spPr>
            <p:txBody>
              <a:bodyPr/>
              <a:lstStyle/>
              <a:p>
                <a:r>
                  <a:rPr lang="en-GB">
                    <a:noFill/>
                  </a:rPr>
                  <a:t> </a:t>
                </a:r>
              </a:p>
            </p:txBody>
          </p:sp>
        </mc:Fallback>
      </mc:AlternateContent>
      <p:sp>
        <p:nvSpPr>
          <p:cNvPr id="9" name="Rectangle 8">
            <a:extLst>
              <a:ext uri="{FF2B5EF4-FFF2-40B4-BE49-F238E27FC236}">
                <a16:creationId xmlns:a16="http://schemas.microsoft.com/office/drawing/2014/main" id="{C2DF56AF-DA9A-4FB4-B401-AA9A4039789E}"/>
              </a:ext>
            </a:extLst>
          </p:cNvPr>
          <p:cNvSpPr/>
          <p:nvPr/>
        </p:nvSpPr>
        <p:spPr>
          <a:xfrm>
            <a:off x="6514480" y="1366793"/>
            <a:ext cx="1677020" cy="563607"/>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fontAlgn="auto">
              <a:spcBef>
                <a:spcPts val="0"/>
              </a:spcBef>
              <a:spcAft>
                <a:spcPts val="0"/>
              </a:spcAft>
              <a:defRPr/>
            </a:pPr>
            <a:r>
              <a:rPr lang="en-GB" sz="2800" dirty="0"/>
              <a:t>?</a:t>
            </a:r>
          </a:p>
        </p:txBody>
      </p:sp>
      <p:sp>
        <p:nvSpPr>
          <p:cNvPr id="10" name="Rectangle 9">
            <a:extLst>
              <a:ext uri="{FF2B5EF4-FFF2-40B4-BE49-F238E27FC236}">
                <a16:creationId xmlns:a16="http://schemas.microsoft.com/office/drawing/2014/main" id="{08C08813-85E0-435D-9BE2-E36392EFD040}"/>
              </a:ext>
            </a:extLst>
          </p:cNvPr>
          <p:cNvSpPr/>
          <p:nvPr/>
        </p:nvSpPr>
        <p:spPr>
          <a:xfrm>
            <a:off x="4055864" y="2761132"/>
            <a:ext cx="2185764" cy="687346"/>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fontAlgn="auto">
              <a:spcBef>
                <a:spcPts val="0"/>
              </a:spcBef>
              <a:spcAft>
                <a:spcPts val="0"/>
              </a:spcAft>
              <a:defRPr/>
            </a:pPr>
            <a:r>
              <a:rPr lang="en-GB" sz="2800" dirty="0"/>
              <a:t>?</a:t>
            </a:r>
          </a:p>
        </p:txBody>
      </p:sp>
      <p:sp>
        <p:nvSpPr>
          <p:cNvPr id="11" name="Rectangle 10">
            <a:extLst>
              <a:ext uri="{FF2B5EF4-FFF2-40B4-BE49-F238E27FC236}">
                <a16:creationId xmlns:a16="http://schemas.microsoft.com/office/drawing/2014/main" id="{615D52DD-98A0-4020-8A31-DF707178962A}"/>
              </a:ext>
            </a:extLst>
          </p:cNvPr>
          <p:cNvSpPr/>
          <p:nvPr/>
        </p:nvSpPr>
        <p:spPr>
          <a:xfrm>
            <a:off x="5909270" y="4214771"/>
            <a:ext cx="2046052" cy="687346"/>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fontAlgn="auto">
              <a:spcBef>
                <a:spcPts val="0"/>
              </a:spcBef>
              <a:spcAft>
                <a:spcPts val="0"/>
              </a:spcAft>
              <a:defRPr/>
            </a:pPr>
            <a:r>
              <a:rPr lang="en-GB" sz="2800" dirty="0"/>
              <a:t>?</a:t>
            </a:r>
          </a:p>
        </p:txBody>
      </p:sp>
      <p:sp>
        <p:nvSpPr>
          <p:cNvPr id="12" name="Rectangle 11">
            <a:extLst>
              <a:ext uri="{FF2B5EF4-FFF2-40B4-BE49-F238E27FC236}">
                <a16:creationId xmlns:a16="http://schemas.microsoft.com/office/drawing/2014/main" id="{7F6CF0E9-9AA4-439D-8643-2EA5A5B3EF2A}"/>
              </a:ext>
            </a:extLst>
          </p:cNvPr>
          <p:cNvSpPr/>
          <p:nvPr/>
        </p:nvSpPr>
        <p:spPr>
          <a:xfrm>
            <a:off x="4195576" y="5528822"/>
            <a:ext cx="2046052" cy="687346"/>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fontAlgn="auto">
              <a:spcBef>
                <a:spcPts val="0"/>
              </a:spcBef>
              <a:spcAft>
                <a:spcPts val="0"/>
              </a:spcAft>
              <a:defRPr/>
            </a:pPr>
            <a:r>
              <a:rPr lang="en-GB" sz="2800" dirty="0"/>
              <a:t>?</a:t>
            </a:r>
          </a:p>
        </p:txBody>
      </p:sp>
    </p:spTree>
    <p:extLst>
      <p:ext uri="{BB962C8B-B14F-4D97-AF65-F5344CB8AC3E}">
        <p14:creationId xmlns:p14="http://schemas.microsoft.com/office/powerpoint/2010/main" val="870741089"/>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9"/>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9"/>
                                        </p:tgtEl>
                                      </p:cBhvr>
                                    </p:animEffect>
                                    <p:set>
                                      <p:cBhvr>
                                        <p:cTn id="7" dur="1" fill="hold">
                                          <p:stCondLst>
                                            <p:cond delay="499"/>
                                          </p:stCondLst>
                                        </p:cTn>
                                        <p:tgtEl>
                                          <p:spTgt spid="9"/>
                                        </p:tgtEl>
                                        <p:attrNameLst>
                                          <p:attrName>style.visibility</p:attrName>
                                        </p:attrNameLst>
                                      </p:cBhvr>
                                      <p:to>
                                        <p:strVal val="hidden"/>
                                      </p:to>
                                    </p:set>
                                  </p:childTnLst>
                                </p:cTn>
                              </p:par>
                            </p:childTnLst>
                          </p:cTn>
                        </p:par>
                      </p:childTnLst>
                    </p:cTn>
                  </p:par>
                </p:childTnLst>
              </p:cTn>
              <p:nextCondLst>
                <p:cond evt="onClick" delay="0">
                  <p:tgtEl>
                    <p:spTgt spid="9"/>
                  </p:tgtEl>
                </p:cond>
              </p:nextCondLst>
            </p:seq>
            <p:seq concurrent="1" nextAc="seek">
              <p:cTn id="8" restart="whenNotActive" fill="hold" evtFilter="cancelBubble" nodeType="interactiveSeq">
                <p:stCondLst>
                  <p:cond evt="onClick" delay="0">
                    <p:tgtEl>
                      <p:spTgt spid="10"/>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0"/>
                                        </p:tgtEl>
                                      </p:cBhvr>
                                    </p:animEffect>
                                    <p:set>
                                      <p:cBhvr>
                                        <p:cTn id="13" dur="1" fill="hold">
                                          <p:stCondLst>
                                            <p:cond delay="499"/>
                                          </p:stCondLst>
                                        </p:cTn>
                                        <p:tgtEl>
                                          <p:spTgt spid="10"/>
                                        </p:tgtEl>
                                        <p:attrNameLst>
                                          <p:attrName>style.visibility</p:attrName>
                                        </p:attrNameLst>
                                      </p:cBhvr>
                                      <p:to>
                                        <p:strVal val="hidden"/>
                                      </p:to>
                                    </p:set>
                                  </p:childTnLst>
                                </p:cTn>
                              </p:par>
                            </p:childTnLst>
                          </p:cTn>
                        </p:par>
                      </p:childTnLst>
                    </p:cTn>
                  </p:par>
                </p:childTnLst>
              </p:cTn>
              <p:nextCondLst>
                <p:cond evt="onClick" delay="0">
                  <p:tgtEl>
                    <p:spTgt spid="10"/>
                  </p:tgtEl>
                </p:cond>
              </p:nextCondLst>
            </p:seq>
            <p:seq concurrent="1" nextAc="seek">
              <p:cTn id="14" restart="whenNotActive" fill="hold" evtFilter="cancelBubble" nodeType="interactiveSeq">
                <p:stCondLst>
                  <p:cond evt="onClick" delay="0">
                    <p:tgtEl>
                      <p:spTgt spid="11"/>
                    </p:tgtEl>
                  </p:cond>
                </p:stCondLst>
                <p:endSync evt="end" delay="0">
                  <p:rtn val="all"/>
                </p:endSync>
                <p:childTnLst>
                  <p:par>
                    <p:cTn id="15" fill="hold">
                      <p:stCondLst>
                        <p:cond delay="0"/>
                      </p:stCondLst>
                      <p:childTnLst>
                        <p:par>
                          <p:cTn id="16" fill="hold">
                            <p:stCondLst>
                              <p:cond delay="0"/>
                            </p:stCondLst>
                            <p:childTnLst>
                              <p:par>
                                <p:cTn id="17" presetID="10" presetClass="exit" presetSubtype="0" fill="hold" grpId="0" nodeType="clickEffect">
                                  <p:stCondLst>
                                    <p:cond delay="0"/>
                                  </p:stCondLst>
                                  <p:childTnLst>
                                    <p:animEffect transition="out" filter="fade">
                                      <p:cBhvr>
                                        <p:cTn id="18" dur="500"/>
                                        <p:tgtEl>
                                          <p:spTgt spid="11"/>
                                        </p:tgtEl>
                                      </p:cBhvr>
                                    </p:animEffect>
                                    <p:set>
                                      <p:cBhvr>
                                        <p:cTn id="19" dur="1" fill="hold">
                                          <p:stCondLst>
                                            <p:cond delay="499"/>
                                          </p:stCondLst>
                                        </p:cTn>
                                        <p:tgtEl>
                                          <p:spTgt spid="11"/>
                                        </p:tgtEl>
                                        <p:attrNameLst>
                                          <p:attrName>style.visibility</p:attrName>
                                        </p:attrNameLst>
                                      </p:cBhvr>
                                      <p:to>
                                        <p:strVal val="hidden"/>
                                      </p:to>
                                    </p:set>
                                  </p:childTnLst>
                                </p:cTn>
                              </p:par>
                            </p:childTnLst>
                          </p:cTn>
                        </p:par>
                      </p:childTnLst>
                    </p:cTn>
                  </p:par>
                </p:childTnLst>
              </p:cTn>
              <p:nextCondLst>
                <p:cond evt="onClick" delay="0">
                  <p:tgtEl>
                    <p:spTgt spid="11"/>
                  </p:tgtEl>
                </p:cond>
              </p:nextCondLst>
            </p:seq>
            <p:seq concurrent="1" nextAc="seek">
              <p:cTn id="20" restart="whenNotActive" fill="hold" evtFilter="cancelBubble" nodeType="interactiveSeq">
                <p:stCondLst>
                  <p:cond evt="onClick" delay="0">
                    <p:tgtEl>
                      <p:spTgt spid="12"/>
                    </p:tgtEl>
                  </p:cond>
                </p:stCondLst>
                <p:endSync evt="end" delay="0">
                  <p:rtn val="all"/>
                </p:endSync>
                <p:childTnLst>
                  <p:par>
                    <p:cTn id="21" fill="hold">
                      <p:stCondLst>
                        <p:cond delay="0"/>
                      </p:stCondLst>
                      <p:childTnLst>
                        <p:par>
                          <p:cTn id="22" fill="hold">
                            <p:stCondLst>
                              <p:cond delay="0"/>
                            </p:stCondLst>
                            <p:childTnLst>
                              <p:par>
                                <p:cTn id="23" presetID="10" presetClass="exit" presetSubtype="0" fill="hold" grpId="0" nodeType="clickEffect">
                                  <p:stCondLst>
                                    <p:cond delay="0"/>
                                  </p:stCondLst>
                                  <p:childTnLst>
                                    <p:animEffect transition="out" filter="fade">
                                      <p:cBhvr>
                                        <p:cTn id="24" dur="500"/>
                                        <p:tgtEl>
                                          <p:spTgt spid="12"/>
                                        </p:tgtEl>
                                      </p:cBhvr>
                                    </p:animEffect>
                                    <p:set>
                                      <p:cBhvr>
                                        <p:cTn id="25" dur="1" fill="hold">
                                          <p:stCondLst>
                                            <p:cond delay="499"/>
                                          </p:stCondLst>
                                        </p:cTn>
                                        <p:tgtEl>
                                          <p:spTgt spid="12"/>
                                        </p:tgtEl>
                                        <p:attrNameLst>
                                          <p:attrName>style.visibility</p:attrName>
                                        </p:attrNameLst>
                                      </p:cBhvr>
                                      <p:to>
                                        <p:strVal val="hidden"/>
                                      </p:to>
                                    </p:set>
                                  </p:childTnLst>
                                </p:cTn>
                              </p:par>
                            </p:childTnLst>
                          </p:cTn>
                        </p:par>
                      </p:childTnLst>
                    </p:cTn>
                  </p:par>
                </p:childTnLst>
              </p:cTn>
              <p:nextCondLst>
                <p:cond evt="onClick" delay="0">
                  <p:tgtEl>
                    <p:spTgt spid="12"/>
                  </p:tgtEl>
                </p:cond>
              </p:nextCondLst>
            </p:seq>
          </p:childTnLst>
        </p:cTn>
      </p:par>
    </p:tnLst>
    <p:bldLst>
      <p:bldP spid="9" grpId="0" animBg="1"/>
      <p:bldP spid="10" grpId="0" animBg="1"/>
      <p:bldP spid="11" grpId="0" animBg="1"/>
      <p:bldP spid="1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4000" cy="599127"/>
            <a:chOff x="0" y="13335"/>
            <a:chExt cx="9144218" cy="599127"/>
          </a:xfrm>
        </p:grpSpPr>
        <p:sp>
          <p:nvSpPr>
            <p:cNvPr id="3" name="TextBox 32"/>
            <p:cNvSpPr txBox="1"/>
            <p:nvPr/>
          </p:nvSpPr>
          <p:spPr>
            <a:xfrm>
              <a:off x="0" y="13335"/>
              <a:ext cx="9144000" cy="599127"/>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sz="3200" dirty="0" err="1"/>
                <a:t>Quickfire</a:t>
              </a:r>
              <a:r>
                <a:rPr lang="en-GB" sz="3200" dirty="0"/>
                <a:t> Questions (without cheating!)</a:t>
              </a:r>
            </a:p>
          </p:txBody>
        </p:sp>
        <p:cxnSp>
          <p:nvCxnSpPr>
            <p:cNvPr id="4" name="Straight Connector 3"/>
            <p:cNvCxnSpPr/>
            <p:nvPr/>
          </p:nvCxnSpPr>
          <p:spPr>
            <a:xfrm>
              <a:off x="218" y="601079"/>
              <a:ext cx="9144000" cy="0"/>
            </a:xfrm>
            <a:prstGeom prst="line">
              <a:avLst/>
            </a:prstGeom>
            <a:effectLst/>
          </p:spPr>
          <p:style>
            <a:lnRef idx="3">
              <a:schemeClr val="accent3"/>
            </a:lnRef>
            <a:fillRef idx="0">
              <a:schemeClr val="accent3"/>
            </a:fillRef>
            <a:effectRef idx="2">
              <a:schemeClr val="accent3"/>
            </a:effectRef>
            <a:fontRef idx="minor">
              <a:schemeClr val="tx1"/>
            </a:fontRef>
          </p:style>
        </p:cxnSp>
      </p:grpSp>
      <mc:AlternateContent xmlns:mc="http://schemas.openxmlformats.org/markup-compatibility/2006" xmlns:a14="http://schemas.microsoft.com/office/drawing/2010/main">
        <mc:Choice Requires="a14">
          <p:sp>
            <p:nvSpPr>
              <p:cNvPr id="5" name="TextBox 4"/>
              <p:cNvSpPr txBox="1"/>
              <p:nvPr/>
            </p:nvSpPr>
            <p:spPr>
              <a:xfrm>
                <a:off x="609527" y="3855509"/>
                <a:ext cx="4788024" cy="122251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nary>
                        <m:naryPr>
                          <m:limLoc m:val="undOvr"/>
                          <m:subHide m:val="on"/>
                          <m:supHide m:val="on"/>
                          <m:ctrlPr>
                            <a:rPr lang="en-GB" sz="2800" i="1" smtClean="0">
                              <a:latin typeface="Cambria Math" panose="02040503050406030204" pitchFamily="18" charset="0"/>
                            </a:rPr>
                          </m:ctrlPr>
                        </m:naryPr>
                        <m:sub/>
                        <m:sup/>
                        <m:e>
                          <m:func>
                            <m:funcPr>
                              <m:ctrlPr>
                                <a:rPr lang="en-GB" sz="2800" b="0" i="1" smtClean="0">
                                  <a:latin typeface="Cambria Math" panose="02040503050406030204" pitchFamily="18" charset="0"/>
                                </a:rPr>
                              </m:ctrlPr>
                            </m:funcPr>
                            <m:fName>
                              <m:r>
                                <m:rPr>
                                  <m:sty m:val="p"/>
                                </m:rPr>
                                <a:rPr lang="en-GB" sz="2800" b="0" i="0" smtClean="0">
                                  <a:latin typeface="Cambria Math" panose="02040503050406030204" pitchFamily="18" charset="0"/>
                                </a:rPr>
                                <m:t>sec</m:t>
                              </m:r>
                            </m:fName>
                            <m:e>
                              <m:r>
                                <a:rPr lang="en-GB" sz="2800" b="0" i="1" smtClean="0">
                                  <a:latin typeface="Cambria Math" panose="02040503050406030204" pitchFamily="18" charset="0"/>
                                </a:rPr>
                                <m:t>𝑥</m:t>
                              </m:r>
                            </m:e>
                          </m:func>
                          <m:func>
                            <m:funcPr>
                              <m:ctrlPr>
                                <a:rPr lang="en-GB" sz="2800" b="0" i="1" smtClean="0">
                                  <a:latin typeface="Cambria Math" panose="02040503050406030204" pitchFamily="18" charset="0"/>
                                </a:rPr>
                              </m:ctrlPr>
                            </m:funcPr>
                            <m:fName>
                              <m:r>
                                <m:rPr>
                                  <m:sty m:val="p"/>
                                </m:rPr>
                                <a:rPr lang="en-GB" sz="2800" b="0" i="0" smtClean="0">
                                  <a:latin typeface="Cambria Math" panose="02040503050406030204" pitchFamily="18" charset="0"/>
                                </a:rPr>
                                <m:t>tan</m:t>
                              </m:r>
                            </m:fName>
                            <m:e>
                              <m:r>
                                <a:rPr lang="en-GB" sz="2800" b="0" i="1" smtClean="0">
                                  <a:latin typeface="Cambria Math" panose="02040503050406030204" pitchFamily="18" charset="0"/>
                                </a:rPr>
                                <m:t>𝑥</m:t>
                              </m:r>
                            </m:e>
                          </m:func>
                          <m:r>
                            <a:rPr lang="en-GB" sz="2800" b="0" i="1" smtClean="0">
                              <a:latin typeface="Cambria Math" panose="02040503050406030204" pitchFamily="18" charset="0"/>
                            </a:rPr>
                            <m:t> </m:t>
                          </m:r>
                          <m:r>
                            <a:rPr lang="en-GB" sz="2800" b="0" i="1" smtClean="0">
                              <a:latin typeface="Cambria Math" panose="02040503050406030204" pitchFamily="18" charset="0"/>
                            </a:rPr>
                            <m:t>𝑑𝑥</m:t>
                          </m:r>
                        </m:e>
                      </m:nary>
                      <m:r>
                        <a:rPr lang="en-GB" sz="2800" b="0" i="1" smtClean="0">
                          <a:latin typeface="Cambria Math" panose="02040503050406030204" pitchFamily="18" charset="0"/>
                        </a:rPr>
                        <m:t>=</m:t>
                      </m:r>
                      <m:func>
                        <m:funcPr>
                          <m:ctrlPr>
                            <a:rPr lang="en-GB" sz="2800" b="0" i="1" smtClean="0">
                              <a:latin typeface="Cambria Math" panose="02040503050406030204" pitchFamily="18" charset="0"/>
                            </a:rPr>
                          </m:ctrlPr>
                        </m:funcPr>
                        <m:fName>
                          <m:r>
                            <m:rPr>
                              <m:sty m:val="p"/>
                            </m:rPr>
                            <a:rPr lang="en-GB" sz="2800" b="0" i="0" smtClean="0">
                              <a:latin typeface="Cambria Math" panose="02040503050406030204" pitchFamily="18" charset="0"/>
                            </a:rPr>
                            <m:t>sec</m:t>
                          </m:r>
                        </m:fName>
                        <m:e>
                          <m:r>
                            <a:rPr lang="en-GB" sz="2800" b="0" i="1" smtClean="0">
                              <a:latin typeface="Cambria Math" panose="02040503050406030204" pitchFamily="18" charset="0"/>
                            </a:rPr>
                            <m:t>𝑥</m:t>
                          </m:r>
                        </m:e>
                      </m:func>
                      <m:r>
                        <a:rPr lang="en-GB" sz="2800" b="0" i="1" smtClean="0">
                          <a:latin typeface="Cambria Math" panose="02040503050406030204" pitchFamily="18" charset="0"/>
                        </a:rPr>
                        <m:t>+</m:t>
                      </m:r>
                      <m:r>
                        <a:rPr lang="en-GB" sz="2800" b="0" i="1" smtClean="0">
                          <a:latin typeface="Cambria Math" panose="02040503050406030204" pitchFamily="18" charset="0"/>
                        </a:rPr>
                        <m:t>𝐶</m:t>
                      </m:r>
                    </m:oMath>
                  </m:oMathPara>
                </a14:m>
                <a:endParaRPr lang="en-GB" sz="2800" dirty="0"/>
              </a:p>
            </p:txBody>
          </p:sp>
        </mc:Choice>
        <mc:Fallback xmlns="">
          <p:sp>
            <p:nvSpPr>
              <p:cNvPr id="5" name="TextBox 4"/>
              <p:cNvSpPr txBox="1">
                <a:spLocks noRot="1" noChangeAspect="1" noMove="1" noResize="1" noEditPoints="1" noAdjustHandles="1" noChangeArrowheads="1" noChangeShapeType="1" noTextEdit="1"/>
              </p:cNvSpPr>
              <p:nvPr/>
            </p:nvSpPr>
            <p:spPr>
              <a:xfrm>
                <a:off x="609527" y="3855509"/>
                <a:ext cx="4788024" cy="1222514"/>
              </a:xfrm>
              <a:prstGeom prst="rect">
                <a:avLst/>
              </a:prstGeom>
              <a:blipFill rotWithShape="0">
                <a:blip r:embed="rId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3491880" y="2502272"/>
                <a:ext cx="4788024" cy="122251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nary>
                        <m:naryPr>
                          <m:limLoc m:val="undOvr"/>
                          <m:subHide m:val="on"/>
                          <m:supHide m:val="on"/>
                          <m:ctrlPr>
                            <a:rPr lang="en-GB" sz="2800" i="1" smtClean="0">
                              <a:latin typeface="Cambria Math" panose="02040503050406030204" pitchFamily="18" charset="0"/>
                            </a:rPr>
                          </m:ctrlPr>
                        </m:naryPr>
                        <m:sub/>
                        <m:sup/>
                        <m:e>
                          <m:func>
                            <m:funcPr>
                              <m:ctrlPr>
                                <a:rPr lang="en-GB" sz="2800" b="0" i="1" smtClean="0">
                                  <a:latin typeface="Cambria Math" panose="02040503050406030204" pitchFamily="18" charset="0"/>
                                </a:rPr>
                              </m:ctrlPr>
                            </m:funcPr>
                            <m:fName>
                              <m:r>
                                <m:rPr>
                                  <m:sty m:val="p"/>
                                </m:rPr>
                                <a:rPr lang="en-GB" sz="2800" b="0" i="0" smtClean="0">
                                  <a:latin typeface="Cambria Math" panose="02040503050406030204" pitchFamily="18" charset="0"/>
                                </a:rPr>
                                <m:t>sin</m:t>
                              </m:r>
                            </m:fName>
                            <m:e>
                              <m:r>
                                <a:rPr lang="en-GB" sz="2800" b="0" i="1" smtClean="0">
                                  <a:latin typeface="Cambria Math" panose="02040503050406030204" pitchFamily="18" charset="0"/>
                                </a:rPr>
                                <m:t>𝑥</m:t>
                              </m:r>
                            </m:e>
                          </m:func>
                          <m:r>
                            <a:rPr lang="en-GB" sz="2800" b="0" i="1" smtClean="0">
                              <a:latin typeface="Cambria Math" panose="02040503050406030204" pitchFamily="18" charset="0"/>
                            </a:rPr>
                            <m:t> </m:t>
                          </m:r>
                          <m:r>
                            <a:rPr lang="en-GB" sz="2800" b="0" i="1" smtClean="0">
                              <a:latin typeface="Cambria Math" panose="02040503050406030204" pitchFamily="18" charset="0"/>
                            </a:rPr>
                            <m:t>𝑑𝑥</m:t>
                          </m:r>
                        </m:e>
                      </m:nary>
                      <m:r>
                        <a:rPr lang="en-GB" sz="2800" b="0" i="1" smtClean="0">
                          <a:latin typeface="Cambria Math" panose="02040503050406030204" pitchFamily="18" charset="0"/>
                        </a:rPr>
                        <m:t>=−</m:t>
                      </m:r>
                      <m:func>
                        <m:funcPr>
                          <m:ctrlPr>
                            <a:rPr lang="en-GB" sz="2800" b="0" i="1" smtClean="0">
                              <a:latin typeface="Cambria Math" panose="02040503050406030204" pitchFamily="18" charset="0"/>
                            </a:rPr>
                          </m:ctrlPr>
                        </m:funcPr>
                        <m:fName>
                          <m:r>
                            <m:rPr>
                              <m:sty m:val="p"/>
                            </m:rPr>
                            <a:rPr lang="en-GB" sz="2800" b="0" i="0" smtClean="0">
                              <a:latin typeface="Cambria Math" panose="02040503050406030204" pitchFamily="18" charset="0"/>
                            </a:rPr>
                            <m:t>cos</m:t>
                          </m:r>
                        </m:fName>
                        <m:e>
                          <m:r>
                            <a:rPr lang="en-GB" sz="2800" b="0" i="1" smtClean="0">
                              <a:latin typeface="Cambria Math" panose="02040503050406030204" pitchFamily="18" charset="0"/>
                            </a:rPr>
                            <m:t>𝑥</m:t>
                          </m:r>
                        </m:e>
                      </m:func>
                      <m:r>
                        <a:rPr lang="en-GB" sz="2800" b="0" i="1" smtClean="0">
                          <a:latin typeface="Cambria Math" panose="02040503050406030204" pitchFamily="18" charset="0"/>
                        </a:rPr>
                        <m:t>+</m:t>
                      </m:r>
                      <m:r>
                        <a:rPr lang="en-GB" sz="2800" b="0" i="1" smtClean="0">
                          <a:latin typeface="Cambria Math" panose="02040503050406030204" pitchFamily="18" charset="0"/>
                        </a:rPr>
                        <m:t>𝐶</m:t>
                      </m:r>
                    </m:oMath>
                  </m:oMathPara>
                </a14:m>
                <a:endParaRPr lang="en-GB" sz="2800" dirty="0"/>
              </a:p>
            </p:txBody>
          </p:sp>
        </mc:Choice>
        <mc:Fallback xmlns="">
          <p:sp>
            <p:nvSpPr>
              <p:cNvPr id="6" name="TextBox 5"/>
              <p:cNvSpPr txBox="1">
                <a:spLocks noRot="1" noChangeAspect="1" noMove="1" noResize="1" noEditPoints="1" noAdjustHandles="1" noChangeArrowheads="1" noChangeShapeType="1" noTextEdit="1"/>
              </p:cNvSpPr>
              <p:nvPr/>
            </p:nvSpPr>
            <p:spPr>
              <a:xfrm>
                <a:off x="3491880" y="2502272"/>
                <a:ext cx="4788024" cy="1222514"/>
              </a:xfrm>
              <a:prstGeom prst="rect">
                <a:avLst/>
              </a:prstGeom>
              <a:blipFill rotWithShape="0">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611560" y="1135527"/>
                <a:ext cx="4788024" cy="122251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nary>
                        <m:naryPr>
                          <m:limLoc m:val="undOvr"/>
                          <m:subHide m:val="on"/>
                          <m:supHide m:val="on"/>
                          <m:ctrlPr>
                            <a:rPr lang="en-GB" sz="2800" i="1" smtClean="0">
                              <a:latin typeface="Cambria Math" panose="02040503050406030204" pitchFamily="18" charset="0"/>
                            </a:rPr>
                          </m:ctrlPr>
                        </m:naryPr>
                        <m:sub/>
                        <m:sup/>
                        <m:e>
                          <m:r>
                            <a:rPr lang="en-GB" sz="2800" b="0" i="1" smtClean="0">
                              <a:latin typeface="Cambria Math" panose="02040503050406030204" pitchFamily="18" charset="0"/>
                            </a:rPr>
                            <m:t>𝑐𝑜𝑠𝑒</m:t>
                          </m:r>
                          <m:sSup>
                            <m:sSupPr>
                              <m:ctrlPr>
                                <a:rPr lang="en-GB" sz="2800" b="0" i="1" smtClean="0">
                                  <a:latin typeface="Cambria Math" panose="02040503050406030204" pitchFamily="18" charset="0"/>
                                </a:rPr>
                              </m:ctrlPr>
                            </m:sSupPr>
                            <m:e>
                              <m:r>
                                <a:rPr lang="en-GB" sz="2800" b="0" i="1" smtClean="0">
                                  <a:latin typeface="Cambria Math" panose="02040503050406030204" pitchFamily="18" charset="0"/>
                                </a:rPr>
                                <m:t>𝑐</m:t>
                              </m:r>
                            </m:e>
                            <m:sup>
                              <m:r>
                                <a:rPr lang="en-GB" sz="2800" b="0" i="1" smtClean="0">
                                  <a:latin typeface="Cambria Math" panose="02040503050406030204" pitchFamily="18" charset="0"/>
                                </a:rPr>
                                <m:t>2</m:t>
                              </m:r>
                            </m:sup>
                          </m:sSup>
                          <m:r>
                            <a:rPr lang="en-GB" sz="2800" b="0" i="1" smtClean="0">
                              <a:latin typeface="Cambria Math" panose="02040503050406030204" pitchFamily="18" charset="0"/>
                            </a:rPr>
                            <m:t> </m:t>
                          </m:r>
                          <m:r>
                            <a:rPr lang="en-GB" sz="2800" b="0" i="1" smtClean="0">
                              <a:latin typeface="Cambria Math" panose="02040503050406030204" pitchFamily="18" charset="0"/>
                            </a:rPr>
                            <m:t>𝑥</m:t>
                          </m:r>
                          <m:r>
                            <a:rPr lang="en-GB" sz="2800" b="0" i="1" smtClean="0">
                              <a:latin typeface="Cambria Math" panose="02040503050406030204" pitchFamily="18" charset="0"/>
                            </a:rPr>
                            <m:t> </m:t>
                          </m:r>
                          <m:r>
                            <a:rPr lang="en-GB" sz="2800" b="0" i="1" smtClean="0">
                              <a:latin typeface="Cambria Math" panose="02040503050406030204" pitchFamily="18" charset="0"/>
                            </a:rPr>
                            <m:t>𝑑𝑥</m:t>
                          </m:r>
                        </m:e>
                      </m:nary>
                      <m:r>
                        <a:rPr lang="en-GB" sz="2800" b="0" i="1" smtClean="0">
                          <a:latin typeface="Cambria Math" panose="02040503050406030204" pitchFamily="18" charset="0"/>
                        </a:rPr>
                        <m:t>=−</m:t>
                      </m:r>
                      <m:func>
                        <m:funcPr>
                          <m:ctrlPr>
                            <a:rPr lang="en-GB" sz="2800" b="0" i="1" smtClean="0">
                              <a:latin typeface="Cambria Math" panose="02040503050406030204" pitchFamily="18" charset="0"/>
                            </a:rPr>
                          </m:ctrlPr>
                        </m:funcPr>
                        <m:fName>
                          <m:r>
                            <m:rPr>
                              <m:sty m:val="p"/>
                            </m:rPr>
                            <a:rPr lang="en-GB" sz="2800" b="0" i="0" smtClean="0">
                              <a:latin typeface="Cambria Math" panose="02040503050406030204" pitchFamily="18" charset="0"/>
                            </a:rPr>
                            <m:t>cot</m:t>
                          </m:r>
                        </m:fName>
                        <m:e>
                          <m:r>
                            <a:rPr lang="en-GB" sz="2800" b="0" i="1" smtClean="0">
                              <a:latin typeface="Cambria Math" panose="02040503050406030204" pitchFamily="18" charset="0"/>
                            </a:rPr>
                            <m:t>𝑥</m:t>
                          </m:r>
                        </m:e>
                      </m:func>
                      <m:r>
                        <a:rPr lang="en-GB" sz="2800" b="0" i="1" smtClean="0">
                          <a:latin typeface="Cambria Math" panose="02040503050406030204" pitchFamily="18" charset="0"/>
                        </a:rPr>
                        <m:t>+</m:t>
                      </m:r>
                      <m:r>
                        <a:rPr lang="en-GB" sz="2800" b="0" i="1" smtClean="0">
                          <a:latin typeface="Cambria Math" panose="02040503050406030204" pitchFamily="18" charset="0"/>
                        </a:rPr>
                        <m:t>𝐶</m:t>
                      </m:r>
                    </m:oMath>
                  </m:oMathPara>
                </a14:m>
                <a:endParaRPr lang="en-GB" sz="2800" dirty="0"/>
              </a:p>
            </p:txBody>
          </p:sp>
        </mc:Choice>
        <mc:Fallback xmlns="">
          <p:sp>
            <p:nvSpPr>
              <p:cNvPr id="7" name="TextBox 6"/>
              <p:cNvSpPr txBox="1">
                <a:spLocks noRot="1" noChangeAspect="1" noMove="1" noResize="1" noEditPoints="1" noAdjustHandles="1" noChangeArrowheads="1" noChangeShapeType="1" noTextEdit="1"/>
              </p:cNvSpPr>
              <p:nvPr/>
            </p:nvSpPr>
            <p:spPr>
              <a:xfrm>
                <a:off x="611560" y="1135527"/>
                <a:ext cx="4788024" cy="1222514"/>
              </a:xfrm>
              <a:prstGeom prst="rect">
                <a:avLst/>
              </a:prstGeom>
              <a:blipFill rotWithShape="0">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3851920" y="5339469"/>
                <a:ext cx="4788024" cy="122251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nary>
                        <m:naryPr>
                          <m:limLoc m:val="undOvr"/>
                          <m:subHide m:val="on"/>
                          <m:supHide m:val="on"/>
                          <m:ctrlPr>
                            <a:rPr lang="en-GB" sz="2800" i="1" smtClean="0">
                              <a:latin typeface="Cambria Math" panose="02040503050406030204" pitchFamily="18" charset="0"/>
                            </a:rPr>
                          </m:ctrlPr>
                        </m:naryPr>
                        <m:sub/>
                        <m:sup/>
                        <m:e>
                          <m:func>
                            <m:funcPr>
                              <m:ctrlPr>
                                <a:rPr lang="en-GB" sz="2800" b="0" i="1" smtClean="0">
                                  <a:latin typeface="Cambria Math" panose="02040503050406030204" pitchFamily="18" charset="0"/>
                                </a:rPr>
                              </m:ctrlPr>
                            </m:funcPr>
                            <m:fName>
                              <m:r>
                                <m:rPr>
                                  <m:sty m:val="p"/>
                                </m:rPr>
                                <a:rPr lang="en-GB" sz="2800" b="0" i="0" smtClean="0">
                                  <a:latin typeface="Cambria Math" panose="02040503050406030204" pitchFamily="18" charset="0"/>
                                </a:rPr>
                                <m:t>cos</m:t>
                              </m:r>
                            </m:fName>
                            <m:e>
                              <m:r>
                                <a:rPr lang="en-GB" sz="2800" b="0" i="1" smtClean="0">
                                  <a:latin typeface="Cambria Math" panose="02040503050406030204" pitchFamily="18" charset="0"/>
                                </a:rPr>
                                <m:t>𝑥</m:t>
                              </m:r>
                            </m:e>
                          </m:func>
                          <m:r>
                            <a:rPr lang="en-GB" sz="2800" b="0" i="1" smtClean="0">
                              <a:latin typeface="Cambria Math" panose="02040503050406030204" pitchFamily="18" charset="0"/>
                            </a:rPr>
                            <m:t> </m:t>
                          </m:r>
                          <m:r>
                            <a:rPr lang="en-GB" sz="2800" b="0" i="1" smtClean="0">
                              <a:latin typeface="Cambria Math" panose="02040503050406030204" pitchFamily="18" charset="0"/>
                            </a:rPr>
                            <m:t>𝑑𝑥</m:t>
                          </m:r>
                        </m:e>
                      </m:nary>
                      <m:r>
                        <a:rPr lang="en-GB" sz="2800" b="0" i="1" smtClean="0">
                          <a:latin typeface="Cambria Math" panose="02040503050406030204" pitchFamily="18" charset="0"/>
                        </a:rPr>
                        <m:t>=</m:t>
                      </m:r>
                      <m:func>
                        <m:funcPr>
                          <m:ctrlPr>
                            <a:rPr lang="en-GB" sz="2800" b="0" i="1" smtClean="0">
                              <a:latin typeface="Cambria Math" panose="02040503050406030204" pitchFamily="18" charset="0"/>
                            </a:rPr>
                          </m:ctrlPr>
                        </m:funcPr>
                        <m:fName>
                          <m:r>
                            <m:rPr>
                              <m:sty m:val="p"/>
                            </m:rPr>
                            <a:rPr lang="en-GB" sz="2800" b="0" i="0" smtClean="0">
                              <a:latin typeface="Cambria Math" panose="02040503050406030204" pitchFamily="18" charset="0"/>
                            </a:rPr>
                            <m:t>sin</m:t>
                          </m:r>
                        </m:fName>
                        <m:e>
                          <m:r>
                            <a:rPr lang="en-GB" sz="2800" b="0" i="1" smtClean="0">
                              <a:latin typeface="Cambria Math" panose="02040503050406030204" pitchFamily="18" charset="0"/>
                            </a:rPr>
                            <m:t>𝑥</m:t>
                          </m:r>
                        </m:e>
                      </m:func>
                      <m:r>
                        <a:rPr lang="en-GB" sz="2800" b="0" i="1" smtClean="0">
                          <a:latin typeface="Cambria Math" panose="02040503050406030204" pitchFamily="18" charset="0"/>
                        </a:rPr>
                        <m:t>+</m:t>
                      </m:r>
                      <m:r>
                        <a:rPr lang="en-GB" sz="2800" b="0" i="1" smtClean="0">
                          <a:latin typeface="Cambria Math" panose="02040503050406030204" pitchFamily="18" charset="0"/>
                        </a:rPr>
                        <m:t>𝐶</m:t>
                      </m:r>
                    </m:oMath>
                  </m:oMathPara>
                </a14:m>
                <a:endParaRPr lang="en-GB" sz="2800" dirty="0"/>
              </a:p>
            </p:txBody>
          </p:sp>
        </mc:Choice>
        <mc:Fallback xmlns="">
          <p:sp>
            <p:nvSpPr>
              <p:cNvPr id="8" name="TextBox 7"/>
              <p:cNvSpPr txBox="1">
                <a:spLocks noRot="1" noChangeAspect="1" noMove="1" noResize="1" noEditPoints="1" noAdjustHandles="1" noChangeArrowheads="1" noChangeShapeType="1" noTextEdit="1"/>
              </p:cNvSpPr>
              <p:nvPr/>
            </p:nvSpPr>
            <p:spPr>
              <a:xfrm>
                <a:off x="3851920" y="5339469"/>
                <a:ext cx="4788024" cy="1222514"/>
              </a:xfrm>
              <a:prstGeom prst="rect">
                <a:avLst/>
              </a:prstGeom>
              <a:blipFill rotWithShape="0">
                <a:blip r:embed="rId5"/>
                <a:stretch>
                  <a:fillRect/>
                </a:stretch>
              </a:blipFill>
            </p:spPr>
            <p:txBody>
              <a:bodyPr/>
              <a:lstStyle/>
              <a:p>
                <a:r>
                  <a:rPr lang="en-GB">
                    <a:noFill/>
                  </a:rPr>
                  <a:t> </a:t>
                </a:r>
              </a:p>
            </p:txBody>
          </p:sp>
        </mc:Fallback>
      </mc:AlternateContent>
      <p:sp>
        <p:nvSpPr>
          <p:cNvPr id="10" name="Rectangle 9"/>
          <p:cNvSpPr/>
          <p:nvPr/>
        </p:nvSpPr>
        <p:spPr>
          <a:xfrm>
            <a:off x="3491880" y="1366793"/>
            <a:ext cx="2636446" cy="550039"/>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fontAlgn="auto">
              <a:spcBef>
                <a:spcPts val="0"/>
              </a:spcBef>
              <a:spcAft>
                <a:spcPts val="0"/>
              </a:spcAft>
              <a:defRPr/>
            </a:pPr>
            <a:r>
              <a:rPr lang="en-GB" sz="2800" dirty="0"/>
              <a:t>?</a:t>
            </a:r>
          </a:p>
        </p:txBody>
      </p:sp>
      <p:sp>
        <p:nvSpPr>
          <p:cNvPr id="11" name="Rectangle 10"/>
          <p:cNvSpPr/>
          <p:nvPr/>
        </p:nvSpPr>
        <p:spPr>
          <a:xfrm>
            <a:off x="6021823" y="2883968"/>
            <a:ext cx="2636446" cy="550039"/>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fontAlgn="auto">
              <a:spcBef>
                <a:spcPts val="0"/>
              </a:spcBef>
              <a:spcAft>
                <a:spcPts val="0"/>
              </a:spcAft>
              <a:defRPr/>
            </a:pPr>
            <a:r>
              <a:rPr lang="en-GB" sz="2800" dirty="0"/>
              <a:t>?</a:t>
            </a:r>
          </a:p>
        </p:txBody>
      </p:sp>
      <p:sp>
        <p:nvSpPr>
          <p:cNvPr id="12" name="Rectangle 11"/>
          <p:cNvSpPr/>
          <p:nvPr/>
        </p:nvSpPr>
        <p:spPr>
          <a:xfrm>
            <a:off x="3682201" y="4191746"/>
            <a:ext cx="2636446" cy="550039"/>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fontAlgn="auto">
              <a:spcBef>
                <a:spcPts val="0"/>
              </a:spcBef>
              <a:spcAft>
                <a:spcPts val="0"/>
              </a:spcAft>
              <a:defRPr/>
            </a:pPr>
            <a:r>
              <a:rPr lang="en-GB" sz="2800" dirty="0"/>
              <a:t>?</a:t>
            </a:r>
          </a:p>
        </p:txBody>
      </p:sp>
      <p:sp>
        <p:nvSpPr>
          <p:cNvPr id="13" name="Rectangle 12"/>
          <p:cNvSpPr/>
          <p:nvPr/>
        </p:nvSpPr>
        <p:spPr>
          <a:xfrm>
            <a:off x="6588224" y="5594228"/>
            <a:ext cx="2232248" cy="550039"/>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fontAlgn="auto">
              <a:spcBef>
                <a:spcPts val="0"/>
              </a:spcBef>
              <a:spcAft>
                <a:spcPts val="0"/>
              </a:spcAft>
              <a:defRPr/>
            </a:pPr>
            <a:r>
              <a:rPr lang="en-GB" sz="2800" dirty="0"/>
              <a:t>?</a:t>
            </a:r>
          </a:p>
        </p:txBody>
      </p:sp>
    </p:spTree>
    <p:extLst>
      <p:ext uri="{BB962C8B-B14F-4D97-AF65-F5344CB8AC3E}">
        <p14:creationId xmlns:p14="http://schemas.microsoft.com/office/powerpoint/2010/main" val="210251436"/>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0"/>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0"/>
                                        </p:tgtEl>
                                      </p:cBhvr>
                                    </p:animEffect>
                                    <p:set>
                                      <p:cBhvr>
                                        <p:cTn id="7" dur="1" fill="hold">
                                          <p:stCondLst>
                                            <p:cond delay="499"/>
                                          </p:stCondLst>
                                        </p:cTn>
                                        <p:tgtEl>
                                          <p:spTgt spid="10"/>
                                        </p:tgtEl>
                                        <p:attrNameLst>
                                          <p:attrName>style.visibility</p:attrName>
                                        </p:attrNameLst>
                                      </p:cBhvr>
                                      <p:to>
                                        <p:strVal val="hidden"/>
                                      </p:to>
                                    </p:set>
                                  </p:childTnLst>
                                </p:cTn>
                              </p:par>
                            </p:childTnLst>
                          </p:cTn>
                        </p:par>
                      </p:childTnLst>
                    </p:cTn>
                  </p:par>
                </p:childTnLst>
              </p:cTn>
              <p:nextCondLst>
                <p:cond evt="onClick" delay="0">
                  <p:tgtEl>
                    <p:spTgt spid="10"/>
                  </p:tgtEl>
                </p:cond>
              </p:nextCondLst>
            </p:seq>
            <p:seq concurrent="1" nextAc="seek">
              <p:cTn id="8" restart="whenNotActive" fill="hold" evtFilter="cancelBubble" nodeType="interactiveSeq">
                <p:stCondLst>
                  <p:cond evt="onClick" delay="0">
                    <p:tgtEl>
                      <p:spTgt spid="11"/>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1"/>
                                        </p:tgtEl>
                                      </p:cBhvr>
                                    </p:animEffect>
                                    <p:set>
                                      <p:cBhvr>
                                        <p:cTn id="13" dur="1" fill="hold">
                                          <p:stCondLst>
                                            <p:cond delay="499"/>
                                          </p:stCondLst>
                                        </p:cTn>
                                        <p:tgtEl>
                                          <p:spTgt spid="11"/>
                                        </p:tgtEl>
                                        <p:attrNameLst>
                                          <p:attrName>style.visibility</p:attrName>
                                        </p:attrNameLst>
                                      </p:cBhvr>
                                      <p:to>
                                        <p:strVal val="hidden"/>
                                      </p:to>
                                    </p:set>
                                  </p:childTnLst>
                                </p:cTn>
                              </p:par>
                            </p:childTnLst>
                          </p:cTn>
                        </p:par>
                      </p:childTnLst>
                    </p:cTn>
                  </p:par>
                </p:childTnLst>
              </p:cTn>
              <p:nextCondLst>
                <p:cond evt="onClick" delay="0">
                  <p:tgtEl>
                    <p:spTgt spid="11"/>
                  </p:tgtEl>
                </p:cond>
              </p:nextCondLst>
            </p:seq>
            <p:seq concurrent="1" nextAc="seek">
              <p:cTn id="14" restart="whenNotActive" fill="hold" evtFilter="cancelBubble" nodeType="interactiveSeq">
                <p:stCondLst>
                  <p:cond evt="onClick" delay="0">
                    <p:tgtEl>
                      <p:spTgt spid="12"/>
                    </p:tgtEl>
                  </p:cond>
                </p:stCondLst>
                <p:endSync evt="end" delay="0">
                  <p:rtn val="all"/>
                </p:endSync>
                <p:childTnLst>
                  <p:par>
                    <p:cTn id="15" fill="hold">
                      <p:stCondLst>
                        <p:cond delay="0"/>
                      </p:stCondLst>
                      <p:childTnLst>
                        <p:par>
                          <p:cTn id="16" fill="hold">
                            <p:stCondLst>
                              <p:cond delay="0"/>
                            </p:stCondLst>
                            <p:childTnLst>
                              <p:par>
                                <p:cTn id="17" presetID="10" presetClass="exit" presetSubtype="0" fill="hold" grpId="0" nodeType="clickEffect">
                                  <p:stCondLst>
                                    <p:cond delay="0"/>
                                  </p:stCondLst>
                                  <p:childTnLst>
                                    <p:animEffect transition="out" filter="fade">
                                      <p:cBhvr>
                                        <p:cTn id="18" dur="500"/>
                                        <p:tgtEl>
                                          <p:spTgt spid="12"/>
                                        </p:tgtEl>
                                      </p:cBhvr>
                                    </p:animEffect>
                                    <p:set>
                                      <p:cBhvr>
                                        <p:cTn id="19" dur="1" fill="hold">
                                          <p:stCondLst>
                                            <p:cond delay="499"/>
                                          </p:stCondLst>
                                        </p:cTn>
                                        <p:tgtEl>
                                          <p:spTgt spid="12"/>
                                        </p:tgtEl>
                                        <p:attrNameLst>
                                          <p:attrName>style.visibility</p:attrName>
                                        </p:attrNameLst>
                                      </p:cBhvr>
                                      <p:to>
                                        <p:strVal val="hidden"/>
                                      </p:to>
                                    </p:set>
                                  </p:childTnLst>
                                </p:cTn>
                              </p:par>
                            </p:childTnLst>
                          </p:cTn>
                        </p:par>
                      </p:childTnLst>
                    </p:cTn>
                  </p:par>
                </p:childTnLst>
              </p:cTn>
              <p:nextCondLst>
                <p:cond evt="onClick" delay="0">
                  <p:tgtEl>
                    <p:spTgt spid="12"/>
                  </p:tgtEl>
                </p:cond>
              </p:nextCondLst>
            </p:seq>
            <p:seq concurrent="1" nextAc="seek">
              <p:cTn id="20" restart="whenNotActive" fill="hold" evtFilter="cancelBubble" nodeType="interactiveSeq">
                <p:stCondLst>
                  <p:cond evt="onClick" delay="0">
                    <p:tgtEl>
                      <p:spTgt spid="13"/>
                    </p:tgtEl>
                  </p:cond>
                </p:stCondLst>
                <p:endSync evt="end" delay="0">
                  <p:rtn val="all"/>
                </p:endSync>
                <p:childTnLst>
                  <p:par>
                    <p:cTn id="21" fill="hold">
                      <p:stCondLst>
                        <p:cond delay="0"/>
                      </p:stCondLst>
                      <p:childTnLst>
                        <p:par>
                          <p:cTn id="22" fill="hold">
                            <p:stCondLst>
                              <p:cond delay="0"/>
                            </p:stCondLst>
                            <p:childTnLst>
                              <p:par>
                                <p:cTn id="23" presetID="10" presetClass="exit" presetSubtype="0" fill="hold" grpId="0" nodeType="clickEffect">
                                  <p:stCondLst>
                                    <p:cond delay="0"/>
                                  </p:stCondLst>
                                  <p:childTnLst>
                                    <p:animEffect transition="out" filter="fade">
                                      <p:cBhvr>
                                        <p:cTn id="24" dur="500"/>
                                        <p:tgtEl>
                                          <p:spTgt spid="13"/>
                                        </p:tgtEl>
                                      </p:cBhvr>
                                    </p:animEffect>
                                    <p:set>
                                      <p:cBhvr>
                                        <p:cTn id="25" dur="1" fill="hold">
                                          <p:stCondLst>
                                            <p:cond delay="499"/>
                                          </p:stCondLst>
                                        </p:cTn>
                                        <p:tgtEl>
                                          <p:spTgt spid="13"/>
                                        </p:tgtEl>
                                        <p:attrNameLst>
                                          <p:attrName>style.visibility</p:attrName>
                                        </p:attrNameLst>
                                      </p:cBhvr>
                                      <p:to>
                                        <p:strVal val="hidden"/>
                                      </p:to>
                                    </p:set>
                                  </p:childTnLst>
                                </p:cTn>
                              </p:par>
                            </p:childTnLst>
                          </p:cTn>
                        </p:par>
                      </p:childTnLst>
                    </p:cTn>
                  </p:par>
                </p:childTnLst>
              </p:cTn>
              <p:nextCondLst>
                <p:cond evt="onClick" delay="0">
                  <p:tgtEl>
                    <p:spTgt spid="13"/>
                  </p:tgtEl>
                </p:cond>
              </p:nextCondLst>
            </p:seq>
          </p:childTnLst>
        </p:cTn>
      </p:par>
    </p:tnLst>
    <p:bldLst>
      <p:bldP spid="10" grpId="0" animBg="1"/>
      <p:bldP spid="11" grpId="0" animBg="1"/>
      <p:bldP spid="12" grpId="0" animBg="1"/>
      <p:bldP spid="1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4000" cy="599127"/>
            <a:chOff x="0" y="13335"/>
            <a:chExt cx="9144218" cy="599127"/>
          </a:xfrm>
        </p:grpSpPr>
        <p:sp>
          <p:nvSpPr>
            <p:cNvPr id="3" name="TextBox 32"/>
            <p:cNvSpPr txBox="1"/>
            <p:nvPr/>
          </p:nvSpPr>
          <p:spPr>
            <a:xfrm>
              <a:off x="0" y="13335"/>
              <a:ext cx="9144000" cy="599127"/>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sz="3200" dirty="0"/>
                <a:t>Test Your Understanding</a:t>
              </a:r>
            </a:p>
          </p:txBody>
        </p:sp>
        <p:cxnSp>
          <p:nvCxnSpPr>
            <p:cNvPr id="4" name="Straight Connector 3"/>
            <p:cNvCxnSpPr/>
            <p:nvPr/>
          </p:nvCxnSpPr>
          <p:spPr>
            <a:xfrm>
              <a:off x="218" y="601079"/>
              <a:ext cx="9144000" cy="0"/>
            </a:xfrm>
            <a:prstGeom prst="line">
              <a:avLst/>
            </a:prstGeom>
            <a:effectLst/>
          </p:spPr>
          <p:style>
            <a:lnRef idx="3">
              <a:schemeClr val="accent3"/>
            </a:lnRef>
            <a:fillRef idx="0">
              <a:schemeClr val="accent3"/>
            </a:fillRef>
            <a:effectRef idx="2">
              <a:schemeClr val="accent3"/>
            </a:effectRef>
            <a:fontRef idx="minor">
              <a:schemeClr val="tx1"/>
            </a:fontRef>
          </p:style>
        </p:cxnSp>
      </p:grpSp>
      <mc:AlternateContent xmlns:mc="http://schemas.openxmlformats.org/markup-compatibility/2006" xmlns:a14="http://schemas.microsoft.com/office/drawing/2010/main">
        <mc:Choice Requires="a14">
          <p:sp>
            <p:nvSpPr>
              <p:cNvPr id="5" name="TextBox 4"/>
              <p:cNvSpPr txBox="1"/>
              <p:nvPr/>
            </p:nvSpPr>
            <p:spPr>
              <a:xfrm>
                <a:off x="127178" y="915676"/>
                <a:ext cx="8893097" cy="122251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nary>
                        <m:naryPr>
                          <m:limLoc m:val="undOvr"/>
                          <m:subHide m:val="on"/>
                          <m:supHide m:val="on"/>
                          <m:ctrlPr>
                            <a:rPr lang="en-GB" sz="2800" i="1" smtClean="0">
                              <a:latin typeface="Cambria Math" panose="02040503050406030204" pitchFamily="18" charset="0"/>
                            </a:rPr>
                          </m:ctrlPr>
                        </m:naryPr>
                        <m:sub/>
                        <m:sup/>
                        <m:e>
                          <m:r>
                            <a:rPr lang="en-GB" sz="2800" b="0" i="1" smtClean="0">
                              <a:latin typeface="Cambria Math" panose="02040503050406030204" pitchFamily="18" charset="0"/>
                            </a:rPr>
                            <m:t>2</m:t>
                          </m:r>
                          <m:func>
                            <m:funcPr>
                              <m:ctrlPr>
                                <a:rPr lang="en-GB" sz="2800" b="0" i="1" smtClean="0">
                                  <a:latin typeface="Cambria Math" panose="02040503050406030204" pitchFamily="18" charset="0"/>
                                </a:rPr>
                              </m:ctrlPr>
                            </m:funcPr>
                            <m:fName>
                              <m:r>
                                <m:rPr>
                                  <m:sty m:val="p"/>
                                </m:rPr>
                                <a:rPr lang="en-GB" sz="2800" b="0" i="0" smtClean="0">
                                  <a:latin typeface="Cambria Math" panose="02040503050406030204" pitchFamily="18" charset="0"/>
                                </a:rPr>
                                <m:t>cos</m:t>
                              </m:r>
                            </m:fName>
                            <m:e>
                              <m:r>
                                <a:rPr lang="en-GB" sz="2800" b="0" i="1" smtClean="0">
                                  <a:latin typeface="Cambria Math" panose="02040503050406030204" pitchFamily="18" charset="0"/>
                                </a:rPr>
                                <m:t>𝑥</m:t>
                              </m:r>
                            </m:e>
                          </m:func>
                          <m:r>
                            <a:rPr lang="en-GB" sz="2800" b="0" i="1" smtClean="0">
                              <a:latin typeface="Cambria Math" panose="02040503050406030204" pitchFamily="18" charset="0"/>
                            </a:rPr>
                            <m:t>+</m:t>
                          </m:r>
                          <m:f>
                            <m:fPr>
                              <m:ctrlPr>
                                <a:rPr lang="en-GB" sz="2800" b="0" i="1" smtClean="0">
                                  <a:latin typeface="Cambria Math" panose="02040503050406030204" pitchFamily="18" charset="0"/>
                                </a:rPr>
                              </m:ctrlPr>
                            </m:fPr>
                            <m:num>
                              <m:r>
                                <a:rPr lang="en-GB" sz="2800" b="0" i="1" smtClean="0">
                                  <a:latin typeface="Cambria Math" panose="02040503050406030204" pitchFamily="18" charset="0"/>
                                </a:rPr>
                                <m:t>3</m:t>
                              </m:r>
                            </m:num>
                            <m:den>
                              <m:r>
                                <a:rPr lang="en-GB" sz="2800" b="0" i="1" smtClean="0">
                                  <a:latin typeface="Cambria Math" panose="02040503050406030204" pitchFamily="18" charset="0"/>
                                </a:rPr>
                                <m:t>𝑥</m:t>
                              </m:r>
                            </m:den>
                          </m:f>
                          <m:r>
                            <a:rPr lang="en-GB" sz="2800" b="0" i="1" smtClean="0">
                              <a:latin typeface="Cambria Math" panose="02040503050406030204" pitchFamily="18" charset="0"/>
                            </a:rPr>
                            <m:t>−</m:t>
                          </m:r>
                          <m:rad>
                            <m:radPr>
                              <m:degHide m:val="on"/>
                              <m:ctrlPr>
                                <a:rPr lang="en-GB" sz="2800" b="0" i="1" smtClean="0">
                                  <a:latin typeface="Cambria Math" panose="02040503050406030204" pitchFamily="18" charset="0"/>
                                </a:rPr>
                              </m:ctrlPr>
                            </m:radPr>
                            <m:deg/>
                            <m:e>
                              <m:r>
                                <a:rPr lang="en-GB" sz="2800" b="0" i="1" smtClean="0">
                                  <a:latin typeface="Cambria Math" panose="02040503050406030204" pitchFamily="18" charset="0"/>
                                </a:rPr>
                                <m:t>𝑥</m:t>
                              </m:r>
                            </m:e>
                          </m:rad>
                          <m:r>
                            <a:rPr lang="en-GB" sz="2800" b="0" i="1" smtClean="0">
                              <a:latin typeface="Cambria Math" panose="02040503050406030204" pitchFamily="18" charset="0"/>
                            </a:rPr>
                            <m:t> </m:t>
                          </m:r>
                          <m:r>
                            <a:rPr lang="en-GB" sz="2800" b="0" i="1" smtClean="0">
                              <a:latin typeface="Cambria Math" panose="02040503050406030204" pitchFamily="18" charset="0"/>
                            </a:rPr>
                            <m:t>𝑑𝑥</m:t>
                          </m:r>
                        </m:e>
                      </m:nary>
                      <m:r>
                        <a:rPr lang="en-GB" sz="2800" b="0" i="1" smtClean="0">
                          <a:latin typeface="Cambria Math" panose="02040503050406030204" pitchFamily="18" charset="0"/>
                        </a:rPr>
                        <m:t>=2</m:t>
                      </m:r>
                      <m:func>
                        <m:funcPr>
                          <m:ctrlPr>
                            <a:rPr lang="en-GB" sz="2800" b="0" i="1" smtClean="0">
                              <a:latin typeface="Cambria Math" panose="02040503050406030204" pitchFamily="18" charset="0"/>
                            </a:rPr>
                          </m:ctrlPr>
                        </m:funcPr>
                        <m:fName>
                          <m:r>
                            <m:rPr>
                              <m:sty m:val="p"/>
                            </m:rPr>
                            <a:rPr lang="en-GB" sz="2800" b="0" i="0" smtClean="0">
                              <a:latin typeface="Cambria Math" panose="02040503050406030204" pitchFamily="18" charset="0"/>
                            </a:rPr>
                            <m:t>sin</m:t>
                          </m:r>
                        </m:fName>
                        <m:e>
                          <m:r>
                            <a:rPr lang="en-GB" sz="2800" b="0" i="1" smtClean="0">
                              <a:latin typeface="Cambria Math" panose="02040503050406030204" pitchFamily="18" charset="0"/>
                            </a:rPr>
                            <m:t>𝑥</m:t>
                          </m:r>
                        </m:e>
                      </m:func>
                      <m:r>
                        <a:rPr lang="en-GB" sz="2800" b="0" i="1" smtClean="0">
                          <a:latin typeface="Cambria Math" panose="02040503050406030204" pitchFamily="18" charset="0"/>
                        </a:rPr>
                        <m:t>+3</m:t>
                      </m:r>
                      <m:func>
                        <m:funcPr>
                          <m:ctrlPr>
                            <a:rPr lang="en-GB" sz="2800" b="0" i="1" smtClean="0">
                              <a:latin typeface="Cambria Math" panose="02040503050406030204" pitchFamily="18" charset="0"/>
                            </a:rPr>
                          </m:ctrlPr>
                        </m:funcPr>
                        <m:fName>
                          <m:r>
                            <m:rPr>
                              <m:sty m:val="p"/>
                            </m:rPr>
                            <a:rPr lang="en-GB" sz="2800" b="0" i="0" smtClean="0">
                              <a:latin typeface="Cambria Math" panose="02040503050406030204" pitchFamily="18" charset="0"/>
                            </a:rPr>
                            <m:t>ln</m:t>
                          </m:r>
                        </m:fName>
                        <m:e>
                          <m:r>
                            <a:rPr lang="en-GB" sz="2800" b="0" i="1" smtClean="0">
                              <a:latin typeface="Cambria Math" panose="02040503050406030204" pitchFamily="18" charset="0"/>
                            </a:rPr>
                            <m:t>|</m:t>
                          </m:r>
                          <m:r>
                            <a:rPr lang="en-GB" sz="2800" b="0" i="1" smtClean="0">
                              <a:latin typeface="Cambria Math" panose="02040503050406030204" pitchFamily="18" charset="0"/>
                            </a:rPr>
                            <m:t>𝑥</m:t>
                          </m:r>
                          <m:r>
                            <a:rPr lang="en-GB" sz="2800" b="0" i="1" smtClean="0">
                              <a:latin typeface="Cambria Math" panose="02040503050406030204" pitchFamily="18" charset="0"/>
                            </a:rPr>
                            <m:t>|</m:t>
                          </m:r>
                        </m:e>
                      </m:func>
                      <m:r>
                        <a:rPr lang="en-GB" sz="2800" b="0" i="1" smtClean="0">
                          <a:latin typeface="Cambria Math" panose="02040503050406030204" pitchFamily="18" charset="0"/>
                        </a:rPr>
                        <m:t>−</m:t>
                      </m:r>
                      <m:f>
                        <m:fPr>
                          <m:ctrlPr>
                            <a:rPr lang="en-GB" sz="2800" b="0" i="1" smtClean="0">
                              <a:latin typeface="Cambria Math" panose="02040503050406030204" pitchFamily="18" charset="0"/>
                            </a:rPr>
                          </m:ctrlPr>
                        </m:fPr>
                        <m:num>
                          <m:r>
                            <a:rPr lang="en-GB" sz="2800" b="0" i="1" smtClean="0">
                              <a:latin typeface="Cambria Math" panose="02040503050406030204" pitchFamily="18" charset="0"/>
                            </a:rPr>
                            <m:t>2</m:t>
                          </m:r>
                        </m:num>
                        <m:den>
                          <m:r>
                            <a:rPr lang="en-GB" sz="2800" b="0" i="1" smtClean="0">
                              <a:latin typeface="Cambria Math" panose="02040503050406030204" pitchFamily="18" charset="0"/>
                            </a:rPr>
                            <m:t>3</m:t>
                          </m:r>
                        </m:den>
                      </m:f>
                      <m:sSup>
                        <m:sSupPr>
                          <m:ctrlPr>
                            <a:rPr lang="en-GB" sz="2800" b="0" i="1" smtClean="0">
                              <a:latin typeface="Cambria Math" panose="02040503050406030204" pitchFamily="18" charset="0"/>
                            </a:rPr>
                          </m:ctrlPr>
                        </m:sSupPr>
                        <m:e>
                          <m:r>
                            <a:rPr lang="en-GB" sz="2800" b="0" i="1" smtClean="0">
                              <a:latin typeface="Cambria Math" panose="02040503050406030204" pitchFamily="18" charset="0"/>
                            </a:rPr>
                            <m:t>𝑥</m:t>
                          </m:r>
                        </m:e>
                        <m:sup>
                          <m:f>
                            <m:fPr>
                              <m:ctrlPr>
                                <a:rPr lang="en-GB" sz="2800" b="0" i="1" smtClean="0">
                                  <a:latin typeface="Cambria Math" panose="02040503050406030204" pitchFamily="18" charset="0"/>
                                </a:rPr>
                              </m:ctrlPr>
                            </m:fPr>
                            <m:num>
                              <m:r>
                                <a:rPr lang="en-GB" sz="2800" b="0" i="1" smtClean="0">
                                  <a:latin typeface="Cambria Math" panose="02040503050406030204" pitchFamily="18" charset="0"/>
                                </a:rPr>
                                <m:t>3</m:t>
                              </m:r>
                            </m:num>
                            <m:den>
                              <m:r>
                                <a:rPr lang="en-GB" sz="2800" b="0" i="1" smtClean="0">
                                  <a:latin typeface="Cambria Math" panose="02040503050406030204" pitchFamily="18" charset="0"/>
                                </a:rPr>
                                <m:t>2</m:t>
                              </m:r>
                            </m:den>
                          </m:f>
                        </m:sup>
                      </m:sSup>
                      <m:r>
                        <a:rPr lang="en-GB" sz="2800" b="0" i="1" smtClean="0">
                          <a:latin typeface="Cambria Math" panose="02040503050406030204" pitchFamily="18" charset="0"/>
                        </a:rPr>
                        <m:t>+</m:t>
                      </m:r>
                      <m:r>
                        <a:rPr lang="en-GB" sz="2800" b="0" i="1" smtClean="0">
                          <a:latin typeface="Cambria Math" panose="02040503050406030204" pitchFamily="18" charset="0"/>
                        </a:rPr>
                        <m:t>𝐶</m:t>
                      </m:r>
                    </m:oMath>
                  </m:oMathPara>
                </a14:m>
                <a:endParaRPr lang="en-GB" sz="2800" dirty="0"/>
              </a:p>
            </p:txBody>
          </p:sp>
        </mc:Choice>
        <mc:Fallback xmlns="">
          <p:sp>
            <p:nvSpPr>
              <p:cNvPr id="5" name="TextBox 4"/>
              <p:cNvSpPr txBox="1">
                <a:spLocks noRot="1" noChangeAspect="1" noMove="1" noResize="1" noEditPoints="1" noAdjustHandles="1" noChangeArrowheads="1" noChangeShapeType="1" noTextEdit="1"/>
              </p:cNvSpPr>
              <p:nvPr/>
            </p:nvSpPr>
            <p:spPr>
              <a:xfrm>
                <a:off x="127178" y="915676"/>
                <a:ext cx="8893097" cy="1222514"/>
              </a:xfrm>
              <a:prstGeom prst="rect">
                <a:avLst/>
              </a:prstGeom>
              <a:blipFill>
                <a:blip r:embed="rId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127178" y="2283828"/>
                <a:ext cx="8217676" cy="122251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nary>
                        <m:naryPr>
                          <m:limLoc m:val="undOvr"/>
                          <m:subHide m:val="on"/>
                          <m:supHide m:val="on"/>
                          <m:ctrlPr>
                            <a:rPr lang="en-GB" sz="2800" i="1" smtClean="0">
                              <a:latin typeface="Cambria Math" panose="02040503050406030204" pitchFamily="18" charset="0"/>
                            </a:rPr>
                          </m:ctrlPr>
                        </m:naryPr>
                        <m:sub/>
                        <m:sup/>
                        <m:e>
                          <m:f>
                            <m:fPr>
                              <m:ctrlPr>
                                <a:rPr lang="en-GB" sz="2800" b="0" i="1" smtClean="0">
                                  <a:latin typeface="Cambria Math" panose="02040503050406030204" pitchFamily="18" charset="0"/>
                                </a:rPr>
                              </m:ctrlPr>
                            </m:fPr>
                            <m:num>
                              <m:func>
                                <m:funcPr>
                                  <m:ctrlPr>
                                    <a:rPr lang="en-GB" sz="2800" b="0" i="1" smtClean="0">
                                      <a:latin typeface="Cambria Math" panose="02040503050406030204" pitchFamily="18" charset="0"/>
                                    </a:rPr>
                                  </m:ctrlPr>
                                </m:funcPr>
                                <m:fName>
                                  <m:r>
                                    <m:rPr>
                                      <m:sty m:val="p"/>
                                    </m:rPr>
                                    <a:rPr lang="en-GB" sz="2800" b="0" i="0" smtClean="0">
                                      <a:latin typeface="Cambria Math" panose="02040503050406030204" pitchFamily="18" charset="0"/>
                                    </a:rPr>
                                    <m:t>cos</m:t>
                                  </m:r>
                                </m:fName>
                                <m:e>
                                  <m:r>
                                    <a:rPr lang="en-GB" sz="2800" b="0" i="1" smtClean="0">
                                      <a:latin typeface="Cambria Math" panose="02040503050406030204" pitchFamily="18" charset="0"/>
                                    </a:rPr>
                                    <m:t>𝑥</m:t>
                                  </m:r>
                                </m:e>
                              </m:func>
                            </m:num>
                            <m:den>
                              <m:func>
                                <m:funcPr>
                                  <m:ctrlPr>
                                    <a:rPr lang="en-GB" sz="2800" b="0" i="1" smtClean="0">
                                      <a:latin typeface="Cambria Math" panose="02040503050406030204" pitchFamily="18" charset="0"/>
                                    </a:rPr>
                                  </m:ctrlPr>
                                </m:funcPr>
                                <m:fName>
                                  <m:sSup>
                                    <m:sSupPr>
                                      <m:ctrlPr>
                                        <a:rPr lang="en-GB" sz="2800" b="0" i="1" smtClean="0">
                                          <a:latin typeface="Cambria Math" panose="02040503050406030204" pitchFamily="18" charset="0"/>
                                        </a:rPr>
                                      </m:ctrlPr>
                                    </m:sSupPr>
                                    <m:e>
                                      <m:r>
                                        <m:rPr>
                                          <m:sty m:val="p"/>
                                        </m:rPr>
                                        <a:rPr lang="en-GB" sz="2800" b="0" i="0" smtClean="0">
                                          <a:latin typeface="Cambria Math" panose="02040503050406030204" pitchFamily="18" charset="0"/>
                                        </a:rPr>
                                        <m:t>sin</m:t>
                                      </m:r>
                                    </m:e>
                                    <m:sup>
                                      <m:r>
                                        <a:rPr lang="en-GB" sz="2800" b="0" i="1" smtClean="0">
                                          <a:latin typeface="Cambria Math" panose="02040503050406030204" pitchFamily="18" charset="0"/>
                                        </a:rPr>
                                        <m:t>2</m:t>
                                      </m:r>
                                    </m:sup>
                                  </m:sSup>
                                </m:fName>
                                <m:e>
                                  <m:r>
                                    <a:rPr lang="en-GB" sz="2800" b="0" i="1" smtClean="0">
                                      <a:latin typeface="Cambria Math" panose="02040503050406030204" pitchFamily="18" charset="0"/>
                                    </a:rPr>
                                    <m:t>𝑥</m:t>
                                  </m:r>
                                </m:e>
                              </m:func>
                            </m:den>
                          </m:f>
                          <m:r>
                            <a:rPr lang="en-GB" sz="2800" b="0" i="1" smtClean="0">
                              <a:latin typeface="Cambria Math" panose="02040503050406030204" pitchFamily="18" charset="0"/>
                            </a:rPr>
                            <m:t> </m:t>
                          </m:r>
                          <m:r>
                            <a:rPr lang="en-GB" sz="2800" b="0" i="1" smtClean="0">
                              <a:latin typeface="Cambria Math" panose="02040503050406030204" pitchFamily="18" charset="0"/>
                            </a:rPr>
                            <m:t>𝑑𝑥</m:t>
                          </m:r>
                        </m:e>
                      </m:nary>
                      <m:r>
                        <a:rPr lang="en-GB" sz="2800" b="0" i="1" smtClean="0">
                          <a:latin typeface="Cambria Math" panose="02040503050406030204" pitchFamily="18" charset="0"/>
                        </a:rPr>
                        <m:t>=</m:t>
                      </m:r>
                      <m:nary>
                        <m:naryPr>
                          <m:limLoc m:val="undOvr"/>
                          <m:subHide m:val="on"/>
                          <m:supHide m:val="on"/>
                          <m:ctrlPr>
                            <a:rPr lang="en-GB" sz="2800" i="1">
                              <a:latin typeface="Cambria Math" panose="02040503050406030204" pitchFamily="18" charset="0"/>
                            </a:rPr>
                          </m:ctrlPr>
                        </m:naryPr>
                        <m:sub/>
                        <m:sup/>
                        <m:e>
                          <m:func>
                            <m:funcPr>
                              <m:ctrlPr>
                                <a:rPr lang="en-GB" sz="2800" b="0" i="1" smtClean="0">
                                  <a:latin typeface="Cambria Math" panose="02040503050406030204" pitchFamily="18" charset="0"/>
                                </a:rPr>
                              </m:ctrlPr>
                            </m:funcPr>
                            <m:fName>
                              <m:r>
                                <m:rPr>
                                  <m:sty m:val="p"/>
                                </m:rPr>
                                <a:rPr lang="en-GB" sz="2800" b="0" i="0" smtClean="0">
                                  <a:latin typeface="Cambria Math" panose="02040503050406030204" pitchFamily="18" charset="0"/>
                                </a:rPr>
                                <m:t>cosec</m:t>
                              </m:r>
                              <m:r>
                                <a:rPr lang="en-GB" sz="2800" b="0" i="0" smtClean="0">
                                  <a:latin typeface="Cambria Math" panose="02040503050406030204" pitchFamily="18" charset="0"/>
                                </a:rPr>
                                <m:t> </m:t>
                              </m:r>
                              <m:r>
                                <a:rPr lang="en-GB" sz="2800" b="0" i="1" smtClean="0">
                                  <a:latin typeface="Cambria Math" panose="02040503050406030204" pitchFamily="18" charset="0"/>
                                </a:rPr>
                                <m:t>𝑥</m:t>
                              </m:r>
                              <m:r>
                                <a:rPr lang="en-GB" sz="2800" b="0" i="0" smtClean="0">
                                  <a:latin typeface="Cambria Math" panose="02040503050406030204" pitchFamily="18" charset="0"/>
                                </a:rPr>
                                <m:t> </m:t>
                              </m:r>
                              <m:r>
                                <m:rPr>
                                  <m:sty m:val="p"/>
                                </m:rPr>
                                <a:rPr lang="en-GB" sz="2800" b="0" i="0" smtClean="0">
                                  <a:latin typeface="Cambria Math" panose="02040503050406030204" pitchFamily="18" charset="0"/>
                                </a:rPr>
                                <m:t>cot</m:t>
                              </m:r>
                            </m:fName>
                            <m:e>
                              <m:r>
                                <a:rPr lang="en-GB" sz="2800" b="0" i="1" smtClean="0">
                                  <a:latin typeface="Cambria Math" panose="02040503050406030204" pitchFamily="18" charset="0"/>
                                </a:rPr>
                                <m:t>𝑥</m:t>
                              </m:r>
                            </m:e>
                          </m:func>
                          <m:r>
                            <a:rPr lang="en-GB" sz="2800" i="1">
                              <a:latin typeface="Cambria Math" panose="02040503050406030204" pitchFamily="18" charset="0"/>
                            </a:rPr>
                            <m:t> </m:t>
                          </m:r>
                          <m:r>
                            <a:rPr lang="en-GB" sz="2800" i="1">
                              <a:latin typeface="Cambria Math" panose="02040503050406030204" pitchFamily="18" charset="0"/>
                            </a:rPr>
                            <m:t>𝑑𝑥</m:t>
                          </m:r>
                        </m:e>
                      </m:nary>
                      <m:r>
                        <a:rPr lang="en-GB" sz="2800" b="0" i="1" smtClean="0">
                          <a:latin typeface="Cambria Math" panose="02040503050406030204" pitchFamily="18" charset="0"/>
                        </a:rPr>
                        <m:t>=</m:t>
                      </m:r>
                      <m:r>
                        <a:rPr lang="en-GB" sz="2800" b="0" i="1" smtClean="0">
                          <a:latin typeface="Cambria Math"/>
                        </a:rPr>
                        <m:t>−</m:t>
                      </m:r>
                      <m:r>
                        <a:rPr lang="en-GB" sz="2800" b="0" i="1" smtClean="0">
                          <a:latin typeface="Cambria Math" panose="02040503050406030204" pitchFamily="18" charset="0"/>
                        </a:rPr>
                        <m:t>𝑐𝑜𝑠𝑒𝑐</m:t>
                      </m:r>
                      <m:r>
                        <a:rPr lang="en-GB" sz="2800" b="0" i="1" smtClean="0">
                          <a:latin typeface="Cambria Math" panose="02040503050406030204" pitchFamily="18" charset="0"/>
                        </a:rPr>
                        <m:t> </m:t>
                      </m:r>
                      <m:r>
                        <a:rPr lang="en-GB" sz="2800" b="0" i="1" smtClean="0">
                          <a:latin typeface="Cambria Math" panose="02040503050406030204" pitchFamily="18" charset="0"/>
                        </a:rPr>
                        <m:t>𝑥</m:t>
                      </m:r>
                      <m:r>
                        <a:rPr lang="en-GB" sz="2800" b="0" i="1" smtClean="0">
                          <a:latin typeface="Cambria Math" panose="02040503050406030204" pitchFamily="18" charset="0"/>
                        </a:rPr>
                        <m:t>+</m:t>
                      </m:r>
                      <m:r>
                        <a:rPr lang="en-GB" sz="2800" b="0" i="1" smtClean="0">
                          <a:latin typeface="Cambria Math" panose="02040503050406030204" pitchFamily="18" charset="0"/>
                        </a:rPr>
                        <m:t>𝐶</m:t>
                      </m:r>
                    </m:oMath>
                  </m:oMathPara>
                </a14:m>
                <a:endParaRPr lang="en-GB" sz="2800" dirty="0"/>
              </a:p>
            </p:txBody>
          </p:sp>
        </mc:Choice>
        <mc:Fallback xmlns="">
          <p:sp>
            <p:nvSpPr>
              <p:cNvPr id="6" name="TextBox 5"/>
              <p:cNvSpPr txBox="1">
                <a:spLocks noRot="1" noChangeAspect="1" noMove="1" noResize="1" noEditPoints="1" noAdjustHandles="1" noChangeArrowheads="1" noChangeShapeType="1" noTextEdit="1"/>
              </p:cNvSpPr>
              <p:nvPr/>
            </p:nvSpPr>
            <p:spPr>
              <a:xfrm>
                <a:off x="127178" y="2283828"/>
                <a:ext cx="8217676" cy="1222514"/>
              </a:xfrm>
              <a:prstGeom prst="rect">
                <a:avLst/>
              </a:prstGeom>
              <a:blipFill>
                <a:blip r:embed="rId3"/>
                <a:stretch>
                  <a:fillRect/>
                </a:stretch>
              </a:blipFill>
            </p:spPr>
            <p:txBody>
              <a:bodyPr/>
              <a:lstStyle/>
              <a:p>
                <a:r>
                  <a:rPr lang="en-GB">
                    <a:noFill/>
                  </a:rPr>
                  <a:t> </a:t>
                </a:r>
              </a:p>
            </p:txBody>
          </p:sp>
        </mc:Fallback>
      </mc:AlternateContent>
      <p:sp>
        <p:nvSpPr>
          <p:cNvPr id="7" name="Rectangle 6"/>
          <p:cNvSpPr/>
          <p:nvPr/>
        </p:nvSpPr>
        <p:spPr>
          <a:xfrm>
            <a:off x="4357812" y="1030501"/>
            <a:ext cx="4248472" cy="893287"/>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fontAlgn="auto">
              <a:spcBef>
                <a:spcPts val="0"/>
              </a:spcBef>
              <a:spcAft>
                <a:spcPts val="0"/>
              </a:spcAft>
              <a:defRPr/>
            </a:pPr>
            <a:r>
              <a:rPr lang="en-GB" sz="2800" dirty="0"/>
              <a:t>?</a:t>
            </a:r>
          </a:p>
        </p:txBody>
      </p:sp>
      <p:sp>
        <p:nvSpPr>
          <p:cNvPr id="8" name="Rectangle 7"/>
          <p:cNvSpPr/>
          <p:nvPr/>
        </p:nvSpPr>
        <p:spPr>
          <a:xfrm>
            <a:off x="2771800" y="2348880"/>
            <a:ext cx="5256584" cy="893287"/>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fontAlgn="auto">
              <a:spcBef>
                <a:spcPts val="0"/>
              </a:spcBef>
              <a:spcAft>
                <a:spcPts val="0"/>
              </a:spcAft>
              <a:defRPr/>
            </a:pPr>
            <a:r>
              <a:rPr lang="en-GB" sz="2800" dirty="0"/>
              <a:t>?</a:t>
            </a:r>
          </a:p>
        </p:txBody>
      </p:sp>
      <p:sp>
        <p:nvSpPr>
          <p:cNvPr id="9" name="TextBox 8"/>
          <p:cNvSpPr txBox="1"/>
          <p:nvPr/>
        </p:nvSpPr>
        <p:spPr>
          <a:xfrm>
            <a:off x="613396" y="3340561"/>
            <a:ext cx="2230412" cy="461665"/>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sz="1200" b="1" dirty="0"/>
              <a:t>Hint: </a:t>
            </a:r>
            <a:r>
              <a:rPr lang="en-GB" sz="1200" dirty="0"/>
              <a:t>What ‘reciprocal’ trig functions does this simplify to?</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211F416-F773-4014-A35B-2A6BDBF3DC6E}"/>
                  </a:ext>
                </a:extLst>
              </p:cNvPr>
              <p:cNvSpPr txBox="1"/>
              <p:nvPr/>
            </p:nvSpPr>
            <p:spPr>
              <a:xfrm>
                <a:off x="365726" y="4213001"/>
                <a:ext cx="8217676" cy="533416"/>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sz="2000" dirty="0"/>
                  <a:t>[Textbook] Given that </a:t>
                </a:r>
                <a14:m>
                  <m:oMath xmlns:m="http://schemas.openxmlformats.org/officeDocument/2006/math">
                    <m:nary>
                      <m:naryPr>
                        <m:ctrlPr>
                          <a:rPr lang="en-GB" sz="2000" b="0" i="1" smtClean="0">
                            <a:latin typeface="Cambria Math" panose="02040503050406030204" pitchFamily="18" charset="0"/>
                          </a:rPr>
                        </m:ctrlPr>
                      </m:naryPr>
                      <m:sub>
                        <m:r>
                          <a:rPr lang="en-GB" sz="2000" b="0" i="1" smtClean="0">
                            <a:latin typeface="Cambria Math" panose="02040503050406030204" pitchFamily="18" charset="0"/>
                          </a:rPr>
                          <m:t>𝑎</m:t>
                        </m:r>
                      </m:sub>
                      <m:sup>
                        <m:r>
                          <a:rPr lang="en-GB" sz="2000" b="0" i="1" smtClean="0">
                            <a:latin typeface="Cambria Math" panose="02040503050406030204" pitchFamily="18" charset="0"/>
                          </a:rPr>
                          <m:t>3</m:t>
                        </m:r>
                        <m:r>
                          <a:rPr lang="en-GB" sz="2000" b="0" i="1" smtClean="0">
                            <a:latin typeface="Cambria Math" panose="02040503050406030204" pitchFamily="18" charset="0"/>
                          </a:rPr>
                          <m:t>𝑎</m:t>
                        </m:r>
                      </m:sup>
                      <m:e>
                        <m:r>
                          <a:rPr lang="en-GB" sz="2000" b="0" i="1" smtClean="0">
                            <a:latin typeface="Cambria Math" panose="02040503050406030204" pitchFamily="18" charset="0"/>
                          </a:rPr>
                          <m:t>  </m:t>
                        </m:r>
                        <m:f>
                          <m:fPr>
                            <m:ctrlPr>
                              <a:rPr lang="en-GB" sz="2000" b="0" i="1" smtClean="0">
                                <a:latin typeface="Cambria Math" panose="02040503050406030204" pitchFamily="18" charset="0"/>
                              </a:rPr>
                            </m:ctrlPr>
                          </m:fPr>
                          <m:num>
                            <m:r>
                              <a:rPr lang="en-GB" sz="2000" b="0" i="1" smtClean="0">
                                <a:latin typeface="Cambria Math" panose="02040503050406030204" pitchFamily="18" charset="0"/>
                              </a:rPr>
                              <m:t>2</m:t>
                            </m:r>
                            <m:r>
                              <a:rPr lang="en-GB" sz="2000" b="0" i="1" smtClean="0">
                                <a:latin typeface="Cambria Math" panose="02040503050406030204" pitchFamily="18" charset="0"/>
                              </a:rPr>
                              <m:t>𝑥</m:t>
                            </m:r>
                            <m:r>
                              <a:rPr lang="en-GB" sz="2000" b="0" i="1" smtClean="0">
                                <a:latin typeface="Cambria Math" panose="02040503050406030204" pitchFamily="18" charset="0"/>
                              </a:rPr>
                              <m:t>+1</m:t>
                            </m:r>
                          </m:num>
                          <m:den>
                            <m:r>
                              <a:rPr lang="en-GB" sz="2000" b="0" i="1" smtClean="0">
                                <a:latin typeface="Cambria Math" panose="02040503050406030204" pitchFamily="18" charset="0"/>
                              </a:rPr>
                              <m:t>𝑥</m:t>
                            </m:r>
                          </m:den>
                        </m:f>
                        <m:r>
                          <a:rPr lang="en-GB" sz="2000" b="0" i="1" smtClean="0">
                            <a:latin typeface="Cambria Math" panose="02040503050406030204" pitchFamily="18" charset="0"/>
                          </a:rPr>
                          <m:t> </m:t>
                        </m:r>
                        <m:r>
                          <a:rPr lang="en-GB" sz="2000" b="0" i="1" smtClean="0">
                            <a:latin typeface="Cambria Math" panose="02040503050406030204" pitchFamily="18" charset="0"/>
                          </a:rPr>
                          <m:t>𝑑𝑥</m:t>
                        </m:r>
                      </m:e>
                    </m:nary>
                    <m:r>
                      <a:rPr lang="en-GB" sz="2000" b="0" i="1" smtClean="0">
                        <a:latin typeface="Cambria Math" panose="02040503050406030204" pitchFamily="18" charset="0"/>
                      </a:rPr>
                      <m:t>=</m:t>
                    </m:r>
                    <m:func>
                      <m:funcPr>
                        <m:ctrlPr>
                          <a:rPr lang="en-GB" sz="2000" b="0" i="1" smtClean="0">
                            <a:latin typeface="Cambria Math" panose="02040503050406030204" pitchFamily="18" charset="0"/>
                          </a:rPr>
                        </m:ctrlPr>
                      </m:funcPr>
                      <m:fName>
                        <m:r>
                          <m:rPr>
                            <m:sty m:val="p"/>
                          </m:rPr>
                          <a:rPr lang="en-GB" sz="2000" i="0" smtClean="0">
                            <a:latin typeface="Cambria Math" panose="02040503050406030204" pitchFamily="18" charset="0"/>
                          </a:rPr>
                          <m:t>ln</m:t>
                        </m:r>
                      </m:fName>
                      <m:e>
                        <m:r>
                          <a:rPr lang="en-GB" sz="2000" b="0" i="1" smtClean="0">
                            <a:latin typeface="Cambria Math" panose="02040503050406030204" pitchFamily="18" charset="0"/>
                          </a:rPr>
                          <m:t>12</m:t>
                        </m:r>
                      </m:e>
                    </m:func>
                  </m:oMath>
                </a14:m>
                <a:r>
                  <a:rPr lang="en-GB" sz="2000" dirty="0"/>
                  <a:t>, find the exact value of </a:t>
                </a:r>
                <a14:m>
                  <m:oMath xmlns:m="http://schemas.openxmlformats.org/officeDocument/2006/math">
                    <m:r>
                      <a:rPr lang="en-GB" sz="2000" b="0" i="1" smtClean="0">
                        <a:latin typeface="Cambria Math" panose="02040503050406030204" pitchFamily="18" charset="0"/>
                      </a:rPr>
                      <m:t>𝑎</m:t>
                    </m:r>
                  </m:oMath>
                </a14:m>
                <a:r>
                  <a:rPr lang="en-GB" sz="2000" dirty="0"/>
                  <a:t>.</a:t>
                </a:r>
              </a:p>
            </p:txBody>
          </p:sp>
        </mc:Choice>
        <mc:Fallback xmlns="">
          <p:sp>
            <p:nvSpPr>
              <p:cNvPr id="10" name="TextBox 9">
                <a:extLst>
                  <a:ext uri="{FF2B5EF4-FFF2-40B4-BE49-F238E27FC236}">
                    <a16:creationId xmlns:a16="http://schemas.microsoft.com/office/drawing/2014/main" id="{3211F416-F773-4014-A35B-2A6BDBF3DC6E}"/>
                  </a:ext>
                </a:extLst>
              </p:cNvPr>
              <p:cNvSpPr txBox="1">
                <a:spLocks noRot="1" noChangeAspect="1" noMove="1" noResize="1" noEditPoints="1" noAdjustHandles="1" noChangeArrowheads="1" noChangeShapeType="1" noTextEdit="1"/>
              </p:cNvSpPr>
              <p:nvPr/>
            </p:nvSpPr>
            <p:spPr>
              <a:xfrm>
                <a:off x="365726" y="4213001"/>
                <a:ext cx="8217676" cy="533416"/>
              </a:xfrm>
              <a:prstGeom prst="rect">
                <a:avLst/>
              </a:prstGeom>
              <a:blipFill>
                <a:blip r:embed="rId4"/>
                <a:stretch>
                  <a:fillRect/>
                </a:stretch>
              </a:blipFill>
              <a:effectLst>
                <a:outerShdw blurRad="63500" sx="102000" sy="102000" algn="ctr" rotWithShape="0">
                  <a:prstClr val="black">
                    <a:alpha val="40000"/>
                  </a:prstClr>
                </a:outerShdw>
              </a:effectLst>
            </p:spPr>
            <p:txBody>
              <a:bodyPr/>
              <a:lstStyle/>
              <a:p>
                <a:r>
                  <a:rPr lang="en-GB">
                    <a:noFill/>
                  </a:rPr>
                  <a:t> </a:t>
                </a:r>
              </a:p>
            </p:txBody>
          </p:sp>
        </mc:Fallback>
      </mc:AlternateContent>
      <p:sp>
        <p:nvSpPr>
          <p:cNvPr id="11" name="TextBox 10">
            <a:extLst>
              <a:ext uri="{FF2B5EF4-FFF2-40B4-BE49-F238E27FC236}">
                <a16:creationId xmlns:a16="http://schemas.microsoft.com/office/drawing/2014/main" id="{8AD7747B-F6F4-433C-B1D6-9889DB564B0E}"/>
              </a:ext>
            </a:extLst>
          </p:cNvPr>
          <p:cNvSpPr txBox="1"/>
          <p:nvPr/>
        </p:nvSpPr>
        <p:spPr>
          <a:xfrm>
            <a:off x="827584" y="5157192"/>
            <a:ext cx="4032448" cy="720080"/>
          </a:xfrm>
          <a:prstGeom prst="rect">
            <a:avLst/>
          </a:prstGeom>
          <a:noFill/>
        </p:spPr>
        <p:txBody>
          <a:bodyPr wrap="square" rtlCol="0">
            <a:spAutoFit/>
          </a:bodyPr>
          <a:lstStyle/>
          <a:p>
            <a:endParaRPr lang="en-GB" dirty="0"/>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E7563324-7358-4E04-BB79-68B9E60F5F53}"/>
                  </a:ext>
                </a:extLst>
              </p:cNvPr>
              <p:cNvSpPr txBox="1"/>
              <p:nvPr/>
            </p:nvSpPr>
            <p:spPr>
              <a:xfrm>
                <a:off x="6258912" y="4917344"/>
                <a:ext cx="2644403" cy="1866537"/>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sz="1200" b="1" dirty="0"/>
                  <a:t>Important Notes: </a:t>
                </a:r>
              </a:p>
              <a:p>
                <a:r>
                  <a:rPr lang="en-GB" sz="1200" dirty="0"/>
                  <a:t>We can simplify:</a:t>
                </a:r>
              </a:p>
              <a:p>
                <a:pPr/>
                <a14:m>
                  <m:oMathPara xmlns:m="http://schemas.openxmlformats.org/officeDocument/2006/math">
                    <m:oMathParaPr>
                      <m:jc m:val="centerGroup"/>
                    </m:oMathParaPr>
                    <m:oMath xmlns:m="http://schemas.openxmlformats.org/officeDocument/2006/math">
                      <m:f>
                        <m:fPr>
                          <m:ctrlPr>
                            <a:rPr lang="en-GB" sz="1200" b="0" i="1" smtClean="0">
                              <a:latin typeface="Cambria Math" panose="02040503050406030204" pitchFamily="18" charset="0"/>
                            </a:rPr>
                          </m:ctrlPr>
                        </m:fPr>
                        <m:num>
                          <m:r>
                            <a:rPr lang="en-GB" sz="1200" b="0" i="1" smtClean="0">
                              <a:latin typeface="Cambria Math" panose="02040503050406030204" pitchFamily="18" charset="0"/>
                            </a:rPr>
                            <m:t>𝑥</m:t>
                          </m:r>
                          <m:r>
                            <a:rPr lang="en-GB" sz="1200" b="0" i="1" smtClean="0">
                              <a:latin typeface="Cambria Math" panose="02040503050406030204" pitchFamily="18" charset="0"/>
                            </a:rPr>
                            <m:t>+1</m:t>
                          </m:r>
                        </m:num>
                        <m:den>
                          <m:r>
                            <a:rPr lang="en-GB" sz="1200" b="0" i="1" smtClean="0">
                              <a:latin typeface="Cambria Math" panose="02040503050406030204" pitchFamily="18" charset="0"/>
                            </a:rPr>
                            <m:t>𝑥</m:t>
                          </m:r>
                        </m:den>
                      </m:f>
                      <m:r>
                        <a:rPr lang="en-GB" sz="1200" b="0" i="1" smtClean="0">
                          <a:latin typeface="Cambria Math" panose="02040503050406030204" pitchFamily="18" charset="0"/>
                        </a:rPr>
                        <m:t>≡</m:t>
                      </m:r>
                      <m:f>
                        <m:fPr>
                          <m:ctrlPr>
                            <a:rPr lang="en-GB" sz="1200" b="0" i="1" smtClean="0">
                              <a:latin typeface="Cambria Math" panose="02040503050406030204" pitchFamily="18" charset="0"/>
                            </a:rPr>
                          </m:ctrlPr>
                        </m:fPr>
                        <m:num>
                          <m:r>
                            <a:rPr lang="en-GB" sz="1200" b="0" i="1" smtClean="0">
                              <a:latin typeface="Cambria Math" panose="02040503050406030204" pitchFamily="18" charset="0"/>
                            </a:rPr>
                            <m:t>𝑥</m:t>
                          </m:r>
                        </m:num>
                        <m:den>
                          <m:r>
                            <a:rPr lang="en-GB" sz="1200" b="0" i="1" smtClean="0">
                              <a:latin typeface="Cambria Math" panose="02040503050406030204" pitchFamily="18" charset="0"/>
                            </a:rPr>
                            <m:t>𝑥</m:t>
                          </m:r>
                        </m:den>
                      </m:f>
                      <m:r>
                        <a:rPr lang="en-GB" sz="1200" b="0" i="1" smtClean="0">
                          <a:latin typeface="Cambria Math" panose="02040503050406030204" pitchFamily="18" charset="0"/>
                        </a:rPr>
                        <m:t>+</m:t>
                      </m:r>
                      <m:f>
                        <m:fPr>
                          <m:ctrlPr>
                            <a:rPr lang="en-GB" sz="1200" b="0" i="1" smtClean="0">
                              <a:latin typeface="Cambria Math" panose="02040503050406030204" pitchFamily="18" charset="0"/>
                            </a:rPr>
                          </m:ctrlPr>
                        </m:fPr>
                        <m:num>
                          <m:r>
                            <a:rPr lang="en-GB" sz="1200" b="0" i="1" smtClean="0">
                              <a:latin typeface="Cambria Math" panose="02040503050406030204" pitchFamily="18" charset="0"/>
                            </a:rPr>
                            <m:t>1</m:t>
                          </m:r>
                        </m:num>
                        <m:den>
                          <m:r>
                            <a:rPr lang="en-GB" sz="1200" b="0" i="1" smtClean="0">
                              <a:latin typeface="Cambria Math" panose="02040503050406030204" pitchFamily="18" charset="0"/>
                            </a:rPr>
                            <m:t>𝑥</m:t>
                          </m:r>
                        </m:den>
                      </m:f>
                      <m:r>
                        <a:rPr lang="en-GB" sz="1200" b="0" i="1" smtClean="0">
                          <a:latin typeface="Cambria Math" panose="02040503050406030204" pitchFamily="18" charset="0"/>
                        </a:rPr>
                        <m:t>≡1+</m:t>
                      </m:r>
                      <m:f>
                        <m:fPr>
                          <m:ctrlPr>
                            <a:rPr lang="en-GB" sz="1200" b="0" i="1" smtClean="0">
                              <a:latin typeface="Cambria Math" panose="02040503050406030204" pitchFamily="18" charset="0"/>
                            </a:rPr>
                          </m:ctrlPr>
                        </m:fPr>
                        <m:num>
                          <m:r>
                            <a:rPr lang="en-GB" sz="1200" b="0" i="1" smtClean="0">
                              <a:latin typeface="Cambria Math" panose="02040503050406030204" pitchFamily="18" charset="0"/>
                            </a:rPr>
                            <m:t>1</m:t>
                          </m:r>
                        </m:num>
                        <m:den>
                          <m:r>
                            <a:rPr lang="en-GB" sz="1200" b="0" i="1" smtClean="0">
                              <a:latin typeface="Cambria Math" panose="02040503050406030204" pitchFamily="18" charset="0"/>
                            </a:rPr>
                            <m:t>𝑥</m:t>
                          </m:r>
                        </m:den>
                      </m:f>
                    </m:oMath>
                  </m:oMathPara>
                </a14:m>
                <a:endParaRPr lang="en-GB" sz="1200" dirty="0"/>
              </a:p>
              <a:p>
                <a:r>
                  <a:rPr lang="en-GB" sz="1200" dirty="0"/>
                  <a:t>However, it is </a:t>
                </a:r>
                <a:r>
                  <a:rPr lang="en-GB" sz="1200" b="1" dirty="0"/>
                  <a:t>NOT</a:t>
                </a:r>
                <a:r>
                  <a:rPr lang="en-GB" sz="1200" dirty="0"/>
                  <a:t> true that:</a:t>
                </a:r>
              </a:p>
              <a:p>
                <a:pPr/>
                <a14:m>
                  <m:oMathPara xmlns:m="http://schemas.openxmlformats.org/officeDocument/2006/math">
                    <m:oMathParaPr>
                      <m:jc m:val="centerGroup"/>
                    </m:oMathParaPr>
                    <m:oMath xmlns:m="http://schemas.openxmlformats.org/officeDocument/2006/math">
                      <m:f>
                        <m:fPr>
                          <m:ctrlPr>
                            <a:rPr lang="en-GB" sz="1200" b="0" i="1" smtClean="0">
                              <a:latin typeface="Cambria Math" panose="02040503050406030204" pitchFamily="18" charset="0"/>
                            </a:rPr>
                          </m:ctrlPr>
                        </m:fPr>
                        <m:num>
                          <m:r>
                            <a:rPr lang="en-GB" sz="1200" b="0" i="1" smtClean="0">
                              <a:latin typeface="Cambria Math" panose="02040503050406030204" pitchFamily="18" charset="0"/>
                            </a:rPr>
                            <m:t>𝑥</m:t>
                          </m:r>
                        </m:num>
                        <m:den>
                          <m:r>
                            <a:rPr lang="en-GB" sz="1200" b="0" i="1" smtClean="0">
                              <a:latin typeface="Cambria Math" panose="02040503050406030204" pitchFamily="18" charset="0"/>
                            </a:rPr>
                            <m:t>𝑥</m:t>
                          </m:r>
                          <m:r>
                            <a:rPr lang="en-GB" sz="1200" b="0" i="1" smtClean="0">
                              <a:latin typeface="Cambria Math" panose="02040503050406030204" pitchFamily="18" charset="0"/>
                            </a:rPr>
                            <m:t>+1</m:t>
                          </m:r>
                        </m:den>
                      </m:f>
                      <m:r>
                        <a:rPr lang="en-GB" sz="1200" b="0" i="1" smtClean="0">
                          <a:latin typeface="Cambria Math" panose="02040503050406030204" pitchFamily="18" charset="0"/>
                        </a:rPr>
                        <m:t>≡</m:t>
                      </m:r>
                      <m:f>
                        <m:fPr>
                          <m:ctrlPr>
                            <a:rPr lang="en-GB" sz="1200" b="0" i="1" smtClean="0">
                              <a:latin typeface="Cambria Math" panose="02040503050406030204" pitchFamily="18" charset="0"/>
                            </a:rPr>
                          </m:ctrlPr>
                        </m:fPr>
                        <m:num>
                          <m:r>
                            <a:rPr lang="en-GB" sz="1200" b="0" i="1" smtClean="0">
                              <a:latin typeface="Cambria Math" panose="02040503050406030204" pitchFamily="18" charset="0"/>
                            </a:rPr>
                            <m:t>𝑥</m:t>
                          </m:r>
                        </m:num>
                        <m:den>
                          <m:r>
                            <a:rPr lang="en-GB" sz="1200" b="0" i="1" smtClean="0">
                              <a:latin typeface="Cambria Math" panose="02040503050406030204" pitchFamily="18" charset="0"/>
                            </a:rPr>
                            <m:t>𝑥</m:t>
                          </m:r>
                        </m:den>
                      </m:f>
                      <m:r>
                        <a:rPr lang="en-GB" sz="1200" b="0" i="1" smtClean="0">
                          <a:latin typeface="Cambria Math" panose="02040503050406030204" pitchFamily="18" charset="0"/>
                        </a:rPr>
                        <m:t>+</m:t>
                      </m:r>
                      <m:f>
                        <m:fPr>
                          <m:ctrlPr>
                            <a:rPr lang="en-GB" sz="1200" b="0" i="1" smtClean="0">
                              <a:latin typeface="Cambria Math" panose="02040503050406030204" pitchFamily="18" charset="0"/>
                            </a:rPr>
                          </m:ctrlPr>
                        </m:fPr>
                        <m:num>
                          <m:r>
                            <a:rPr lang="en-GB" sz="1200" b="0" i="1" smtClean="0">
                              <a:latin typeface="Cambria Math" panose="02040503050406030204" pitchFamily="18" charset="0"/>
                            </a:rPr>
                            <m:t>𝑥</m:t>
                          </m:r>
                        </m:num>
                        <m:den>
                          <m:r>
                            <a:rPr lang="en-GB" sz="1200" b="0" i="1" smtClean="0">
                              <a:latin typeface="Cambria Math" panose="02040503050406030204" pitchFamily="18" charset="0"/>
                            </a:rPr>
                            <m:t>1</m:t>
                          </m:r>
                        </m:den>
                      </m:f>
                    </m:oMath>
                  </m:oMathPara>
                </a14:m>
                <a:endParaRPr lang="en-GB" sz="1200" dirty="0"/>
              </a:p>
              <a:p>
                <a:r>
                  <a:rPr lang="en-GB" sz="1200" dirty="0"/>
                  <a:t>It is common for students to fail to spot when they can split up a fraction to then integrate!</a:t>
                </a:r>
              </a:p>
            </p:txBody>
          </p:sp>
        </mc:Choice>
        <mc:Fallback xmlns="">
          <p:sp>
            <p:nvSpPr>
              <p:cNvPr id="12" name="TextBox 11">
                <a:extLst>
                  <a:ext uri="{FF2B5EF4-FFF2-40B4-BE49-F238E27FC236}">
                    <a16:creationId xmlns:a16="http://schemas.microsoft.com/office/drawing/2014/main" id="{E7563324-7358-4E04-BB79-68B9E60F5F53}"/>
                  </a:ext>
                </a:extLst>
              </p:cNvPr>
              <p:cNvSpPr txBox="1">
                <a:spLocks noRot="1" noChangeAspect="1" noMove="1" noResize="1" noEditPoints="1" noAdjustHandles="1" noChangeArrowheads="1" noChangeShapeType="1" noTextEdit="1"/>
              </p:cNvSpPr>
              <p:nvPr/>
            </p:nvSpPr>
            <p:spPr>
              <a:xfrm>
                <a:off x="6258912" y="4917344"/>
                <a:ext cx="2644403" cy="1866537"/>
              </a:xfrm>
              <a:prstGeom prst="rect">
                <a:avLst/>
              </a:prstGeom>
              <a:blipFill>
                <a:blip r:embed="rId5"/>
                <a:stretch>
                  <a:fillRect b="-129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D56BD206-818A-4470-9344-4F5C9453E2C5}"/>
                  </a:ext>
                </a:extLst>
              </p:cNvPr>
              <p:cNvSpPr txBox="1"/>
              <p:nvPr/>
            </p:nvSpPr>
            <p:spPr>
              <a:xfrm>
                <a:off x="603347" y="4725958"/>
                <a:ext cx="3050441" cy="211019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nary>
                        <m:naryPr>
                          <m:ctrlPr>
                            <a:rPr lang="en-GB" sz="1400" b="0" i="1" smtClean="0">
                              <a:latin typeface="Cambria Math" panose="02040503050406030204" pitchFamily="18" charset="0"/>
                            </a:rPr>
                          </m:ctrlPr>
                        </m:naryPr>
                        <m:sub>
                          <m:r>
                            <a:rPr lang="en-GB" sz="1400" b="0" i="1" smtClean="0">
                              <a:latin typeface="Cambria Math" panose="02040503050406030204" pitchFamily="18" charset="0"/>
                            </a:rPr>
                            <m:t>𝑎</m:t>
                          </m:r>
                        </m:sub>
                        <m:sup>
                          <m:r>
                            <a:rPr lang="en-GB" sz="1400" b="0" i="1" smtClean="0">
                              <a:latin typeface="Cambria Math" panose="02040503050406030204" pitchFamily="18" charset="0"/>
                            </a:rPr>
                            <m:t>3</m:t>
                          </m:r>
                          <m:r>
                            <a:rPr lang="en-GB" sz="1400" b="0" i="1" smtClean="0">
                              <a:latin typeface="Cambria Math" panose="02040503050406030204" pitchFamily="18" charset="0"/>
                            </a:rPr>
                            <m:t>𝑎</m:t>
                          </m:r>
                        </m:sup>
                        <m:e>
                          <m:r>
                            <a:rPr lang="en-GB" sz="1400" b="0" i="1" smtClean="0">
                              <a:latin typeface="Cambria Math" panose="02040503050406030204" pitchFamily="18" charset="0"/>
                            </a:rPr>
                            <m:t>2+</m:t>
                          </m:r>
                          <m:f>
                            <m:fPr>
                              <m:ctrlPr>
                                <a:rPr lang="en-GB" sz="1400" b="0" i="1" smtClean="0">
                                  <a:latin typeface="Cambria Math" panose="02040503050406030204" pitchFamily="18" charset="0"/>
                                </a:rPr>
                              </m:ctrlPr>
                            </m:fPr>
                            <m:num>
                              <m:r>
                                <a:rPr lang="en-GB" sz="1400" b="0" i="1" smtClean="0">
                                  <a:latin typeface="Cambria Math" panose="02040503050406030204" pitchFamily="18" charset="0"/>
                                </a:rPr>
                                <m:t>1</m:t>
                              </m:r>
                            </m:num>
                            <m:den>
                              <m:r>
                                <a:rPr lang="en-GB" sz="1400" b="0" i="1" smtClean="0">
                                  <a:latin typeface="Cambria Math" panose="02040503050406030204" pitchFamily="18" charset="0"/>
                                </a:rPr>
                                <m:t>𝑥</m:t>
                              </m:r>
                            </m:den>
                          </m:f>
                          <m:r>
                            <a:rPr lang="en-GB" sz="1400" b="0" i="1" smtClean="0">
                              <a:latin typeface="Cambria Math" panose="02040503050406030204" pitchFamily="18" charset="0"/>
                            </a:rPr>
                            <m:t> </m:t>
                          </m:r>
                          <m:r>
                            <a:rPr lang="en-GB" sz="1400" b="0" i="1" smtClean="0">
                              <a:latin typeface="Cambria Math" panose="02040503050406030204" pitchFamily="18" charset="0"/>
                            </a:rPr>
                            <m:t>𝑑𝑥</m:t>
                          </m:r>
                        </m:e>
                      </m:nary>
                      <m:r>
                        <a:rPr lang="en-GB" sz="1400" b="0" i="1" smtClean="0">
                          <a:latin typeface="Cambria Math" panose="02040503050406030204" pitchFamily="18" charset="0"/>
                        </a:rPr>
                        <m:t>=</m:t>
                      </m:r>
                      <m:sSubSup>
                        <m:sSubSupPr>
                          <m:ctrlPr>
                            <a:rPr lang="en-GB" sz="1400" b="0" i="1" smtClean="0">
                              <a:latin typeface="Cambria Math" panose="02040503050406030204" pitchFamily="18" charset="0"/>
                            </a:rPr>
                          </m:ctrlPr>
                        </m:sSubSupPr>
                        <m:e>
                          <m:d>
                            <m:dPr>
                              <m:begChr m:val="["/>
                              <m:endChr m:val="]"/>
                              <m:ctrlPr>
                                <a:rPr lang="en-GB" sz="1400" b="0" i="1" smtClean="0">
                                  <a:latin typeface="Cambria Math" panose="02040503050406030204" pitchFamily="18" charset="0"/>
                                </a:rPr>
                              </m:ctrlPr>
                            </m:dPr>
                            <m:e>
                              <m:r>
                                <a:rPr lang="en-GB" sz="1400" b="0" i="1" smtClean="0">
                                  <a:latin typeface="Cambria Math" panose="02040503050406030204" pitchFamily="18" charset="0"/>
                                </a:rPr>
                                <m:t>2</m:t>
                              </m:r>
                              <m:r>
                                <a:rPr lang="en-GB" sz="1400" b="0" i="1" smtClean="0">
                                  <a:latin typeface="Cambria Math" panose="02040503050406030204" pitchFamily="18" charset="0"/>
                                </a:rPr>
                                <m:t>𝑥</m:t>
                              </m:r>
                              <m:r>
                                <a:rPr lang="en-GB" sz="1400" b="0" i="1" smtClean="0">
                                  <a:latin typeface="Cambria Math" panose="02040503050406030204" pitchFamily="18" charset="0"/>
                                </a:rPr>
                                <m:t>+</m:t>
                              </m:r>
                              <m:func>
                                <m:funcPr>
                                  <m:ctrlPr>
                                    <a:rPr lang="en-GB" sz="1400" b="0" i="1" smtClean="0">
                                      <a:latin typeface="Cambria Math" panose="02040503050406030204" pitchFamily="18" charset="0"/>
                                    </a:rPr>
                                  </m:ctrlPr>
                                </m:funcPr>
                                <m:fName>
                                  <m:r>
                                    <m:rPr>
                                      <m:sty m:val="p"/>
                                    </m:rPr>
                                    <a:rPr lang="en-GB" sz="1400" b="0" i="0" smtClean="0">
                                      <a:latin typeface="Cambria Math" panose="02040503050406030204" pitchFamily="18" charset="0"/>
                                    </a:rPr>
                                    <m:t>ln</m:t>
                                  </m:r>
                                </m:fName>
                                <m:e>
                                  <m:r>
                                    <a:rPr lang="en-GB" sz="1400" b="0" i="1" smtClean="0">
                                      <a:latin typeface="Cambria Math" panose="02040503050406030204" pitchFamily="18" charset="0"/>
                                    </a:rPr>
                                    <m:t>𝑥</m:t>
                                  </m:r>
                                </m:e>
                              </m:func>
                            </m:e>
                          </m:d>
                        </m:e>
                        <m:sub>
                          <m:r>
                            <a:rPr lang="en-GB" sz="1400" b="0" i="1" smtClean="0">
                              <a:latin typeface="Cambria Math" panose="02040503050406030204" pitchFamily="18" charset="0"/>
                            </a:rPr>
                            <m:t>𝑎</m:t>
                          </m:r>
                        </m:sub>
                        <m:sup>
                          <m:r>
                            <a:rPr lang="en-GB" sz="1400" b="0" i="1" smtClean="0">
                              <a:latin typeface="Cambria Math" panose="02040503050406030204" pitchFamily="18" charset="0"/>
                            </a:rPr>
                            <m:t>3</m:t>
                          </m:r>
                          <m:r>
                            <a:rPr lang="en-GB" sz="1400" b="0" i="1" smtClean="0">
                              <a:latin typeface="Cambria Math" panose="02040503050406030204" pitchFamily="18" charset="0"/>
                            </a:rPr>
                            <m:t>𝑎</m:t>
                          </m:r>
                        </m:sup>
                      </m:sSubSup>
                    </m:oMath>
                    <m:oMath xmlns:m="http://schemas.openxmlformats.org/officeDocument/2006/math">
                      <m:r>
                        <a:rPr lang="en-GB" sz="1400" b="0" i="1" smtClean="0">
                          <a:latin typeface="Cambria Math" panose="02040503050406030204" pitchFamily="18" charset="0"/>
                        </a:rPr>
                        <m:t>=</m:t>
                      </m:r>
                      <m:d>
                        <m:dPr>
                          <m:ctrlPr>
                            <a:rPr lang="en-GB" sz="1400" b="0" i="1" smtClean="0">
                              <a:latin typeface="Cambria Math" panose="02040503050406030204" pitchFamily="18" charset="0"/>
                            </a:rPr>
                          </m:ctrlPr>
                        </m:dPr>
                        <m:e>
                          <m:r>
                            <a:rPr lang="en-GB" sz="1400" b="0" i="1" smtClean="0">
                              <a:latin typeface="Cambria Math" panose="02040503050406030204" pitchFamily="18" charset="0"/>
                            </a:rPr>
                            <m:t>6</m:t>
                          </m:r>
                          <m:r>
                            <a:rPr lang="en-GB" sz="1400" b="0" i="1" smtClean="0">
                              <a:latin typeface="Cambria Math" panose="02040503050406030204" pitchFamily="18" charset="0"/>
                            </a:rPr>
                            <m:t>𝑎</m:t>
                          </m:r>
                          <m:r>
                            <a:rPr lang="en-GB" sz="1400" b="0" i="1" smtClean="0">
                              <a:latin typeface="Cambria Math" panose="02040503050406030204" pitchFamily="18" charset="0"/>
                            </a:rPr>
                            <m:t>+</m:t>
                          </m:r>
                          <m:func>
                            <m:funcPr>
                              <m:ctrlPr>
                                <a:rPr lang="en-GB" sz="1400" b="0" i="1" smtClean="0">
                                  <a:latin typeface="Cambria Math" panose="02040503050406030204" pitchFamily="18" charset="0"/>
                                </a:rPr>
                              </m:ctrlPr>
                            </m:funcPr>
                            <m:fName>
                              <m:r>
                                <m:rPr>
                                  <m:sty m:val="p"/>
                                </m:rPr>
                                <a:rPr lang="en-GB" sz="1400" b="0" i="0" smtClean="0">
                                  <a:latin typeface="Cambria Math" panose="02040503050406030204" pitchFamily="18" charset="0"/>
                                </a:rPr>
                                <m:t>ln</m:t>
                              </m:r>
                            </m:fName>
                            <m:e>
                              <m:r>
                                <a:rPr lang="en-GB" sz="1400" b="0" i="1" smtClean="0">
                                  <a:latin typeface="Cambria Math" panose="02040503050406030204" pitchFamily="18" charset="0"/>
                                </a:rPr>
                                <m:t>3</m:t>
                              </m:r>
                              <m:r>
                                <a:rPr lang="en-GB" sz="1400" b="0" i="1" smtClean="0">
                                  <a:latin typeface="Cambria Math" panose="02040503050406030204" pitchFamily="18" charset="0"/>
                                </a:rPr>
                                <m:t>𝑎</m:t>
                              </m:r>
                            </m:e>
                          </m:func>
                        </m:e>
                      </m:d>
                      <m:r>
                        <a:rPr lang="en-GB" sz="1400" b="0" i="1" smtClean="0">
                          <a:latin typeface="Cambria Math" panose="02040503050406030204" pitchFamily="18" charset="0"/>
                        </a:rPr>
                        <m:t>−</m:t>
                      </m:r>
                      <m:d>
                        <m:dPr>
                          <m:ctrlPr>
                            <a:rPr lang="en-GB" sz="1400" b="0" i="1" smtClean="0">
                              <a:latin typeface="Cambria Math" panose="02040503050406030204" pitchFamily="18" charset="0"/>
                            </a:rPr>
                          </m:ctrlPr>
                        </m:dPr>
                        <m:e>
                          <m:r>
                            <a:rPr lang="en-GB" sz="1400" b="0" i="1" smtClean="0">
                              <a:latin typeface="Cambria Math" panose="02040503050406030204" pitchFamily="18" charset="0"/>
                            </a:rPr>
                            <m:t>2</m:t>
                          </m:r>
                          <m:r>
                            <a:rPr lang="en-GB" sz="1400" b="0" i="1" smtClean="0">
                              <a:latin typeface="Cambria Math" panose="02040503050406030204" pitchFamily="18" charset="0"/>
                            </a:rPr>
                            <m:t>𝑎</m:t>
                          </m:r>
                          <m:r>
                            <a:rPr lang="en-GB" sz="1400" b="0" i="1" smtClean="0">
                              <a:latin typeface="Cambria Math" panose="02040503050406030204" pitchFamily="18" charset="0"/>
                            </a:rPr>
                            <m:t>+</m:t>
                          </m:r>
                          <m:func>
                            <m:funcPr>
                              <m:ctrlPr>
                                <a:rPr lang="en-GB" sz="1400" b="0" i="1" smtClean="0">
                                  <a:latin typeface="Cambria Math" panose="02040503050406030204" pitchFamily="18" charset="0"/>
                                </a:rPr>
                              </m:ctrlPr>
                            </m:funcPr>
                            <m:fName>
                              <m:r>
                                <m:rPr>
                                  <m:sty m:val="p"/>
                                </m:rPr>
                                <a:rPr lang="en-GB" sz="1400" b="0" i="0" smtClean="0">
                                  <a:latin typeface="Cambria Math" panose="02040503050406030204" pitchFamily="18" charset="0"/>
                                </a:rPr>
                                <m:t>ln</m:t>
                              </m:r>
                            </m:fName>
                            <m:e>
                              <m:r>
                                <a:rPr lang="en-GB" sz="1400" b="0" i="1" smtClean="0">
                                  <a:latin typeface="Cambria Math" panose="02040503050406030204" pitchFamily="18" charset="0"/>
                                </a:rPr>
                                <m:t>𝑎</m:t>
                              </m:r>
                            </m:e>
                          </m:func>
                        </m:e>
                      </m:d>
                    </m:oMath>
                    <m:oMath xmlns:m="http://schemas.openxmlformats.org/officeDocument/2006/math">
                      <m:r>
                        <a:rPr lang="en-GB" sz="1400" b="0" i="1" smtClean="0">
                          <a:latin typeface="Cambria Math" panose="02040503050406030204" pitchFamily="18" charset="0"/>
                        </a:rPr>
                        <m:t>=4</m:t>
                      </m:r>
                      <m:r>
                        <a:rPr lang="en-GB" sz="1400" b="0" i="1" smtClean="0">
                          <a:latin typeface="Cambria Math" panose="02040503050406030204" pitchFamily="18" charset="0"/>
                        </a:rPr>
                        <m:t>𝑎</m:t>
                      </m:r>
                      <m:r>
                        <a:rPr lang="en-GB" sz="1400" b="0" i="1" smtClean="0">
                          <a:latin typeface="Cambria Math" panose="02040503050406030204" pitchFamily="18" charset="0"/>
                        </a:rPr>
                        <m:t>+</m:t>
                      </m:r>
                      <m:func>
                        <m:funcPr>
                          <m:ctrlPr>
                            <a:rPr lang="en-GB" sz="1400" b="0" i="1" smtClean="0">
                              <a:latin typeface="Cambria Math" panose="02040503050406030204" pitchFamily="18" charset="0"/>
                            </a:rPr>
                          </m:ctrlPr>
                        </m:funcPr>
                        <m:fName>
                          <m:r>
                            <m:rPr>
                              <m:sty m:val="p"/>
                            </m:rPr>
                            <a:rPr lang="en-GB" sz="1400" b="0" i="0" smtClean="0">
                              <a:latin typeface="Cambria Math" panose="02040503050406030204" pitchFamily="18" charset="0"/>
                            </a:rPr>
                            <m:t>ln</m:t>
                          </m:r>
                        </m:fName>
                        <m:e>
                          <m:d>
                            <m:dPr>
                              <m:ctrlPr>
                                <a:rPr lang="en-GB" sz="1400" b="0" i="1" smtClean="0">
                                  <a:latin typeface="Cambria Math" panose="02040503050406030204" pitchFamily="18" charset="0"/>
                                </a:rPr>
                              </m:ctrlPr>
                            </m:dPr>
                            <m:e>
                              <m:f>
                                <m:fPr>
                                  <m:ctrlPr>
                                    <a:rPr lang="en-GB" sz="1400" b="0" i="1" smtClean="0">
                                      <a:latin typeface="Cambria Math" panose="02040503050406030204" pitchFamily="18" charset="0"/>
                                    </a:rPr>
                                  </m:ctrlPr>
                                </m:fPr>
                                <m:num>
                                  <m:r>
                                    <a:rPr lang="en-GB" sz="1400" b="0" i="1" smtClean="0">
                                      <a:latin typeface="Cambria Math" panose="02040503050406030204" pitchFamily="18" charset="0"/>
                                    </a:rPr>
                                    <m:t>3</m:t>
                                  </m:r>
                                  <m:r>
                                    <a:rPr lang="en-GB" sz="1400" b="0" i="1" smtClean="0">
                                      <a:latin typeface="Cambria Math" panose="02040503050406030204" pitchFamily="18" charset="0"/>
                                    </a:rPr>
                                    <m:t>𝑎</m:t>
                                  </m:r>
                                </m:num>
                                <m:den>
                                  <m:r>
                                    <a:rPr lang="en-GB" sz="1400" b="0" i="1" smtClean="0">
                                      <a:latin typeface="Cambria Math" panose="02040503050406030204" pitchFamily="18" charset="0"/>
                                    </a:rPr>
                                    <m:t>𝑎</m:t>
                                  </m:r>
                                </m:den>
                              </m:f>
                            </m:e>
                          </m:d>
                        </m:e>
                      </m:func>
                      <m:r>
                        <a:rPr lang="en-GB" sz="1400" b="0" i="1" smtClean="0">
                          <a:latin typeface="Cambria Math" panose="02040503050406030204" pitchFamily="18" charset="0"/>
                        </a:rPr>
                        <m:t>=4</m:t>
                      </m:r>
                      <m:r>
                        <a:rPr lang="en-GB" sz="1400" b="0" i="1" smtClean="0">
                          <a:latin typeface="Cambria Math" panose="02040503050406030204" pitchFamily="18" charset="0"/>
                        </a:rPr>
                        <m:t>𝑎</m:t>
                      </m:r>
                      <m:r>
                        <a:rPr lang="en-GB" sz="1400" b="0" i="1" smtClean="0">
                          <a:latin typeface="Cambria Math" panose="02040503050406030204" pitchFamily="18" charset="0"/>
                        </a:rPr>
                        <m:t>+</m:t>
                      </m:r>
                      <m:func>
                        <m:funcPr>
                          <m:ctrlPr>
                            <a:rPr lang="en-GB" sz="1400" b="0" i="1" smtClean="0">
                              <a:latin typeface="Cambria Math" panose="02040503050406030204" pitchFamily="18" charset="0"/>
                            </a:rPr>
                          </m:ctrlPr>
                        </m:funcPr>
                        <m:fName>
                          <m:r>
                            <m:rPr>
                              <m:sty m:val="p"/>
                            </m:rPr>
                            <a:rPr lang="en-GB" sz="1400" b="0" i="0" smtClean="0">
                              <a:latin typeface="Cambria Math" panose="02040503050406030204" pitchFamily="18" charset="0"/>
                            </a:rPr>
                            <m:t>ln</m:t>
                          </m:r>
                        </m:fName>
                        <m:e>
                          <m:r>
                            <a:rPr lang="en-GB" sz="1400" b="0" i="1" smtClean="0">
                              <a:latin typeface="Cambria Math" panose="02040503050406030204" pitchFamily="18" charset="0"/>
                            </a:rPr>
                            <m:t>3</m:t>
                          </m:r>
                        </m:e>
                      </m:func>
                    </m:oMath>
                  </m:oMathPara>
                </a14:m>
                <a:endParaRPr lang="en-GB" sz="1400" dirty="0"/>
              </a:p>
              <a:p>
                <a:pPr/>
                <a14:m>
                  <m:oMathPara xmlns:m="http://schemas.openxmlformats.org/officeDocument/2006/math">
                    <m:oMathParaPr>
                      <m:jc m:val="centerGroup"/>
                    </m:oMathParaPr>
                    <m:oMath xmlns:m="http://schemas.openxmlformats.org/officeDocument/2006/math">
                      <m:r>
                        <a:rPr lang="en-GB" sz="1400" b="0" i="1" smtClean="0">
                          <a:latin typeface="Cambria Math" panose="02040503050406030204" pitchFamily="18" charset="0"/>
                        </a:rPr>
                        <m:t>4</m:t>
                      </m:r>
                      <m:r>
                        <a:rPr lang="en-GB" sz="1400" b="0" i="1" smtClean="0">
                          <a:latin typeface="Cambria Math" panose="02040503050406030204" pitchFamily="18" charset="0"/>
                        </a:rPr>
                        <m:t>𝑎</m:t>
                      </m:r>
                      <m:r>
                        <a:rPr lang="en-GB" sz="1400" b="0" i="1" smtClean="0">
                          <a:latin typeface="Cambria Math" panose="02040503050406030204" pitchFamily="18" charset="0"/>
                        </a:rPr>
                        <m:t>+</m:t>
                      </m:r>
                      <m:func>
                        <m:funcPr>
                          <m:ctrlPr>
                            <a:rPr lang="en-GB" sz="1400" b="0" i="1" smtClean="0">
                              <a:latin typeface="Cambria Math" panose="02040503050406030204" pitchFamily="18" charset="0"/>
                            </a:rPr>
                          </m:ctrlPr>
                        </m:funcPr>
                        <m:fName>
                          <m:r>
                            <m:rPr>
                              <m:sty m:val="p"/>
                            </m:rPr>
                            <a:rPr lang="en-GB" sz="1400" b="0" i="0" smtClean="0">
                              <a:latin typeface="Cambria Math" panose="02040503050406030204" pitchFamily="18" charset="0"/>
                            </a:rPr>
                            <m:t>ln</m:t>
                          </m:r>
                        </m:fName>
                        <m:e>
                          <m:r>
                            <a:rPr lang="en-GB" sz="1400" b="0" i="1" smtClean="0">
                              <a:latin typeface="Cambria Math" panose="02040503050406030204" pitchFamily="18" charset="0"/>
                            </a:rPr>
                            <m:t>3</m:t>
                          </m:r>
                        </m:e>
                      </m:func>
                      <m:r>
                        <a:rPr lang="en-GB" sz="1400" b="0" i="1" smtClean="0">
                          <a:latin typeface="Cambria Math" panose="02040503050406030204" pitchFamily="18" charset="0"/>
                        </a:rPr>
                        <m:t>=</m:t>
                      </m:r>
                      <m:func>
                        <m:funcPr>
                          <m:ctrlPr>
                            <a:rPr lang="en-GB" sz="1400" b="0" i="1" smtClean="0">
                              <a:latin typeface="Cambria Math" panose="02040503050406030204" pitchFamily="18" charset="0"/>
                            </a:rPr>
                          </m:ctrlPr>
                        </m:funcPr>
                        <m:fName>
                          <m:r>
                            <m:rPr>
                              <m:sty m:val="p"/>
                            </m:rPr>
                            <a:rPr lang="en-GB" sz="1400" b="0" i="0" smtClean="0">
                              <a:latin typeface="Cambria Math" panose="02040503050406030204" pitchFamily="18" charset="0"/>
                            </a:rPr>
                            <m:t>ln</m:t>
                          </m:r>
                        </m:fName>
                        <m:e>
                          <m:r>
                            <a:rPr lang="en-GB" sz="1400" b="0" i="1" smtClean="0">
                              <a:latin typeface="Cambria Math" panose="02040503050406030204" pitchFamily="18" charset="0"/>
                            </a:rPr>
                            <m:t>12</m:t>
                          </m:r>
                        </m:e>
                      </m:func>
                    </m:oMath>
                    <m:oMath xmlns:m="http://schemas.openxmlformats.org/officeDocument/2006/math">
                      <m:r>
                        <a:rPr lang="en-GB" sz="1400" b="0" i="1" smtClean="0">
                          <a:latin typeface="Cambria Math" panose="02040503050406030204" pitchFamily="18" charset="0"/>
                        </a:rPr>
                        <m:t>4</m:t>
                      </m:r>
                      <m:r>
                        <a:rPr lang="en-GB" sz="1400" b="0" i="1" smtClean="0">
                          <a:latin typeface="Cambria Math" panose="02040503050406030204" pitchFamily="18" charset="0"/>
                        </a:rPr>
                        <m:t>𝑎</m:t>
                      </m:r>
                      <m:r>
                        <a:rPr lang="en-GB" sz="1400" b="0" i="1" smtClean="0">
                          <a:latin typeface="Cambria Math" panose="02040503050406030204" pitchFamily="18" charset="0"/>
                        </a:rPr>
                        <m:t>=</m:t>
                      </m:r>
                      <m:func>
                        <m:funcPr>
                          <m:ctrlPr>
                            <a:rPr lang="en-GB" sz="1400" b="0" i="1" smtClean="0">
                              <a:latin typeface="Cambria Math" panose="02040503050406030204" pitchFamily="18" charset="0"/>
                            </a:rPr>
                          </m:ctrlPr>
                        </m:funcPr>
                        <m:fName>
                          <m:r>
                            <m:rPr>
                              <m:sty m:val="p"/>
                            </m:rPr>
                            <a:rPr lang="en-GB" sz="1400" b="0" i="0" smtClean="0">
                              <a:latin typeface="Cambria Math" panose="02040503050406030204" pitchFamily="18" charset="0"/>
                            </a:rPr>
                            <m:t>ln</m:t>
                          </m:r>
                        </m:fName>
                        <m:e>
                          <m:r>
                            <a:rPr lang="en-GB" sz="1400" b="0" i="1" smtClean="0">
                              <a:latin typeface="Cambria Math" panose="02040503050406030204" pitchFamily="18" charset="0"/>
                            </a:rPr>
                            <m:t>12</m:t>
                          </m:r>
                        </m:e>
                      </m:func>
                      <m:r>
                        <a:rPr lang="en-GB" sz="1400" b="0" i="1" smtClean="0">
                          <a:latin typeface="Cambria Math" panose="02040503050406030204" pitchFamily="18" charset="0"/>
                        </a:rPr>
                        <m:t>−</m:t>
                      </m:r>
                      <m:func>
                        <m:funcPr>
                          <m:ctrlPr>
                            <a:rPr lang="en-GB" sz="1400" b="0" i="1" smtClean="0">
                              <a:latin typeface="Cambria Math" panose="02040503050406030204" pitchFamily="18" charset="0"/>
                            </a:rPr>
                          </m:ctrlPr>
                        </m:funcPr>
                        <m:fName>
                          <m:r>
                            <m:rPr>
                              <m:sty m:val="p"/>
                            </m:rPr>
                            <a:rPr lang="en-GB" sz="1400" b="0" i="0" smtClean="0">
                              <a:latin typeface="Cambria Math" panose="02040503050406030204" pitchFamily="18" charset="0"/>
                            </a:rPr>
                            <m:t>ln</m:t>
                          </m:r>
                        </m:fName>
                        <m:e>
                          <m:r>
                            <a:rPr lang="en-GB" sz="1400" b="0" i="1" smtClean="0">
                              <a:latin typeface="Cambria Math" panose="02040503050406030204" pitchFamily="18" charset="0"/>
                            </a:rPr>
                            <m:t>3</m:t>
                          </m:r>
                        </m:e>
                      </m:func>
                      <m:r>
                        <a:rPr lang="en-GB" sz="1400" b="0" i="1" smtClean="0">
                          <a:latin typeface="Cambria Math" panose="02040503050406030204" pitchFamily="18" charset="0"/>
                        </a:rPr>
                        <m:t>=</m:t>
                      </m:r>
                      <m:func>
                        <m:funcPr>
                          <m:ctrlPr>
                            <a:rPr lang="en-GB" sz="1400" b="0" i="1" smtClean="0">
                              <a:latin typeface="Cambria Math" panose="02040503050406030204" pitchFamily="18" charset="0"/>
                            </a:rPr>
                          </m:ctrlPr>
                        </m:funcPr>
                        <m:fName>
                          <m:r>
                            <m:rPr>
                              <m:sty m:val="p"/>
                            </m:rPr>
                            <a:rPr lang="en-GB" sz="1400" b="0" i="0" smtClean="0">
                              <a:latin typeface="Cambria Math" panose="02040503050406030204" pitchFamily="18" charset="0"/>
                            </a:rPr>
                            <m:t>ln</m:t>
                          </m:r>
                        </m:fName>
                        <m:e>
                          <m:r>
                            <a:rPr lang="en-GB" sz="1400" b="0" i="1" smtClean="0">
                              <a:latin typeface="Cambria Math" panose="02040503050406030204" pitchFamily="18" charset="0"/>
                            </a:rPr>
                            <m:t>4</m:t>
                          </m:r>
                        </m:e>
                      </m:func>
                    </m:oMath>
                    <m:oMath xmlns:m="http://schemas.openxmlformats.org/officeDocument/2006/math">
                      <m:r>
                        <a:rPr lang="en-GB" sz="1400" b="0" i="1" smtClean="0">
                          <a:latin typeface="Cambria Math" panose="02040503050406030204" pitchFamily="18" charset="0"/>
                        </a:rPr>
                        <m:t>𝑎</m:t>
                      </m:r>
                      <m:r>
                        <a:rPr lang="en-GB" sz="1400" b="0" i="1" smtClean="0">
                          <a:latin typeface="Cambria Math" panose="02040503050406030204" pitchFamily="18" charset="0"/>
                        </a:rPr>
                        <m:t>=</m:t>
                      </m:r>
                      <m:f>
                        <m:fPr>
                          <m:ctrlPr>
                            <a:rPr lang="en-GB" sz="1400" b="0" i="1" smtClean="0">
                              <a:latin typeface="Cambria Math" panose="02040503050406030204" pitchFamily="18" charset="0"/>
                            </a:rPr>
                          </m:ctrlPr>
                        </m:fPr>
                        <m:num>
                          <m:r>
                            <a:rPr lang="en-GB" sz="1400" b="0" i="1" smtClean="0">
                              <a:latin typeface="Cambria Math" panose="02040503050406030204" pitchFamily="18" charset="0"/>
                            </a:rPr>
                            <m:t>1</m:t>
                          </m:r>
                        </m:num>
                        <m:den>
                          <m:r>
                            <a:rPr lang="en-GB" sz="1400" b="0" i="1" smtClean="0">
                              <a:latin typeface="Cambria Math" panose="02040503050406030204" pitchFamily="18" charset="0"/>
                            </a:rPr>
                            <m:t>4</m:t>
                          </m:r>
                        </m:den>
                      </m:f>
                      <m:func>
                        <m:funcPr>
                          <m:ctrlPr>
                            <a:rPr lang="en-GB" sz="1400" b="0" i="1" smtClean="0">
                              <a:latin typeface="Cambria Math" panose="02040503050406030204" pitchFamily="18" charset="0"/>
                            </a:rPr>
                          </m:ctrlPr>
                        </m:funcPr>
                        <m:fName>
                          <m:r>
                            <m:rPr>
                              <m:sty m:val="p"/>
                            </m:rPr>
                            <a:rPr lang="en-GB" sz="1400" b="0" i="0" smtClean="0">
                              <a:latin typeface="Cambria Math" panose="02040503050406030204" pitchFamily="18" charset="0"/>
                            </a:rPr>
                            <m:t>ln</m:t>
                          </m:r>
                        </m:fName>
                        <m:e>
                          <m:r>
                            <a:rPr lang="en-GB" sz="1400" b="0" i="1" smtClean="0">
                              <a:latin typeface="Cambria Math" panose="02040503050406030204" pitchFamily="18" charset="0"/>
                            </a:rPr>
                            <m:t>4</m:t>
                          </m:r>
                        </m:e>
                      </m:func>
                    </m:oMath>
                  </m:oMathPara>
                </a14:m>
                <a:endParaRPr lang="en-GB" sz="1400" dirty="0"/>
              </a:p>
            </p:txBody>
          </p:sp>
        </mc:Choice>
        <mc:Fallback xmlns="">
          <p:sp>
            <p:nvSpPr>
              <p:cNvPr id="13" name="TextBox 12">
                <a:extLst>
                  <a:ext uri="{FF2B5EF4-FFF2-40B4-BE49-F238E27FC236}">
                    <a16:creationId xmlns:a16="http://schemas.microsoft.com/office/drawing/2014/main" id="{D56BD206-818A-4470-9344-4F5C9453E2C5}"/>
                  </a:ext>
                </a:extLst>
              </p:cNvPr>
              <p:cNvSpPr txBox="1">
                <a:spLocks noRot="1" noChangeAspect="1" noMove="1" noResize="1" noEditPoints="1" noAdjustHandles="1" noChangeArrowheads="1" noChangeShapeType="1" noTextEdit="1"/>
              </p:cNvSpPr>
              <p:nvPr/>
            </p:nvSpPr>
            <p:spPr>
              <a:xfrm>
                <a:off x="603347" y="4725958"/>
                <a:ext cx="3050441" cy="2110193"/>
              </a:xfrm>
              <a:prstGeom prst="rect">
                <a:avLst/>
              </a:prstGeom>
              <a:blipFill>
                <a:blip r:embed="rId6"/>
                <a:stretch>
                  <a:fillRect/>
                </a:stretch>
              </a:blipFill>
            </p:spPr>
            <p:txBody>
              <a:bodyPr/>
              <a:lstStyle/>
              <a:p>
                <a:r>
                  <a:rPr lang="en-GB">
                    <a:noFill/>
                  </a:rPr>
                  <a:t> </a:t>
                </a:r>
              </a:p>
            </p:txBody>
          </p:sp>
        </mc:Fallback>
      </mc:AlternateContent>
      <p:sp>
        <p:nvSpPr>
          <p:cNvPr id="14" name="Rectangle 13">
            <a:extLst>
              <a:ext uri="{FF2B5EF4-FFF2-40B4-BE49-F238E27FC236}">
                <a16:creationId xmlns:a16="http://schemas.microsoft.com/office/drawing/2014/main" id="{E900BC5E-6F6D-483B-A690-3D192D023196}"/>
              </a:ext>
            </a:extLst>
          </p:cNvPr>
          <p:cNvSpPr/>
          <p:nvPr/>
        </p:nvSpPr>
        <p:spPr>
          <a:xfrm>
            <a:off x="365726" y="4746417"/>
            <a:ext cx="5256584" cy="2037155"/>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fontAlgn="auto">
              <a:spcBef>
                <a:spcPts val="0"/>
              </a:spcBef>
              <a:spcAft>
                <a:spcPts val="0"/>
              </a:spcAft>
              <a:defRPr/>
            </a:pPr>
            <a:r>
              <a:rPr lang="en-GB" sz="2800" dirty="0"/>
              <a:t>?</a:t>
            </a:r>
          </a:p>
        </p:txBody>
      </p:sp>
    </p:spTree>
    <p:extLst>
      <p:ext uri="{BB962C8B-B14F-4D97-AF65-F5344CB8AC3E}">
        <p14:creationId xmlns:p14="http://schemas.microsoft.com/office/powerpoint/2010/main" val="3615938824"/>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7"/>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7"/>
                                        </p:tgtEl>
                                      </p:cBhvr>
                                    </p:animEffect>
                                    <p:set>
                                      <p:cBhvr>
                                        <p:cTn id="7" dur="1" fill="hold">
                                          <p:stCondLst>
                                            <p:cond delay="499"/>
                                          </p:stCondLst>
                                        </p:cTn>
                                        <p:tgtEl>
                                          <p:spTgt spid="7"/>
                                        </p:tgtEl>
                                        <p:attrNameLst>
                                          <p:attrName>style.visibility</p:attrName>
                                        </p:attrNameLst>
                                      </p:cBhvr>
                                      <p:to>
                                        <p:strVal val="hidden"/>
                                      </p:to>
                                    </p:set>
                                  </p:childTnLst>
                                </p:cTn>
                              </p:par>
                            </p:childTnLst>
                          </p:cTn>
                        </p:par>
                      </p:childTnLst>
                    </p:cTn>
                  </p:par>
                </p:childTnLst>
              </p:cTn>
              <p:nextCondLst>
                <p:cond evt="onClick" delay="0">
                  <p:tgtEl>
                    <p:spTgt spid="7"/>
                  </p:tgtEl>
                </p:cond>
              </p:nextCondLst>
            </p:seq>
            <p:seq concurrent="1" nextAc="seek">
              <p:cTn id="8" restart="whenNotActive" fill="hold" evtFilter="cancelBubble" nodeType="interactiveSeq">
                <p:stCondLst>
                  <p:cond evt="onClick" delay="0">
                    <p:tgtEl>
                      <p:spTgt spid="8"/>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8"/>
                                        </p:tgtEl>
                                      </p:cBhvr>
                                    </p:animEffect>
                                    <p:set>
                                      <p:cBhvr>
                                        <p:cTn id="13" dur="1" fill="hold">
                                          <p:stCondLst>
                                            <p:cond delay="499"/>
                                          </p:stCondLst>
                                        </p:cTn>
                                        <p:tgtEl>
                                          <p:spTgt spid="8"/>
                                        </p:tgtEl>
                                        <p:attrNameLst>
                                          <p:attrName>style.visibility</p:attrName>
                                        </p:attrNameLst>
                                      </p:cBhvr>
                                      <p:to>
                                        <p:strVal val="hidden"/>
                                      </p:to>
                                    </p:set>
                                  </p:childTnLst>
                                </p:cTn>
                              </p:par>
                            </p:childTnLst>
                          </p:cTn>
                        </p:par>
                      </p:childTnLst>
                    </p:cTn>
                  </p:par>
                </p:childTnLst>
              </p:cTn>
              <p:nextCondLst>
                <p:cond evt="onClick" delay="0">
                  <p:tgtEl>
                    <p:spTgt spid="8"/>
                  </p:tgtEl>
                </p:cond>
              </p:nextCondLst>
            </p:seq>
            <p:seq concurrent="1" nextAc="seek">
              <p:cTn id="14" restart="whenNotActive" fill="hold" evtFilter="cancelBubble" nodeType="interactiveSeq">
                <p:stCondLst>
                  <p:cond evt="onClick" delay="0">
                    <p:tgtEl>
                      <p:spTgt spid="14"/>
                    </p:tgtEl>
                  </p:cond>
                </p:stCondLst>
                <p:endSync evt="end" delay="0">
                  <p:rtn val="all"/>
                </p:endSync>
                <p:childTnLst>
                  <p:par>
                    <p:cTn id="15" fill="hold">
                      <p:stCondLst>
                        <p:cond delay="0"/>
                      </p:stCondLst>
                      <p:childTnLst>
                        <p:par>
                          <p:cTn id="16" fill="hold">
                            <p:stCondLst>
                              <p:cond delay="0"/>
                            </p:stCondLst>
                            <p:childTnLst>
                              <p:par>
                                <p:cTn id="17" presetID="10" presetClass="exit" presetSubtype="0" fill="hold" grpId="0" nodeType="clickEffect">
                                  <p:stCondLst>
                                    <p:cond delay="0"/>
                                  </p:stCondLst>
                                  <p:childTnLst>
                                    <p:animEffect transition="out" filter="fade">
                                      <p:cBhvr>
                                        <p:cTn id="18" dur="500"/>
                                        <p:tgtEl>
                                          <p:spTgt spid="14"/>
                                        </p:tgtEl>
                                      </p:cBhvr>
                                    </p:animEffect>
                                    <p:set>
                                      <p:cBhvr>
                                        <p:cTn id="19" dur="1" fill="hold">
                                          <p:stCondLst>
                                            <p:cond delay="499"/>
                                          </p:stCondLst>
                                        </p:cTn>
                                        <p:tgtEl>
                                          <p:spTgt spid="14"/>
                                        </p:tgtEl>
                                        <p:attrNameLst>
                                          <p:attrName>style.visibility</p:attrName>
                                        </p:attrNameLst>
                                      </p:cBhvr>
                                      <p:to>
                                        <p:strVal val="hidden"/>
                                      </p:to>
                                    </p:set>
                                  </p:childTnLst>
                                </p:cTn>
                              </p:par>
                            </p:childTnLst>
                          </p:cTn>
                        </p:par>
                      </p:childTnLst>
                    </p:cTn>
                  </p:par>
                </p:childTnLst>
              </p:cTn>
              <p:nextCondLst>
                <p:cond evt="onClick" delay="0">
                  <p:tgtEl>
                    <p:spTgt spid="14"/>
                  </p:tgtEl>
                </p:cond>
              </p:nextCondLst>
            </p:seq>
          </p:childTnLst>
        </p:cTn>
      </p:par>
    </p:tnLst>
    <p:bldLst>
      <p:bldP spid="7" grpId="0" animBg="1"/>
      <p:bldP spid="8" grpId="0" animBg="1"/>
      <p:bldP spid="1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sz="3200" dirty="0">
                  <a:latin typeface="+mj-lt"/>
                </a:rPr>
                <a:t>Exercise 11.1</a:t>
              </a:r>
              <a:endParaRPr lang="en-GB" sz="3200" dirty="0"/>
            </a:p>
          </p:txBody>
        </p:sp>
        <p:cxnSp>
          <p:nvCxnSpPr>
            <p:cNvPr id="4" name="Straight Connector 3"/>
            <p:cNvCxnSpPr/>
            <p:nvPr/>
          </p:nvCxnSpPr>
          <p:spPr>
            <a:xfrm>
              <a:off x="218" y="601079"/>
              <a:ext cx="9144000" cy="0"/>
            </a:xfrm>
            <a:prstGeom prst="line">
              <a:avLst/>
            </a:prstGeom>
            <a:effectLst/>
          </p:spPr>
          <p:style>
            <a:lnRef idx="3">
              <a:schemeClr val="accent3"/>
            </a:lnRef>
            <a:fillRef idx="0">
              <a:schemeClr val="accent3"/>
            </a:fillRef>
            <a:effectRef idx="2">
              <a:schemeClr val="accent3"/>
            </a:effectRef>
            <a:fontRef idx="minor">
              <a:schemeClr val="tx1"/>
            </a:fontRef>
          </p:style>
        </p:cxnSp>
      </p:grpSp>
      <p:sp>
        <p:nvSpPr>
          <p:cNvPr id="5" name="TextBox 4"/>
          <p:cNvSpPr txBox="1"/>
          <p:nvPr/>
        </p:nvSpPr>
        <p:spPr>
          <a:xfrm>
            <a:off x="395536" y="725840"/>
            <a:ext cx="7920880" cy="830997"/>
          </a:xfrm>
          <a:prstGeom prst="rect">
            <a:avLst/>
          </a:prstGeom>
          <a:noFill/>
        </p:spPr>
        <p:txBody>
          <a:bodyPr wrap="square" rtlCol="0">
            <a:spAutoFit/>
          </a:bodyPr>
          <a:lstStyle/>
          <a:p>
            <a:r>
              <a:rPr lang="en-GB" sz="2400" dirty="0"/>
              <a:t>Pearson Pure Year 2</a:t>
            </a:r>
          </a:p>
          <a:p>
            <a:r>
              <a:rPr lang="en-GB" sz="2400" dirty="0"/>
              <a:t>Page 90</a:t>
            </a:r>
          </a:p>
        </p:txBody>
      </p:sp>
      <p:cxnSp>
        <p:nvCxnSpPr>
          <p:cNvPr id="6" name="Straight Connector 5"/>
          <p:cNvCxnSpPr/>
          <p:nvPr/>
        </p:nvCxnSpPr>
        <p:spPr>
          <a:xfrm>
            <a:off x="0" y="1739717"/>
            <a:ext cx="9144000"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5866077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sz="3200" dirty="0"/>
                <a:t>Homework Exercise</a:t>
              </a:r>
            </a:p>
          </p:txBody>
        </p:sp>
        <p:cxnSp>
          <p:nvCxnSpPr>
            <p:cNvPr id="4" name="Straight Connector 3"/>
            <p:cNvCxnSpPr/>
            <p:nvPr/>
          </p:nvCxnSpPr>
          <p:spPr>
            <a:xfrm>
              <a:off x="218" y="601079"/>
              <a:ext cx="9144000" cy="0"/>
            </a:xfrm>
            <a:prstGeom prst="line">
              <a:avLst/>
            </a:prstGeom>
            <a:effectLst/>
          </p:spPr>
          <p:style>
            <a:lnRef idx="3">
              <a:schemeClr val="accent3"/>
            </a:lnRef>
            <a:fillRef idx="0">
              <a:schemeClr val="accent3"/>
            </a:fillRef>
            <a:effectRef idx="2">
              <a:schemeClr val="accent3"/>
            </a:effectRef>
            <a:fontRef idx="minor">
              <a:schemeClr val="tx1"/>
            </a:fontRef>
          </p:style>
        </p:cxnSp>
      </p:grpSp>
      <p:pic>
        <p:nvPicPr>
          <p:cNvPr id="6" name="Picture 5">
            <a:extLst>
              <a:ext uri="{FF2B5EF4-FFF2-40B4-BE49-F238E27FC236}">
                <a16:creationId xmlns:a16="http://schemas.microsoft.com/office/drawing/2014/main" id="{0D410BE2-91B0-6118-8611-40215D2B054B}"/>
              </a:ext>
            </a:extLst>
          </p:cNvPr>
          <p:cNvPicPr>
            <a:picLocks noChangeAspect="1"/>
          </p:cNvPicPr>
          <p:nvPr/>
        </p:nvPicPr>
        <p:blipFill>
          <a:blip r:embed="rId2"/>
          <a:stretch>
            <a:fillRect/>
          </a:stretch>
        </p:blipFill>
        <p:spPr>
          <a:xfrm>
            <a:off x="1228725" y="981075"/>
            <a:ext cx="6686550" cy="4895850"/>
          </a:xfrm>
          <a:prstGeom prst="rect">
            <a:avLst/>
          </a:prstGeom>
        </p:spPr>
      </p:pic>
    </p:spTree>
    <p:extLst>
      <p:ext uri="{BB962C8B-B14F-4D97-AF65-F5344CB8AC3E}">
        <p14:creationId xmlns:p14="http://schemas.microsoft.com/office/powerpoint/2010/main" val="1738875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sz="3200" dirty="0"/>
                <a:t>Homework Exercise</a:t>
              </a:r>
            </a:p>
          </p:txBody>
        </p:sp>
        <p:cxnSp>
          <p:nvCxnSpPr>
            <p:cNvPr id="4" name="Straight Connector 3"/>
            <p:cNvCxnSpPr/>
            <p:nvPr/>
          </p:nvCxnSpPr>
          <p:spPr>
            <a:xfrm>
              <a:off x="218" y="601079"/>
              <a:ext cx="9144000" cy="0"/>
            </a:xfrm>
            <a:prstGeom prst="line">
              <a:avLst/>
            </a:prstGeom>
            <a:effectLst/>
          </p:spPr>
          <p:style>
            <a:lnRef idx="3">
              <a:schemeClr val="accent3"/>
            </a:lnRef>
            <a:fillRef idx="0">
              <a:schemeClr val="accent3"/>
            </a:fillRef>
            <a:effectRef idx="2">
              <a:schemeClr val="accent3"/>
            </a:effectRef>
            <a:fontRef idx="minor">
              <a:schemeClr val="tx1"/>
            </a:fontRef>
          </p:style>
        </p:cxnSp>
      </p:grpSp>
      <p:pic>
        <p:nvPicPr>
          <p:cNvPr id="6" name="Picture 5">
            <a:extLst>
              <a:ext uri="{FF2B5EF4-FFF2-40B4-BE49-F238E27FC236}">
                <a16:creationId xmlns:a16="http://schemas.microsoft.com/office/drawing/2014/main" id="{5712C9D2-B246-9815-71A7-AD7175EBD84E}"/>
              </a:ext>
            </a:extLst>
          </p:cNvPr>
          <p:cNvPicPr>
            <a:picLocks noChangeAspect="1"/>
          </p:cNvPicPr>
          <p:nvPr/>
        </p:nvPicPr>
        <p:blipFill>
          <a:blip r:embed="rId2"/>
          <a:stretch>
            <a:fillRect/>
          </a:stretch>
        </p:blipFill>
        <p:spPr>
          <a:xfrm>
            <a:off x="1171003" y="980728"/>
            <a:ext cx="6800850" cy="3362325"/>
          </a:xfrm>
          <a:prstGeom prst="rect">
            <a:avLst/>
          </a:prstGeom>
        </p:spPr>
      </p:pic>
    </p:spTree>
    <p:extLst>
      <p:ext uri="{BB962C8B-B14F-4D97-AF65-F5344CB8AC3E}">
        <p14:creationId xmlns:p14="http://schemas.microsoft.com/office/powerpoint/2010/main" val="39029289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87744"/>
            <a:chOff x="0" y="13335"/>
            <a:chExt cx="9144218" cy="587744"/>
          </a:xfrm>
        </p:grpSpPr>
        <p:sp>
          <p:nvSpPr>
            <p:cNvPr id="3" name="TextBox 32"/>
            <p:cNvSpPr txBox="1"/>
            <p:nvPr/>
          </p:nvSpPr>
          <p:spPr>
            <a:xfrm>
              <a:off x="0" y="13335"/>
              <a:ext cx="9144000" cy="584775"/>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sz="3200" dirty="0"/>
                <a:t>Homework</a:t>
              </a:r>
              <a:r>
                <a:rPr lang="en-GB" sz="3200" dirty="0">
                  <a:latin typeface="+mj-lt"/>
                </a:rPr>
                <a:t> Answers</a:t>
              </a:r>
              <a:endParaRPr lang="en-GB" sz="3200" dirty="0"/>
            </a:p>
          </p:txBody>
        </p:sp>
        <p:cxnSp>
          <p:nvCxnSpPr>
            <p:cNvPr id="4" name="Straight Connector 3"/>
            <p:cNvCxnSpPr/>
            <p:nvPr/>
          </p:nvCxnSpPr>
          <p:spPr>
            <a:xfrm>
              <a:off x="218" y="601079"/>
              <a:ext cx="9144000" cy="0"/>
            </a:xfrm>
            <a:prstGeom prst="line">
              <a:avLst/>
            </a:prstGeom>
            <a:effectLst/>
          </p:spPr>
          <p:style>
            <a:lnRef idx="3">
              <a:schemeClr val="accent3"/>
            </a:lnRef>
            <a:fillRef idx="0">
              <a:schemeClr val="accent3"/>
            </a:fillRef>
            <a:effectRef idx="2">
              <a:schemeClr val="accent3"/>
            </a:effectRef>
            <a:fontRef idx="minor">
              <a:schemeClr val="tx1"/>
            </a:fontRef>
          </p:style>
        </p:cxnSp>
      </p:grpSp>
      <p:pic>
        <p:nvPicPr>
          <p:cNvPr id="6" name="Picture 5">
            <a:extLst>
              <a:ext uri="{FF2B5EF4-FFF2-40B4-BE49-F238E27FC236}">
                <a16:creationId xmlns:a16="http://schemas.microsoft.com/office/drawing/2014/main" id="{2ECDACDA-6699-FF3E-87E7-177F90D971D3}"/>
              </a:ext>
            </a:extLst>
          </p:cNvPr>
          <p:cNvPicPr>
            <a:picLocks noChangeAspect="1"/>
          </p:cNvPicPr>
          <p:nvPr/>
        </p:nvPicPr>
        <p:blipFill>
          <a:blip r:embed="rId2"/>
          <a:stretch>
            <a:fillRect/>
          </a:stretch>
        </p:blipFill>
        <p:spPr>
          <a:xfrm>
            <a:off x="1937765" y="980728"/>
            <a:ext cx="5267325" cy="5229225"/>
          </a:xfrm>
          <a:prstGeom prst="rect">
            <a:avLst/>
          </a:prstGeom>
        </p:spPr>
      </p:pic>
    </p:spTree>
    <p:extLst>
      <p:ext uri="{BB962C8B-B14F-4D97-AF65-F5344CB8AC3E}">
        <p14:creationId xmlns:p14="http://schemas.microsoft.com/office/powerpoint/2010/main" val="46478885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faa1ecaf-a1aa-4fc9-8c75-2805352e1f65">
      <Terms xmlns="http://schemas.microsoft.com/office/infopath/2007/PartnerControls"/>
    </lcf76f155ced4ddcb4097134ff3c332f>
    <TaxCatchAll xmlns="f9cd3b9a-9a6c-485a-81b7-4082693b5161"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E2145CED0C8C3544A5BCCC2783BB773D" ma:contentTypeVersion="18" ma:contentTypeDescription="Create a new document." ma:contentTypeScope="" ma:versionID="071d80e8befb16289be70b0ed95d7a13">
  <xsd:schema xmlns:xsd="http://www.w3.org/2001/XMLSchema" xmlns:xs="http://www.w3.org/2001/XMLSchema" xmlns:p="http://schemas.microsoft.com/office/2006/metadata/properties" xmlns:ns2="faa1ecaf-a1aa-4fc9-8c75-2805352e1f65" xmlns:ns3="f9cd3b9a-9a6c-485a-81b7-4082693b5161" targetNamespace="http://schemas.microsoft.com/office/2006/metadata/properties" ma:root="true" ma:fieldsID="bfedc4b824bdcf7bc3afcdacf96d42fb" ns2:_="" ns3:_="">
    <xsd:import namespace="faa1ecaf-a1aa-4fc9-8c75-2805352e1f65"/>
    <xsd:import namespace="f9cd3b9a-9a6c-485a-81b7-4082693b5161"/>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Location" minOccurs="0"/>
                <xsd:element ref="ns3:SharedWithUsers" minOccurs="0"/>
                <xsd:element ref="ns3:SharedWithDetails" minOccurs="0"/>
                <xsd:element ref="ns2:MediaServiceAutoKeyPoints" minOccurs="0"/>
                <xsd:element ref="ns2:MediaServiceKeyPoints" minOccurs="0"/>
                <xsd:element ref="ns2:MediaServiceGenerationTime" minOccurs="0"/>
                <xsd:element ref="ns2:MediaServiceEventHashCode" minOccurs="0"/>
                <xsd:element ref="ns2:MediaLengthInSeconds" minOccurs="0"/>
                <xsd:element ref="ns2:MediaServiceObjectDetectorVersions" minOccurs="0"/>
                <xsd:element ref="ns2:lcf76f155ced4ddcb4097134ff3c332f" minOccurs="0"/>
                <xsd:element ref="ns3:TaxCatchAll"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aa1ecaf-a1aa-4fc9-8c75-2805352e1f6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OCR" ma:index="11" nillable="true" ma:displayName="MediaServiceOCR"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Location" ma:index="13" nillable="true" ma:displayName="MediaServiceLocation" ma:internalName="MediaServiceLocation"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ObjectDetectorVersions" ma:index="21" nillable="true" ma:displayName="MediaServiceObjectDetectorVersions" ma:description="" ma:hidden="true" ma:indexed="true" ma:internalName="MediaServiceObjectDetectorVersions" ma:readOnly="true">
      <xsd:simpleType>
        <xsd:restriction base="dms:Text"/>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35c9266d-873e-4384-88ad-117b2e21bbbb" ma:termSetId="09814cd3-568e-fe90-9814-8d621ff8fb84" ma:anchorId="fba54fb3-c3e1-fe81-a776-ca4b69148c4d" ma:open="true" ma:isKeyword="false">
      <xsd:complexType>
        <xsd:sequence>
          <xsd:element ref="pc:Terms" minOccurs="0" maxOccurs="1"/>
        </xsd:sequence>
      </xsd:complex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9cd3b9a-9a6c-485a-81b7-4082693b516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TaxCatchAll" ma:index="24" nillable="true" ma:displayName="Taxonomy Catch All Column" ma:hidden="true" ma:list="{37dd2894-802d-4a2b-8969-adc31d00c97c}" ma:internalName="TaxCatchAll" ma:showField="CatchAllData" ma:web="f9cd3b9a-9a6c-485a-81b7-4082693b516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7A8A453-4F69-4ABD-93B0-CC23B8374D5A}">
  <ds:schemaRefs>
    <ds:schemaRef ds:uri="http://schemas.microsoft.com/sharepoint/v3/contenttype/forms"/>
  </ds:schemaRefs>
</ds:datastoreItem>
</file>

<file path=customXml/itemProps2.xml><?xml version="1.0" encoding="utf-8"?>
<ds:datastoreItem xmlns:ds="http://schemas.openxmlformats.org/officeDocument/2006/customXml" ds:itemID="{633B3424-125D-4609-84E5-4A3F753A602C}">
  <ds:schemaRefs>
    <ds:schemaRef ds:uri="http://schemas.microsoft.com/office/2006/metadata/properties"/>
    <ds:schemaRef ds:uri="http://schemas.microsoft.com/office/infopath/2007/PartnerControls"/>
    <ds:schemaRef ds:uri="faa1ecaf-a1aa-4fc9-8c75-2805352e1f65"/>
    <ds:schemaRef ds:uri="f9cd3b9a-9a6c-485a-81b7-4082693b5161"/>
  </ds:schemaRefs>
</ds:datastoreItem>
</file>

<file path=customXml/itemProps3.xml><?xml version="1.0" encoding="utf-8"?>
<ds:datastoreItem xmlns:ds="http://schemas.openxmlformats.org/officeDocument/2006/customXml" ds:itemID="{50663578-A72F-4CF5-86EB-49307922FA5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aa1ecaf-a1aa-4fc9-8c75-2805352e1f65"/>
    <ds:schemaRef ds:uri="f9cd3b9a-9a6c-485a-81b7-4082693b516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22536</TotalTime>
  <Words>433</Words>
  <Application>Microsoft Office PowerPoint</Application>
  <PresentationFormat>On-screen Show (4:3)</PresentationFormat>
  <Paragraphs>85</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Cambria Math</vt:lpstr>
      <vt:lpstr>Office Theme</vt:lpstr>
      <vt:lpstr>P2 Chapter 11: Integration  Using Standard Functions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RM plc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Frost J</dc:creator>
  <cp:lastModifiedBy>Dieter Beaven</cp:lastModifiedBy>
  <cp:revision>836</cp:revision>
  <dcterms:created xsi:type="dcterms:W3CDTF">2013-02-28T07:36:55Z</dcterms:created>
  <dcterms:modified xsi:type="dcterms:W3CDTF">2025-01-15T14:34:21Z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0x010100E2145CED0C8C3544A5BCCC2783BB773D</vt:lpwstr>
  </property>
</Properties>
</file>