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17" r:id="rId5"/>
    <p:sldId id="554" r:id="rId6"/>
    <p:sldId id="555" r:id="rId7"/>
    <p:sldId id="556" r:id="rId8"/>
    <p:sldId id="557" r:id="rId9"/>
    <p:sldId id="558" r:id="rId10"/>
    <p:sldId id="559" r:id="rId11"/>
    <p:sldId id="560" r:id="rId12"/>
    <p:sldId id="563" r:id="rId13"/>
    <p:sldId id="531" r:id="rId14"/>
    <p:sldId id="533" r:id="rId15"/>
    <p:sldId id="718" r:id="rId16"/>
    <p:sldId id="72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EDB8E1-4F78-4104-A89A-FA0C91E94222}" v="2" dt="2025-01-15T16:47:56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34E0421-F03F-43F5-BDD3-9D5B0F4E01F6}"/>
    <pc:docChg chg="undo custSel addSld delSld modSld">
      <pc:chgData name="Dieter Beaven" userId="9bbdb69f-69d0-4759-aa9b-5c090a2da237" providerId="ADAL" clId="{D34E0421-F03F-43F5-BDD3-9D5B0F4E01F6}" dt="2024-12-03T16:44:18.743" v="103" actId="1076"/>
      <pc:docMkLst>
        <pc:docMk/>
      </pc:docMkLst>
      <pc:sldChg chg="del">
        <pc:chgData name="Dieter Beaven" userId="9bbdb69f-69d0-4759-aa9b-5c090a2da237" providerId="ADAL" clId="{D34E0421-F03F-43F5-BDD3-9D5B0F4E01F6}" dt="2024-12-03T16:34:31.944" v="67" actId="47"/>
        <pc:sldMkLst>
          <pc:docMk/>
          <pc:sldMk cId="3130908362" sldId="525"/>
        </pc:sldMkLst>
      </pc:sldChg>
      <pc:sldChg chg="del">
        <pc:chgData name="Dieter Beaven" userId="9bbdb69f-69d0-4759-aa9b-5c090a2da237" providerId="ADAL" clId="{D34E0421-F03F-43F5-BDD3-9D5B0F4E01F6}" dt="2024-12-03T16:34:30.376" v="64" actId="47"/>
        <pc:sldMkLst>
          <pc:docMk/>
          <pc:sldMk cId="1349853522" sldId="529"/>
        </pc:sldMkLst>
      </pc:sldChg>
      <pc:sldChg chg="del">
        <pc:chgData name="Dieter Beaven" userId="9bbdb69f-69d0-4759-aa9b-5c090a2da237" providerId="ADAL" clId="{D34E0421-F03F-43F5-BDD3-9D5B0F4E01F6}" dt="2024-12-03T16:34:31.530" v="66" actId="47"/>
        <pc:sldMkLst>
          <pc:docMk/>
          <pc:sldMk cId="2314451268" sldId="530"/>
        </pc:sldMkLst>
      </pc:sldChg>
      <pc:sldChg chg="modSp mod">
        <pc:chgData name="Dieter Beaven" userId="9bbdb69f-69d0-4759-aa9b-5c090a2da237" providerId="ADAL" clId="{D34E0421-F03F-43F5-BDD3-9D5B0F4E01F6}" dt="2024-12-03T16:35:03.131" v="85" actId="20577"/>
        <pc:sldMkLst>
          <pc:docMk/>
          <pc:sldMk cId="2586607706" sldId="531"/>
        </pc:sldMkLst>
        <pc:spChg chg="mod">
          <ac:chgData name="Dieter Beaven" userId="9bbdb69f-69d0-4759-aa9b-5c090a2da237" providerId="ADAL" clId="{D34E0421-F03F-43F5-BDD3-9D5B0F4E01F6}" dt="2024-12-03T16:34:49.248" v="73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D34E0421-F03F-43F5-BDD3-9D5B0F4E01F6}" dt="2024-12-03T16:35:03.131" v="85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">
        <pc:chgData name="Dieter Beaven" userId="9bbdb69f-69d0-4759-aa9b-5c090a2da237" providerId="ADAL" clId="{D34E0421-F03F-43F5-BDD3-9D5B0F4E01F6}" dt="2024-12-03T16:34:30.992" v="65" actId="47"/>
        <pc:sldMkLst>
          <pc:docMk/>
          <pc:sldMk cId="3885846802" sldId="532"/>
        </pc:sldMkLst>
      </pc:sldChg>
      <pc:sldChg chg="addSp delSp modSp mod">
        <pc:chgData name="Dieter Beaven" userId="9bbdb69f-69d0-4759-aa9b-5c090a2da237" providerId="ADAL" clId="{D34E0421-F03F-43F5-BDD3-9D5B0F4E01F6}" dt="2024-12-03T16:43:49.853" v="101" actId="1076"/>
        <pc:sldMkLst>
          <pc:docMk/>
          <pc:sldMk cId="173887519" sldId="533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2702725889" sldId="565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628465465" sldId="566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026909746" sldId="567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3536885959" sldId="568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1552281268" sldId="569"/>
        </pc:sldMkLst>
      </pc:sldChg>
      <pc:sldChg chg="add">
        <pc:chgData name="Dieter Beaven" userId="9bbdb69f-69d0-4759-aa9b-5c090a2da237" providerId="ADAL" clId="{D34E0421-F03F-43F5-BDD3-9D5B0F4E01F6}" dt="2024-12-03T16:37:05.477" v="93"/>
        <pc:sldMkLst>
          <pc:docMk/>
          <pc:sldMk cId="4134640982" sldId="570"/>
        </pc:sldMkLst>
      </pc:sldChg>
      <pc:sldChg chg="delSp mod">
        <pc:chgData name="Dieter Beaven" userId="9bbdb69f-69d0-4759-aa9b-5c090a2da237" providerId="ADAL" clId="{D34E0421-F03F-43F5-BDD3-9D5B0F4E01F6}" dt="2024-12-03T16:35:24.591" v="88" actId="478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D34E0421-F03F-43F5-BDD3-9D5B0F4E01F6}" dt="2024-12-03T16:35:36.263" v="92" actId="6549"/>
        <pc:sldMkLst>
          <pc:docMk/>
          <pc:sldMk cId="938785864" sldId="717"/>
        </pc:sldMkLst>
        <pc:spChg chg="mod">
          <ac:chgData name="Dieter Beaven" userId="9bbdb69f-69d0-4759-aa9b-5c090a2da237" providerId="ADAL" clId="{D34E0421-F03F-43F5-BDD3-9D5B0F4E01F6}" dt="2024-12-03T16:35:36.263" v="92" actId="6549"/>
          <ac:spMkLst>
            <pc:docMk/>
            <pc:sldMk cId="938785864" sldId="717"/>
            <ac:spMk id="2" creationId="{00000000-0000-0000-0000-000000000000}"/>
          </ac:spMkLst>
        </pc:spChg>
      </pc:sldChg>
      <pc:sldChg chg="addSp delSp modSp mod">
        <pc:chgData name="Dieter Beaven" userId="9bbdb69f-69d0-4759-aa9b-5c090a2da237" providerId="ADAL" clId="{D34E0421-F03F-43F5-BDD3-9D5B0F4E01F6}" dt="2024-12-03T16:44:18.743" v="103" actId="1076"/>
        <pc:sldMkLst>
          <pc:docMk/>
          <pc:sldMk cId="3902928920" sldId="718"/>
        </pc:sldMkLst>
      </pc:sldChg>
    </pc:docChg>
  </pc:docChgLst>
  <pc:docChgLst>
    <pc:chgData name="Dieter Beaven" userId="9bbdb69f-69d0-4759-aa9b-5c090a2da237" providerId="ADAL" clId="{726B594F-B2FE-4CFE-B840-5BCF92F9675E}"/>
    <pc:docChg chg="undo custSel addSld delSld modSld">
      <pc:chgData name="Dieter Beaven" userId="9bbdb69f-69d0-4759-aa9b-5c090a2da237" providerId="ADAL" clId="{726B594F-B2FE-4CFE-B840-5BCF92F9675E}" dt="2025-01-13T14:52:25.518" v="71"/>
      <pc:docMkLst>
        <pc:docMk/>
      </pc:docMkLst>
      <pc:sldChg chg="modSp mod">
        <pc:chgData name="Dieter Beaven" userId="9bbdb69f-69d0-4759-aa9b-5c090a2da237" providerId="ADAL" clId="{726B594F-B2FE-4CFE-B840-5BCF92F9675E}" dt="2025-01-13T14:51:28.209" v="63" actId="20577"/>
        <pc:sldMkLst>
          <pc:docMk/>
          <pc:sldMk cId="2586607706" sldId="531"/>
        </pc:sldMkLst>
        <pc:spChg chg="mod">
          <ac:chgData name="Dieter Beaven" userId="9bbdb69f-69d0-4759-aa9b-5c090a2da237" providerId="ADAL" clId="{726B594F-B2FE-4CFE-B840-5BCF92F9675E}" dt="2025-01-13T14:51:20.328" v="59" actId="20577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726B594F-B2FE-4CFE-B840-5BCF92F9675E}" dt="2025-01-13T14:51:28.209" v="63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1:59.140" v="64" actId="478"/>
        <pc:sldMkLst>
          <pc:docMk/>
          <pc:sldMk cId="173887519" sldId="533"/>
        </pc:sldMkLst>
      </pc:sldChg>
      <pc:sldChg chg="del">
        <pc:chgData name="Dieter Beaven" userId="9bbdb69f-69d0-4759-aa9b-5c090a2da237" providerId="ADAL" clId="{726B594F-B2FE-4CFE-B840-5BCF92F9675E}" dt="2025-01-13T14:50:59.776" v="49" actId="47"/>
        <pc:sldMkLst>
          <pc:docMk/>
          <pc:sldMk cId="1455416707" sldId="607"/>
        </pc:sldMkLst>
      </pc:sldChg>
      <pc:sldChg chg="delSp add del mod delAnim">
        <pc:chgData name="Dieter Beaven" userId="9bbdb69f-69d0-4759-aa9b-5c090a2da237" providerId="ADAL" clId="{726B594F-B2FE-4CFE-B840-5BCF92F9675E}" dt="2025-01-13T14:51:10.179" v="52" actId="478"/>
        <pc:sldMkLst>
          <pc:docMk/>
          <pc:sldMk cId="155006182" sldId="608"/>
        </pc:sldMkLst>
      </pc:sldChg>
      <pc:sldChg chg="addSp delSp modSp mod">
        <pc:chgData name="Dieter Beaven" userId="9bbdb69f-69d0-4759-aa9b-5c090a2da237" providerId="ADAL" clId="{726B594F-B2FE-4CFE-B840-5BCF92F9675E}" dt="2025-01-13T14:52:18.021" v="69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726B594F-B2FE-4CFE-B840-5BCF92F9675E}" dt="2025-01-13T14:50:55.013" v="48" actId="20577"/>
        <pc:sldMkLst>
          <pc:docMk/>
          <pc:sldMk cId="938785864" sldId="717"/>
        </pc:sldMkLst>
        <pc:spChg chg="mod">
          <ac:chgData name="Dieter Beaven" userId="9bbdb69f-69d0-4759-aa9b-5c090a2da237" providerId="ADAL" clId="{726B594F-B2FE-4CFE-B840-5BCF92F9675E}" dt="2025-01-13T14:50:55.013" v="48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726B594F-B2FE-4CFE-B840-5BCF92F9675E}" dt="2025-01-13T14:52:04.220" v="65" actId="478"/>
        <pc:sldMkLst>
          <pc:docMk/>
          <pc:sldMk cId="3902928920" sldId="718"/>
        </pc:sldMkLst>
      </pc:sldChg>
      <pc:sldChg chg="delSp mod">
        <pc:chgData name="Dieter Beaven" userId="9bbdb69f-69d0-4759-aa9b-5c090a2da237" providerId="ADAL" clId="{726B594F-B2FE-4CFE-B840-5BCF92F9675E}" dt="2025-01-13T14:52:07.357" v="66" actId="478"/>
        <pc:sldMkLst>
          <pc:docMk/>
          <pc:sldMk cId="1701787432" sldId="719"/>
        </pc:sldMkLst>
      </pc:sldChg>
      <pc:sldChg chg="add">
        <pc:chgData name="Dieter Beaven" userId="9bbdb69f-69d0-4759-aa9b-5c090a2da237" providerId="ADAL" clId="{726B594F-B2FE-4CFE-B840-5BCF92F9675E}" dt="2025-01-13T14:52:21.527" v="70"/>
        <pc:sldMkLst>
          <pc:docMk/>
          <pc:sldMk cId="2398901012" sldId="720"/>
        </pc:sldMkLst>
      </pc:sldChg>
      <pc:sldChg chg="add">
        <pc:chgData name="Dieter Beaven" userId="9bbdb69f-69d0-4759-aa9b-5c090a2da237" providerId="ADAL" clId="{726B594F-B2FE-4CFE-B840-5BCF92F9675E}" dt="2025-01-13T14:52:25.518" v="71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ACABFA20-16A8-46C6-8968-7DACAACA1E1B}"/>
    <pc:docChg chg="custSel addSld modSld">
      <pc:chgData name="Dieter Beaven" userId="9bbdb69f-69d0-4759-aa9b-5c090a2da237" providerId="ADAL" clId="{ACABFA20-16A8-46C6-8968-7DACAACA1E1B}" dt="2025-01-08T17:26:43.786" v="72" actId="1076"/>
      <pc:docMkLst>
        <pc:docMk/>
      </pc:docMkLst>
      <pc:sldChg chg="modSp mod">
        <pc:chgData name="Dieter Beaven" userId="9bbdb69f-69d0-4759-aa9b-5c090a2da237" providerId="ADAL" clId="{ACABFA20-16A8-46C6-8968-7DACAACA1E1B}" dt="2025-01-08T17:13:15.692" v="61" actId="6549"/>
        <pc:sldMkLst>
          <pc:docMk/>
          <pc:sldMk cId="2586607706" sldId="531"/>
        </pc:sldMkLst>
        <pc:spChg chg="mod">
          <ac:chgData name="Dieter Beaven" userId="9bbdb69f-69d0-4759-aa9b-5c090a2da237" providerId="ADAL" clId="{ACABFA20-16A8-46C6-8968-7DACAACA1E1B}" dt="2025-01-08T17:13:12.486" v="59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ACABFA20-16A8-46C6-8968-7DACAACA1E1B}" dt="2025-01-08T17:13:15.692" v="61" actId="6549"/>
          <ac:spMkLst>
            <pc:docMk/>
            <pc:sldMk cId="2586607706" sldId="531"/>
            <ac:spMk id="5" creationId="{00000000-0000-0000-0000-000000000000}"/>
          </ac:spMkLst>
        </pc:spChg>
      </pc:sldChg>
      <pc:sldChg chg="addSp modSp mod">
        <pc:chgData name="Dieter Beaven" userId="9bbdb69f-69d0-4759-aa9b-5c090a2da237" providerId="ADAL" clId="{ACABFA20-16A8-46C6-8968-7DACAACA1E1B}" dt="2025-01-08T17:15:03.651" v="63" actId="1076"/>
        <pc:sldMkLst>
          <pc:docMk/>
          <pc:sldMk cId="173887519" sldId="533"/>
        </pc:sldMkLst>
      </pc:sldChg>
      <pc:sldChg chg="modSp add mod">
        <pc:chgData name="Dieter Beaven" userId="9bbdb69f-69d0-4759-aa9b-5c090a2da237" providerId="ADAL" clId="{ACABFA20-16A8-46C6-8968-7DACAACA1E1B}" dt="2025-01-08T17:12:54.082" v="57" actId="20577"/>
        <pc:sldMkLst>
          <pc:docMk/>
          <pc:sldMk cId="1455416707" sldId="607"/>
        </pc:sldMkLst>
      </pc:sldChg>
      <pc:sldChg chg="add">
        <pc:chgData name="Dieter Beaven" userId="9bbdb69f-69d0-4759-aa9b-5c090a2da237" providerId="ADAL" clId="{ACABFA20-16A8-46C6-8968-7DACAACA1E1B}" dt="2025-01-08T17:09:43.156" v="0"/>
        <pc:sldMkLst>
          <pc:docMk/>
          <pc:sldMk cId="155006182" sldId="608"/>
        </pc:sldMkLst>
      </pc:sldChg>
      <pc:sldChg chg="addSp modSp mod">
        <pc:chgData name="Dieter Beaven" userId="9bbdb69f-69d0-4759-aa9b-5c090a2da237" providerId="ADAL" clId="{ACABFA20-16A8-46C6-8968-7DACAACA1E1B}" dt="2025-01-08T17:26:43.786" v="72" actId="1076"/>
        <pc:sldMkLst>
          <pc:docMk/>
          <pc:sldMk cId="464788855" sldId="701"/>
        </pc:sldMkLst>
      </pc:sldChg>
      <pc:sldChg chg="addSp modSp mod">
        <pc:chgData name="Dieter Beaven" userId="9bbdb69f-69d0-4759-aa9b-5c090a2da237" providerId="ADAL" clId="{ACABFA20-16A8-46C6-8968-7DACAACA1E1B}" dt="2025-01-08T17:15:51.848" v="65" actId="1076"/>
        <pc:sldMkLst>
          <pc:docMk/>
          <pc:sldMk cId="3902928920" sldId="718"/>
        </pc:sldMkLst>
      </pc:sldChg>
      <pc:sldChg chg="addSp delSp modSp add mod">
        <pc:chgData name="Dieter Beaven" userId="9bbdb69f-69d0-4759-aa9b-5c090a2da237" providerId="ADAL" clId="{ACABFA20-16A8-46C6-8968-7DACAACA1E1B}" dt="2025-01-08T17:16:52.360" v="69" actId="1076"/>
        <pc:sldMkLst>
          <pc:docMk/>
          <pc:sldMk cId="1701787432" sldId="719"/>
        </pc:sldMkLst>
      </pc:sldChg>
    </pc:docChg>
  </pc:docChgLst>
  <pc:docChgLst>
    <pc:chgData name="Dieter Beaven" userId="9bbdb69f-69d0-4759-aa9b-5c090a2da237" providerId="ADAL" clId="{A1EDB8E1-4F78-4104-A89A-FA0C91E94222}"/>
    <pc:docChg chg="custSel addSld delSld modSld">
      <pc:chgData name="Dieter Beaven" userId="9bbdb69f-69d0-4759-aa9b-5c090a2da237" providerId="ADAL" clId="{A1EDB8E1-4F78-4104-A89A-FA0C91E94222}" dt="2025-01-22T15:47:27.758" v="31" actId="1036"/>
      <pc:docMkLst>
        <pc:docMk/>
      </pc:docMkLst>
      <pc:sldChg chg="addSp modSp modAnim">
        <pc:chgData name="Dieter Beaven" userId="9bbdb69f-69d0-4759-aa9b-5c090a2da237" providerId="ADAL" clId="{A1EDB8E1-4F78-4104-A89A-FA0C91E94222}" dt="2025-01-15T16:47:56.014" v="6"/>
        <pc:sldMkLst>
          <pc:docMk/>
          <pc:sldMk cId="2586607706" sldId="531"/>
        </pc:sldMkLst>
        <pc:spChg chg="add mod">
          <ac:chgData name="Dieter Beaven" userId="9bbdb69f-69d0-4759-aa9b-5c090a2da237" providerId="ADAL" clId="{A1EDB8E1-4F78-4104-A89A-FA0C91E94222}" dt="2025-01-15T16:47:56.014" v="6"/>
          <ac:spMkLst>
            <pc:docMk/>
            <pc:sldMk cId="2586607706" sldId="531"/>
            <ac:spMk id="8" creationId="{9C3E25CC-CD70-C567-3FFC-F1C3D1AA39C6}"/>
          </ac:spMkLst>
        </pc:spChg>
        <pc:spChg chg="add mod">
          <ac:chgData name="Dieter Beaven" userId="9bbdb69f-69d0-4759-aa9b-5c090a2da237" providerId="ADAL" clId="{A1EDB8E1-4F78-4104-A89A-FA0C91E94222}" dt="2025-01-15T16:47:56.014" v="6"/>
          <ac:spMkLst>
            <pc:docMk/>
            <pc:sldMk cId="2586607706" sldId="531"/>
            <ac:spMk id="9" creationId="{7940EB2B-9028-4B2B-69DD-41E011B99DBB}"/>
          </ac:spMkLst>
        </pc:spChg>
        <pc:spChg chg="add mod">
          <ac:chgData name="Dieter Beaven" userId="9bbdb69f-69d0-4759-aa9b-5c090a2da237" providerId="ADAL" clId="{A1EDB8E1-4F78-4104-A89A-FA0C91E94222}" dt="2025-01-15T16:47:56.014" v="6"/>
          <ac:spMkLst>
            <pc:docMk/>
            <pc:sldMk cId="2586607706" sldId="531"/>
            <ac:spMk id="10" creationId="{0C87E57F-AA82-38EB-8A0D-3C66DA182523}"/>
          </ac:spMkLst>
        </pc:spChg>
        <pc:spChg chg="add mod">
          <ac:chgData name="Dieter Beaven" userId="9bbdb69f-69d0-4759-aa9b-5c090a2da237" providerId="ADAL" clId="{A1EDB8E1-4F78-4104-A89A-FA0C91E94222}" dt="2025-01-15T16:47:56.014" v="6"/>
          <ac:spMkLst>
            <pc:docMk/>
            <pc:sldMk cId="2586607706" sldId="531"/>
            <ac:spMk id="12" creationId="{22DDD787-8D8D-B53E-00D1-C61235E77C9B}"/>
          </ac:spMkLst>
        </pc:spChg>
        <pc:picChg chg="add mod">
          <ac:chgData name="Dieter Beaven" userId="9bbdb69f-69d0-4759-aa9b-5c090a2da237" providerId="ADAL" clId="{A1EDB8E1-4F78-4104-A89A-FA0C91E94222}" dt="2025-01-15T16:47:56.014" v="6"/>
          <ac:picMkLst>
            <pc:docMk/>
            <pc:sldMk cId="2586607706" sldId="531"/>
            <ac:picMk id="11" creationId="{358433C6-2917-9A16-7F30-328D2E4A7F68}"/>
          </ac:picMkLst>
        </pc:picChg>
        <pc:cxnChg chg="add mod">
          <ac:chgData name="Dieter Beaven" userId="9bbdb69f-69d0-4759-aa9b-5c090a2da237" providerId="ADAL" clId="{A1EDB8E1-4F78-4104-A89A-FA0C91E94222}" dt="2025-01-15T16:47:56.014" v="6"/>
          <ac:cxnSpMkLst>
            <pc:docMk/>
            <pc:sldMk cId="2586607706" sldId="531"/>
            <ac:cxnSpMk id="7" creationId="{847DD634-96B1-6FA3-B93D-D6B876983D24}"/>
          </ac:cxnSpMkLst>
        </pc:cxnChg>
      </pc:sldChg>
      <pc:sldChg chg="addSp delSp modSp mod">
        <pc:chgData name="Dieter Beaven" userId="9bbdb69f-69d0-4759-aa9b-5c090a2da237" providerId="ADAL" clId="{A1EDB8E1-4F78-4104-A89A-FA0C91E94222}" dt="2025-01-15T16:50:49.925" v="18" actId="1036"/>
        <pc:sldMkLst>
          <pc:docMk/>
          <pc:sldMk cId="173887519" sldId="533"/>
        </pc:sldMkLst>
        <pc:picChg chg="add mod">
          <ac:chgData name="Dieter Beaven" userId="9bbdb69f-69d0-4759-aa9b-5c090a2da237" providerId="ADAL" clId="{A1EDB8E1-4F78-4104-A89A-FA0C91E94222}" dt="2025-01-15T16:50:49.925" v="18" actId="1036"/>
          <ac:picMkLst>
            <pc:docMk/>
            <pc:sldMk cId="173887519" sldId="533"/>
            <ac:picMk id="8" creationId="{5967763E-9C47-4DA4-001D-D418433617D1}"/>
          </ac:picMkLst>
        </pc:picChg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4287270796" sldId="554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1237902388" sldId="555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555428088" sldId="556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224853805" sldId="557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3046325231" sldId="558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828163559" sldId="559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1386988941" sldId="560"/>
        </pc:sldMkLst>
      </pc:sldChg>
      <pc:sldChg chg="add">
        <pc:chgData name="Dieter Beaven" userId="9bbdb69f-69d0-4759-aa9b-5c090a2da237" providerId="ADAL" clId="{A1EDB8E1-4F78-4104-A89A-FA0C91E94222}" dt="2025-01-15T16:46:47.081" v="1"/>
        <pc:sldMkLst>
          <pc:docMk/>
          <pc:sldMk cId="3329074255" sldId="563"/>
        </pc:sldMkLst>
      </pc:sldChg>
      <pc:sldChg chg="add del">
        <pc:chgData name="Dieter Beaven" userId="9bbdb69f-69d0-4759-aa9b-5c090a2da237" providerId="ADAL" clId="{A1EDB8E1-4F78-4104-A89A-FA0C91E94222}" dt="2025-01-15T16:47:58.279" v="7" actId="47"/>
        <pc:sldMkLst>
          <pc:docMk/>
          <pc:sldMk cId="4104437130" sldId="564"/>
        </pc:sldMkLst>
      </pc:sldChg>
      <pc:sldChg chg="del">
        <pc:chgData name="Dieter Beaven" userId="9bbdb69f-69d0-4759-aa9b-5c090a2da237" providerId="ADAL" clId="{A1EDB8E1-4F78-4104-A89A-FA0C91E94222}" dt="2025-01-15T16:46:44.612" v="0" actId="47"/>
        <pc:sldMkLst>
          <pc:docMk/>
          <pc:sldMk cId="155006182" sldId="608"/>
        </pc:sldMkLst>
      </pc:sldChg>
      <pc:sldChg chg="del">
        <pc:chgData name="Dieter Beaven" userId="9bbdb69f-69d0-4759-aa9b-5c090a2da237" providerId="ADAL" clId="{A1EDB8E1-4F78-4104-A89A-FA0C91E94222}" dt="2025-01-15T16:51:00.352" v="23" actId="47"/>
        <pc:sldMkLst>
          <pc:docMk/>
          <pc:sldMk cId="464788855" sldId="701"/>
        </pc:sldMkLst>
      </pc:sldChg>
      <pc:sldChg chg="modSp mod">
        <pc:chgData name="Dieter Beaven" userId="9bbdb69f-69d0-4759-aa9b-5c090a2da237" providerId="ADAL" clId="{A1EDB8E1-4F78-4104-A89A-FA0C91E94222}" dt="2025-01-15T16:47:10.445" v="5" actId="20577"/>
        <pc:sldMkLst>
          <pc:docMk/>
          <pc:sldMk cId="938785864" sldId="717"/>
        </pc:sldMkLst>
        <pc:spChg chg="mod">
          <ac:chgData name="Dieter Beaven" userId="9bbdb69f-69d0-4759-aa9b-5c090a2da237" providerId="ADAL" clId="{A1EDB8E1-4F78-4104-A89A-FA0C91E94222}" dt="2025-01-15T16:47:10.445" v="5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addSp modSp mod">
        <pc:chgData name="Dieter Beaven" userId="9bbdb69f-69d0-4759-aa9b-5c090a2da237" providerId="ADAL" clId="{A1EDB8E1-4F78-4104-A89A-FA0C91E94222}" dt="2025-01-15T16:50:52.402" v="20" actId="1036"/>
        <pc:sldMkLst>
          <pc:docMk/>
          <pc:sldMk cId="3902928920" sldId="718"/>
        </pc:sldMkLst>
        <pc:picChg chg="add mod">
          <ac:chgData name="Dieter Beaven" userId="9bbdb69f-69d0-4759-aa9b-5c090a2da237" providerId="ADAL" clId="{A1EDB8E1-4F78-4104-A89A-FA0C91E94222}" dt="2025-01-15T16:50:52.402" v="20" actId="1036"/>
          <ac:picMkLst>
            <pc:docMk/>
            <pc:sldMk cId="3902928920" sldId="718"/>
            <ac:picMk id="6" creationId="{752317B9-77E2-091B-83B1-5C5F3C2B582B}"/>
          </ac:picMkLst>
        </pc:picChg>
      </pc:sldChg>
      <pc:sldChg chg="del">
        <pc:chgData name="Dieter Beaven" userId="9bbdb69f-69d0-4759-aa9b-5c090a2da237" providerId="ADAL" clId="{A1EDB8E1-4F78-4104-A89A-FA0C91E94222}" dt="2025-01-15T16:50:56.214" v="21" actId="47"/>
        <pc:sldMkLst>
          <pc:docMk/>
          <pc:sldMk cId="1701787432" sldId="719"/>
        </pc:sldMkLst>
      </pc:sldChg>
      <pc:sldChg chg="addSp delSp modSp mod">
        <pc:chgData name="Dieter Beaven" userId="9bbdb69f-69d0-4759-aa9b-5c090a2da237" providerId="ADAL" clId="{A1EDB8E1-4F78-4104-A89A-FA0C91E94222}" dt="2025-01-22T15:47:27.758" v="31" actId="1036"/>
        <pc:sldMkLst>
          <pc:docMk/>
          <pc:sldMk cId="2398901012" sldId="720"/>
        </pc:sldMkLst>
        <pc:picChg chg="add del mod">
          <ac:chgData name="Dieter Beaven" userId="9bbdb69f-69d0-4759-aa9b-5c090a2da237" providerId="ADAL" clId="{A1EDB8E1-4F78-4104-A89A-FA0C91E94222}" dt="2025-01-22T15:47:20.166" v="26" actId="478"/>
          <ac:picMkLst>
            <pc:docMk/>
            <pc:sldMk cId="2398901012" sldId="720"/>
            <ac:picMk id="6" creationId="{0D5051E0-2C97-EC44-4063-F905FC2465B2}"/>
          </ac:picMkLst>
        </pc:picChg>
        <pc:picChg chg="add mod">
          <ac:chgData name="Dieter Beaven" userId="9bbdb69f-69d0-4759-aa9b-5c090a2da237" providerId="ADAL" clId="{A1EDB8E1-4F78-4104-A89A-FA0C91E94222}" dt="2025-01-22T15:47:27.758" v="31" actId="1036"/>
          <ac:picMkLst>
            <pc:docMk/>
            <pc:sldMk cId="2398901012" sldId="720"/>
            <ac:picMk id="8" creationId="{9A40C478-1E74-FB6B-8520-5902BB96ED89}"/>
          </ac:picMkLst>
        </pc:picChg>
      </pc:sldChg>
      <pc:sldChg chg="del">
        <pc:chgData name="Dieter Beaven" userId="9bbdb69f-69d0-4759-aa9b-5c090a2da237" providerId="ADAL" clId="{A1EDB8E1-4F78-4104-A89A-FA0C91E94222}" dt="2025-01-15T16:50:57.238" v="22" actId="47"/>
        <pc:sldMkLst>
          <pc:docMk/>
          <pc:sldMk cId="1752525931" sldId="721"/>
        </pc:sldMkLst>
      </pc:sldChg>
    </pc:docChg>
  </pc:docChgLst>
  <pc:docChgLst>
    <pc:chgData name="Dieter Beaven" userId="9bbdb69f-69d0-4759-aa9b-5c090a2da237" providerId="ADAL" clId="{D2087311-8B8A-485F-A336-209E2CE491DB}"/>
    <pc:docChg chg="custSel modSld">
      <pc:chgData name="Dieter Beaven" userId="9bbdb69f-69d0-4759-aa9b-5c090a2da237" providerId="ADAL" clId="{D2087311-8B8A-485F-A336-209E2CE491DB}" dt="2025-01-08T15:03:22.056" v="39" actId="20577"/>
      <pc:docMkLst>
        <pc:docMk/>
      </pc:docMkLst>
      <pc:sldChg chg="modSp mod">
        <pc:chgData name="Dieter Beaven" userId="9bbdb69f-69d0-4759-aa9b-5c090a2da237" providerId="ADAL" clId="{D2087311-8B8A-485F-A336-209E2CE491DB}" dt="2025-01-08T15:03:22.056" v="39" actId="20577"/>
        <pc:sldMkLst>
          <pc:docMk/>
          <pc:sldMk cId="938785864" sldId="717"/>
        </pc:sldMkLst>
        <pc:spChg chg="mod">
          <ac:chgData name="Dieter Beaven" userId="9bbdb69f-69d0-4759-aa9b-5c090a2da237" providerId="ADAL" clId="{D2087311-8B8A-485F-A336-209E2CE491DB}" dt="2025-01-08T15:03:22.056" v="39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14F2120D-1114-45F5-9466-670703B71F2B}"/>
    <pc:docChg chg="modSld">
      <pc:chgData name="Dieter Beaven" userId="9bbdb69f-69d0-4759-aa9b-5c090a2da237" providerId="ADAL" clId="{14F2120D-1114-45F5-9466-670703B71F2B}" dt="2025-01-13T15:03:14.687" v="57" actId="20577"/>
      <pc:docMkLst>
        <pc:docMk/>
      </pc:docMkLst>
      <pc:sldChg chg="modSp mod">
        <pc:chgData name="Dieter Beaven" userId="9bbdb69f-69d0-4759-aa9b-5c090a2da237" providerId="ADAL" clId="{14F2120D-1114-45F5-9466-670703B71F2B}" dt="2025-01-13T15:03:14.687" v="57" actId="20577"/>
        <pc:sldMkLst>
          <pc:docMk/>
          <pc:sldMk cId="2586607706" sldId="531"/>
        </pc:sldMkLst>
        <pc:spChg chg="mod">
          <ac:chgData name="Dieter Beaven" userId="9bbdb69f-69d0-4759-aa9b-5c090a2da237" providerId="ADAL" clId="{14F2120D-1114-45F5-9466-670703B71F2B}" dt="2025-01-13T15:03:11.892" v="55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14F2120D-1114-45F5-9466-670703B71F2B}" dt="2025-01-13T15:03:14.687" v="57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modSp mod">
        <pc:chgData name="Dieter Beaven" userId="9bbdb69f-69d0-4759-aa9b-5c090a2da237" providerId="ADAL" clId="{14F2120D-1114-45F5-9466-670703B71F2B}" dt="2025-01-13T15:03:06.055" v="53" actId="20577"/>
        <pc:sldMkLst>
          <pc:docMk/>
          <pc:sldMk cId="938785864" sldId="717"/>
        </pc:sldMkLst>
        <pc:spChg chg="mod">
          <ac:chgData name="Dieter Beaven" userId="9bbdb69f-69d0-4759-aa9b-5c090a2da237" providerId="ADAL" clId="{14F2120D-1114-45F5-9466-670703B71F2B}" dt="2025-01-13T15:03:06.055" v="53" actId="20577"/>
          <ac:spMkLst>
            <pc:docMk/>
            <pc:sldMk cId="938785864" sldId="71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ECBD9E4A-1235-4EEC-869C-E985CAFAC468}"/>
    <pc:docChg chg="custSel delSld modSld">
      <pc:chgData name="Dieter Beaven" userId="9bbdb69f-69d0-4759-aa9b-5c090a2da237" providerId="ADAL" clId="{ECBD9E4A-1235-4EEC-869C-E985CAFAC468}" dt="2024-12-03T16:48:12.107" v="62" actId="478"/>
      <pc:docMkLst>
        <pc:docMk/>
      </pc:docMkLst>
      <pc:sldChg chg="modSp mod">
        <pc:chgData name="Dieter Beaven" userId="9bbdb69f-69d0-4759-aa9b-5c090a2da237" providerId="ADAL" clId="{ECBD9E4A-1235-4EEC-869C-E985CAFAC468}" dt="2024-12-03T16:48:08.522" v="60" actId="20577"/>
        <pc:sldMkLst>
          <pc:docMk/>
          <pc:sldMk cId="2586607706" sldId="531"/>
        </pc:sldMkLst>
        <pc:spChg chg="mod">
          <ac:chgData name="Dieter Beaven" userId="9bbdb69f-69d0-4759-aa9b-5c090a2da237" providerId="ADAL" clId="{ECBD9E4A-1235-4EEC-869C-E985CAFAC468}" dt="2024-12-03T16:48:01.510" v="58" actId="6549"/>
          <ac:spMkLst>
            <pc:docMk/>
            <pc:sldMk cId="2586607706" sldId="531"/>
            <ac:spMk id="3" creationId="{00000000-0000-0000-0000-000000000000}"/>
          </ac:spMkLst>
        </pc:spChg>
        <pc:spChg chg="mod">
          <ac:chgData name="Dieter Beaven" userId="9bbdb69f-69d0-4759-aa9b-5c090a2da237" providerId="ADAL" clId="{ECBD9E4A-1235-4EEC-869C-E985CAFAC468}" dt="2024-12-03T16:48:08.522" v="60" actId="20577"/>
          <ac:spMkLst>
            <pc:docMk/>
            <pc:sldMk cId="2586607706" sldId="531"/>
            <ac:spMk id="5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0.928" v="61" actId="478"/>
        <pc:sldMkLst>
          <pc:docMk/>
          <pc:sldMk cId="173887519" sldId="533"/>
        </pc:sldMkLst>
      </pc:sldChg>
      <pc:sldChg chg="del">
        <pc:chgData name="Dieter Beaven" userId="9bbdb69f-69d0-4759-aa9b-5c090a2da237" providerId="ADAL" clId="{ECBD9E4A-1235-4EEC-869C-E985CAFAC468}" dt="2024-12-03T16:47:51.686" v="51" actId="47"/>
        <pc:sldMkLst>
          <pc:docMk/>
          <pc:sldMk cId="2702725889" sldId="565"/>
        </pc:sldMkLst>
      </pc:sldChg>
      <pc:sldChg chg="del">
        <pc:chgData name="Dieter Beaven" userId="9bbdb69f-69d0-4759-aa9b-5c090a2da237" providerId="ADAL" clId="{ECBD9E4A-1235-4EEC-869C-E985CAFAC468}" dt="2024-12-03T16:47:54.828" v="54" actId="47"/>
        <pc:sldMkLst>
          <pc:docMk/>
          <pc:sldMk cId="3628465465" sldId="566"/>
        </pc:sldMkLst>
      </pc:sldChg>
      <pc:sldChg chg="del">
        <pc:chgData name="Dieter Beaven" userId="9bbdb69f-69d0-4759-aa9b-5c090a2da237" providerId="ADAL" clId="{ECBD9E4A-1235-4EEC-869C-E985CAFAC468}" dt="2024-12-03T16:47:52.733" v="52" actId="47"/>
        <pc:sldMkLst>
          <pc:docMk/>
          <pc:sldMk cId="3026909746" sldId="567"/>
        </pc:sldMkLst>
      </pc:sldChg>
      <pc:sldChg chg="del">
        <pc:chgData name="Dieter Beaven" userId="9bbdb69f-69d0-4759-aa9b-5c090a2da237" providerId="ADAL" clId="{ECBD9E4A-1235-4EEC-869C-E985CAFAC468}" dt="2024-12-03T16:47:53.827" v="53" actId="47"/>
        <pc:sldMkLst>
          <pc:docMk/>
          <pc:sldMk cId="3536885959" sldId="568"/>
        </pc:sldMkLst>
      </pc:sldChg>
      <pc:sldChg chg="del">
        <pc:chgData name="Dieter Beaven" userId="9bbdb69f-69d0-4759-aa9b-5c090a2da237" providerId="ADAL" clId="{ECBD9E4A-1235-4EEC-869C-E985CAFAC468}" dt="2024-12-03T16:47:56.062" v="55" actId="47"/>
        <pc:sldMkLst>
          <pc:docMk/>
          <pc:sldMk cId="1552281268" sldId="569"/>
        </pc:sldMkLst>
      </pc:sldChg>
      <pc:sldChg chg="del">
        <pc:chgData name="Dieter Beaven" userId="9bbdb69f-69d0-4759-aa9b-5c090a2da237" providerId="ADAL" clId="{ECBD9E4A-1235-4EEC-869C-E985CAFAC468}" dt="2024-12-03T16:47:57.278" v="56" actId="47"/>
        <pc:sldMkLst>
          <pc:docMk/>
          <pc:sldMk cId="4134640982" sldId="570"/>
        </pc:sldMkLst>
      </pc:sldChg>
      <pc:sldChg chg="modSp mod">
        <pc:chgData name="Dieter Beaven" userId="9bbdb69f-69d0-4759-aa9b-5c090a2da237" providerId="ADAL" clId="{ECBD9E4A-1235-4EEC-869C-E985CAFAC468}" dt="2024-12-03T16:47:48.917" v="50" actId="20577"/>
        <pc:sldMkLst>
          <pc:docMk/>
          <pc:sldMk cId="938785864" sldId="717"/>
        </pc:sldMkLst>
        <pc:spChg chg="mod">
          <ac:chgData name="Dieter Beaven" userId="9bbdb69f-69d0-4759-aa9b-5c090a2da237" providerId="ADAL" clId="{ECBD9E4A-1235-4EEC-869C-E985CAFAC468}" dt="2024-12-03T16:47:48.917" v="50" actId="20577"/>
          <ac:spMkLst>
            <pc:docMk/>
            <pc:sldMk cId="938785864" sldId="717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ECBD9E4A-1235-4EEC-869C-E985CAFAC468}" dt="2024-12-03T16:48:12.107" v="62" actId="478"/>
        <pc:sldMkLst>
          <pc:docMk/>
          <pc:sldMk cId="3902928920" sldId="7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22/01/2025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11: </a:t>
            </a:r>
            <a:r>
              <a:rPr lang="en-GB" dirty="0">
                <a:solidFill>
                  <a:schemeClr val="accent5"/>
                </a:solidFill>
              </a:rPr>
              <a:t>Integration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Reverse Product Rule (aka By Parts)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7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6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#6</a:t>
              </a:r>
              <a:r>
                <a:rPr lang="en-GB" sz="3200" dirty="0"/>
                <a:t>: Integration by Parts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359423" y="1780823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Just as the Product Rule was used to </a:t>
            </a:r>
            <a:r>
              <a:rPr lang="en-GB" sz="2000" b="1" dirty="0"/>
              <a:t>differentiate the product </a:t>
            </a:r>
            <a:r>
              <a:rPr lang="en-GB" sz="2000" dirty="0"/>
              <a:t>of two expressions, we can often use ‘Integration by Parts’ to </a:t>
            </a:r>
            <a:r>
              <a:rPr lang="en-GB" sz="2000" b="1" dirty="0"/>
              <a:t>integrate a product.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11760" y="916529"/>
                <a:ext cx="4032448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916529"/>
                <a:ext cx="4032448" cy="8476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59423" y="3996033"/>
                <a:ext cx="8399040" cy="277306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The Product Rule:</a:t>
                </a:r>
                <a:endParaRPr lang="en-GB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e>
                      </m:d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On the right-hand-side, both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b="0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b="0" dirty="0"/>
                  <a:t> are the product of two expressions. So if we made either the subject, we could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b="0" dirty="0"/>
                  <a:t> say to represent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b="0" dirty="0"/>
                  <a:t> in the example.</a:t>
                </a:r>
              </a:p>
              <a:p>
                <a:r>
                  <a:rPr lang="en-GB" dirty="0"/>
                  <a:t>Rearranging: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𝑢𝑣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Integrating both sides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we get the desired formula.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3" y="3996033"/>
                <a:ext cx="8399040" cy="277306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90591" y="2584398"/>
                <a:ext cx="6336704" cy="12459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Wingdings" panose="05000000000000000000" pitchFamily="2" charset="2"/>
                  </a:rPr>
                  <a:t>!</a:t>
                </a:r>
                <a:r>
                  <a:rPr lang="en-GB" sz="2400" dirty="0"/>
                  <a:t> To integrate by parts: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591" y="2584398"/>
                <a:ext cx="6336704" cy="1245919"/>
              </a:xfrm>
              <a:prstGeom prst="rect">
                <a:avLst/>
              </a:prstGeom>
              <a:blipFill rotWithShape="0">
                <a:blip r:embed="rId4"/>
                <a:stretch>
                  <a:fillRect l="-1245" t="-33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59423" y="3996033"/>
            <a:ext cx="8399040" cy="277306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Proof ?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(not needed for exam)</a:t>
            </a:r>
          </a:p>
        </p:txBody>
      </p:sp>
    </p:spTree>
    <p:extLst>
      <p:ext uri="{BB962C8B-B14F-4D97-AF65-F5344CB8AC3E}">
        <p14:creationId xmlns:p14="http://schemas.microsoft.com/office/powerpoint/2010/main" val="428727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SKILL #6</a:t>
              </a:r>
              <a:r>
                <a:rPr lang="en-GB" sz="3200" dirty="0"/>
                <a:t>: Integration by Parts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5536" y="836712"/>
                <a:ext cx="3096344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36712"/>
                <a:ext cx="3096344" cy="84760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16016" y="748577"/>
                <a:ext cx="4019391" cy="876587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</m:e>
                      </m:nary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𝑢𝑣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748577"/>
                <a:ext cx="4019391" cy="8765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8448" y="2293144"/>
                <a:ext cx="4104456" cy="39265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            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48" y="2293144"/>
                <a:ext cx="4104456" cy="39265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796136" y="2276872"/>
                <a:ext cx="2664296" cy="6931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STEP 1</a:t>
                </a:r>
                <a:r>
                  <a:rPr lang="en-GB" sz="1600" dirty="0"/>
                  <a:t>: Decide which thing will be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600" dirty="0"/>
                  <a:t> (and which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).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2276872"/>
                <a:ext cx="2664296" cy="693138"/>
              </a:xfrm>
              <a:prstGeom prst="rect">
                <a:avLst/>
              </a:prstGeom>
              <a:blipFill rotWithShape="0">
                <a:blip r:embed="rId5"/>
                <a:stretch>
                  <a:fillRect l="-907" t="-855" b="-25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55976" y="2982710"/>
                <a:ext cx="4752528" cy="1570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You’re about to differentiate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600" dirty="0"/>
                  <a:t> and integrate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, so the idea is to pick them so differentiating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600" dirty="0"/>
                  <a:t> makes it ‘simpler’,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can be integrated easily.</a:t>
                </a:r>
              </a:p>
              <a:p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600" dirty="0"/>
                  <a:t> will always be the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1600" dirty="0"/>
                  <a:t> term </a:t>
                </a:r>
                <a:r>
                  <a:rPr lang="en-GB" sz="1600" b="1" dirty="0"/>
                  <a:t>UNLESS</a:t>
                </a:r>
                <a:r>
                  <a:rPr lang="en-GB" sz="1600" dirty="0"/>
                  <a:t> one term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2982710"/>
                <a:ext cx="4752528" cy="1570943"/>
              </a:xfrm>
              <a:prstGeom prst="rect">
                <a:avLst/>
              </a:prstGeom>
              <a:blipFill rotWithShape="0">
                <a:blip r:embed="rId6"/>
                <a:stretch>
                  <a:fillRect l="-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796136" y="5184316"/>
            <a:ext cx="2664296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STEP 3</a:t>
            </a:r>
            <a:r>
              <a:rPr lang="en-GB" sz="1600" dirty="0"/>
              <a:t>: Use the formula.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92079" y="5611758"/>
                <a:ext cx="344332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 just remember it as “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𝑢𝑣</m:t>
                    </m:r>
                  </m:oMath>
                </a14:m>
                <a:r>
                  <a:rPr lang="en-GB" dirty="0"/>
                  <a:t> minus the integral of the two new things </a:t>
                </a:r>
                <a:r>
                  <a:rPr lang="en-GB" dirty="0" err="1"/>
                  <a:t>timesed</a:t>
                </a:r>
                <a:r>
                  <a:rPr lang="en-GB" dirty="0"/>
                  <a:t> together”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079" y="5611758"/>
                <a:ext cx="3443327" cy="923330"/>
              </a:xfrm>
              <a:prstGeom prst="rect">
                <a:avLst/>
              </a:prstGeom>
              <a:blipFill rotWithShape="0">
                <a:blip r:embed="rId7"/>
                <a:stretch>
                  <a:fillRect l="-1416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96136" y="4418937"/>
                <a:ext cx="2664296" cy="44691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STEP 2</a:t>
                </a:r>
                <a:r>
                  <a:rPr lang="en-GB" sz="1600" dirty="0"/>
                  <a:t>: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418937"/>
                <a:ext cx="2664296" cy="446917"/>
              </a:xfrm>
              <a:prstGeom prst="rect">
                <a:avLst/>
              </a:prstGeom>
              <a:blipFill rotWithShape="0">
                <a:blip r:embed="rId8"/>
                <a:stretch>
                  <a:fillRect l="-907" b="-38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25376" y="2132857"/>
            <a:ext cx="3842568" cy="849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376" y="4285534"/>
            <a:ext cx="3842568" cy="849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376" y="5252632"/>
            <a:ext cx="3842568" cy="9670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-218" y="1844824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90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Another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5576" y="836712"/>
                <a:ext cx="7560840" cy="4476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836712"/>
                <a:ext cx="7560840" cy="447687"/>
              </a:xfrm>
              <a:prstGeom prst="rect">
                <a:avLst/>
              </a:prstGeom>
              <a:blipFill rotWithShape="0">
                <a:blip r:embed="rId2"/>
                <a:stretch>
                  <a:fillRect t="-92857" b="-1367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23528" y="824880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4212" y="1487208"/>
                <a:ext cx="4392488" cy="2415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dirty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                </m:t>
                      </m:r>
                      <m:f>
                        <m:f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600" b="0" dirty="0"/>
              </a:p>
              <a:p>
                <a:endParaRPr lang="en-GB" sz="105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            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12" y="1487208"/>
                <a:ext cx="4392488" cy="241572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652120" y="1486712"/>
                <a:ext cx="2664296" cy="6931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STEP 1</a:t>
                </a:r>
                <a:r>
                  <a:rPr lang="en-GB" sz="1600" dirty="0"/>
                  <a:t>: Decide which thing will be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600" dirty="0"/>
                  <a:t> (and which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).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486712"/>
                <a:ext cx="2664296" cy="693138"/>
              </a:xfrm>
              <a:prstGeom prst="rect">
                <a:avLst/>
              </a:prstGeom>
              <a:blipFill rotWithShape="0">
                <a:blip r:embed="rId4"/>
                <a:stretch>
                  <a:fillRect l="-680" t="-847" b="-16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652120" y="3247854"/>
            <a:ext cx="2664296" cy="3385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STEP 3</a:t>
            </a:r>
            <a:r>
              <a:rPr lang="en-GB" sz="1600" dirty="0"/>
              <a:t>: Use the formula.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624636" y="2360109"/>
                <a:ext cx="2664296" cy="44691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STEP 2</a:t>
                </a:r>
                <a:r>
                  <a:rPr lang="en-GB" sz="1600" dirty="0"/>
                  <a:t>: 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636" y="2360109"/>
                <a:ext cx="2664296" cy="446917"/>
              </a:xfrm>
              <a:prstGeom prst="rect">
                <a:avLst/>
              </a:prstGeom>
              <a:blipFill rotWithShape="0">
                <a:blip r:embed="rId5"/>
                <a:stretch>
                  <a:fillRect l="-907" b="-38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816489" y="1521984"/>
                <a:ext cx="15108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time, we choose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 to be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400" dirty="0"/>
                  <a:t> because it differentiates nicely.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489" y="1521984"/>
                <a:ext cx="1510804" cy="1169551"/>
              </a:xfrm>
              <a:prstGeom prst="rect">
                <a:avLst/>
              </a:prstGeom>
              <a:blipFill rotWithShape="0">
                <a:blip r:embed="rId6"/>
                <a:stretch>
                  <a:fillRect l="-1210" t="-1042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96492" y="1284399"/>
            <a:ext cx="7634708" cy="25383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5428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IBP twice! </a:t>
              </a:r>
              <a:r>
                <a:rPr lang="en-GB" sz="3200" dirty="0">
                  <a:sym typeface="Wingdings" panose="05000000000000000000" pitchFamily="2" charset="2"/>
                </a:rPr>
                <a:t>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3568" y="836712"/>
                <a:ext cx="7560840" cy="4476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836712"/>
                <a:ext cx="7560840" cy="447687"/>
              </a:xfrm>
              <a:prstGeom prst="rect">
                <a:avLst/>
              </a:prstGeom>
              <a:blipFill rotWithShape="0">
                <a:blip r:embed="rId2"/>
                <a:stretch>
                  <a:fillRect t="-92857" b="-1367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51520" y="824880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09688" y="1458762"/>
                <a:ext cx="3313732" cy="1710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88" y="1458762"/>
                <a:ext cx="3313732" cy="17105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78508" y="3165042"/>
                <a:ext cx="6192688" cy="3631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have to apply IBP again!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Therefore</a:t>
                </a: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08" y="3165042"/>
                <a:ext cx="6192688" cy="3631250"/>
              </a:xfrm>
              <a:prstGeom prst="rect">
                <a:avLst/>
              </a:prstGeom>
              <a:blipFill rotWithShape="0">
                <a:blip r:embed="rId4"/>
                <a:stretch>
                  <a:fillRect l="-787" t="-5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5652120" y="3356992"/>
            <a:ext cx="2592288" cy="2031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 err="1"/>
              <a:t>Fro</a:t>
            </a:r>
            <a:r>
              <a:rPr lang="en-GB" b="1" dirty="0"/>
              <a:t> Tip: </a:t>
            </a:r>
            <a:r>
              <a:rPr lang="en-GB" dirty="0"/>
              <a:t>I tend to write out my working for any second integral completely separately, and then put the result back into the original integral later.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492" y="1284398"/>
            <a:ext cx="7547916" cy="53849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85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3568" y="836712"/>
                <a:ext cx="7560840" cy="4476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836712"/>
                <a:ext cx="7560840" cy="447687"/>
              </a:xfrm>
              <a:prstGeom prst="rect">
                <a:avLst/>
              </a:prstGeom>
              <a:blipFill rotWithShape="0">
                <a:blip r:embed="rId2"/>
                <a:stretch>
                  <a:fillRect t="-92857" b="-1367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51520" y="824880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15616" y="1521984"/>
                <a:ext cx="64087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521984"/>
                <a:ext cx="6408712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705372" y="1309116"/>
            <a:ext cx="7547916" cy="53849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46325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/>
                    <a:t>Integrating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a14:m>
                  <a:r>
                    <a:rPr lang="en-GB" sz="3200" dirty="0"/>
                    <a:t> and definite integration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9868" y="3295387"/>
                <a:ext cx="7560840" cy="508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2000" dirty="0"/>
                  <a:t>, leaving your answer in terms of natural logarithms.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68" y="3295387"/>
                <a:ext cx="7560840" cy="5084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57820" y="3283555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9868" y="921284"/>
                <a:ext cx="7560840" cy="44768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2000" dirty="0"/>
                  <a:t>, leaving your answer in terms of natural logarithms.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68" y="921284"/>
                <a:ext cx="7560840" cy="447687"/>
              </a:xfrm>
              <a:prstGeom prst="rect">
                <a:avLst/>
              </a:prstGeom>
              <a:blipFill rotWithShape="0">
                <a:blip r:embed="rId4"/>
                <a:stretch>
                  <a:fillRect t="-92857" b="-1367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57820" y="909452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89868" y="1393688"/>
                <a:ext cx="7122492" cy="1919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68" y="1393688"/>
                <a:ext cx="7122492" cy="191943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85092" y="3822993"/>
                <a:ext cx="5087516" cy="2972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>
                  <a:latin typeface="+mj-lt"/>
                </a:endParaRPr>
              </a:p>
              <a:p>
                <a:r>
                  <a:rPr lang="en-GB" b="0" dirty="0">
                    <a:latin typeface="+mj-lt"/>
                  </a:rPr>
                  <a:t>If we were doing it from scratch: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nary>
                        <m:nary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func>
                                <m:func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𝒍𝒏</m:t>
                                  </m:r>
                                </m:fName>
                                <m:e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sz="16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GB" sz="16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2 −(2−1)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92" y="3822993"/>
                <a:ext cx="5087516" cy="2972801"/>
              </a:xfrm>
              <a:prstGeom prst="rect">
                <a:avLst/>
              </a:prstGeom>
              <a:blipFill rotWithShape="0">
                <a:blip r:embed="rId6"/>
                <a:stretch>
                  <a:fillRect l="-958" b="-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47332" y="5396489"/>
                <a:ext cx="3331468" cy="89704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 general: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𝑢𝑣</m:t>
                              </m:r>
                            </m:e>
                          </m:d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332" y="5396489"/>
                <a:ext cx="3331468" cy="897040"/>
              </a:xfrm>
              <a:prstGeom prst="rect">
                <a:avLst/>
              </a:prstGeom>
              <a:blipFill rotWithShape="0">
                <a:blip r:embed="rId7"/>
                <a:stretch>
                  <a:fillRect l="-544" t="-6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696492" y="1368971"/>
            <a:ext cx="7547916" cy="188726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800" y="3803796"/>
            <a:ext cx="7547916" cy="29272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2816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9868" y="921284"/>
                <a:ext cx="7547296" cy="57714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f>
                          <m:f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68" y="921284"/>
                <a:ext cx="7547296" cy="57714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57820" y="909452"/>
            <a:ext cx="432048" cy="48423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9868" y="1844824"/>
                <a:ext cx="7266508" cy="3998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  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 =−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           =−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 </m:t>
                      </m:r>
                      <m:nary>
                        <m:nary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0+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68" y="1844824"/>
                <a:ext cx="7266508" cy="399859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98118" y="1700808"/>
            <a:ext cx="7547916" cy="48108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8698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BA9F01-88EA-489D-8796-658B14B4E41E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200D566-4BAC-4402-90CD-908F9EBB68A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One final unusual one…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BE02E74-AE86-4C4D-BEBB-7AB8CD1890B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FA3B67-E63F-499B-9D2B-1E73A0A3B97B}"/>
                  </a:ext>
                </a:extLst>
              </p:cNvPr>
              <p:cNvSpPr txBox="1"/>
              <p:nvPr/>
            </p:nvSpPr>
            <p:spPr>
              <a:xfrm>
                <a:off x="340544" y="951136"/>
                <a:ext cx="2115999" cy="658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FA3B67-E63F-499B-9D2B-1E73A0A3B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44" y="951136"/>
                <a:ext cx="2115999" cy="658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E1A883-CBB4-4B85-B2BF-AADFF7A55E99}"/>
                  </a:ext>
                </a:extLst>
              </p:cNvPr>
              <p:cNvSpPr txBox="1"/>
              <p:nvPr/>
            </p:nvSpPr>
            <p:spPr>
              <a:xfrm>
                <a:off x="3347864" y="760636"/>
                <a:ext cx="5463852" cy="104894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It doesn’t actually matter what you make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sz="1400" dirty="0"/>
                  <a:t> and what 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this time. But the hard part is realising how to ‘close the loop’ at the end…</a:t>
                </a:r>
              </a:p>
              <a:p>
                <a:r>
                  <a:rPr lang="en-GB" sz="1400" b="1" dirty="0"/>
                  <a:t>Exam Note</a:t>
                </a:r>
                <a:r>
                  <a:rPr lang="en-GB" sz="1400" dirty="0"/>
                  <a:t>: This came up in an exam once and caught an awful lot of students (and teachers!) by surprise.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AE1A883-CBB4-4B85-B2BF-AADFF7A55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760636"/>
                <a:ext cx="5463852" cy="1048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A9B1EF-AC24-45C6-9991-5E823C702018}"/>
                  </a:ext>
                </a:extLst>
              </p:cNvPr>
              <p:cNvSpPr txBox="1"/>
              <p:nvPr/>
            </p:nvSpPr>
            <p:spPr>
              <a:xfrm>
                <a:off x="501452" y="1798464"/>
                <a:ext cx="5472608" cy="5136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𝑑𝑐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Consider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func>
                          <m:func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br>
                  <a:rPr lang="en-GB" sz="1600" dirty="0"/>
                </a:br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A9B1EF-AC24-45C6-9991-5E823C702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52" y="1798464"/>
                <a:ext cx="5472608" cy="5136471"/>
              </a:xfrm>
              <a:prstGeom prst="rect">
                <a:avLst/>
              </a:prstGeom>
              <a:blipFill>
                <a:blip r:embed="rId4"/>
                <a:stretch>
                  <a:fillRect l="-5345" t="-1423" b="-15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72532EF-4B4E-417E-B4FB-E77C6F1D9693}"/>
              </a:ext>
            </a:extLst>
          </p:cNvPr>
          <p:cNvSpPr txBox="1"/>
          <p:nvPr/>
        </p:nvSpPr>
        <p:spPr>
          <a:xfrm>
            <a:off x="6291932" y="5411316"/>
            <a:ext cx="2623468" cy="954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This is the surprising bit! Because we ended up with the original expression, we can ‘collect’ these integrals together!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73D979-7E8A-41E9-82C8-170F5C3737CD}"/>
              </a:ext>
            </a:extLst>
          </p:cNvPr>
          <p:cNvCxnSpPr>
            <a:stCxn id="9" idx="1"/>
          </p:cNvCxnSpPr>
          <p:nvPr/>
        </p:nvCxnSpPr>
        <p:spPr>
          <a:xfrm flipH="1">
            <a:off x="5308600" y="5888370"/>
            <a:ext cx="983332" cy="1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1A22252-07B6-462E-BA18-2E87A19CB90E}"/>
              </a:ext>
            </a:extLst>
          </p:cNvPr>
          <p:cNvSpPr/>
          <p:nvPr/>
        </p:nvSpPr>
        <p:spPr>
          <a:xfrm>
            <a:off x="475308" y="1888554"/>
            <a:ext cx="8440092" cy="48528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29074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11.6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Year 2</a:t>
            </a:r>
          </a:p>
          <a:p>
            <a:r>
              <a:rPr lang="en-GB" sz="2400"/>
              <a:t>Page 94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7DD634-96B1-6FA3-B93D-D6B876983D24}"/>
              </a:ext>
            </a:extLst>
          </p:cNvPr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3E25CC-CD70-C567-3FFC-F1C3D1AA39C6}"/>
                  </a:ext>
                </a:extLst>
              </p:cNvPr>
              <p:cNvSpPr txBox="1"/>
              <p:nvPr/>
            </p:nvSpPr>
            <p:spPr>
              <a:xfrm>
                <a:off x="1526143" y="5139573"/>
                <a:ext cx="5854482" cy="159191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You will need the following standard results (given in your formula booklet) for the main exercise. We’ll prove them later. </a:t>
                </a:r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</m:fName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fName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cosec</m:t>
                              </m:r>
                            </m:fName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cosec</m:t>
                                  </m:r>
                                </m:fName>
                                <m:e>
                                  <m:r>
                                    <a:rPr lang="en-GB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GB" sz="1600" b="0" i="0" smtClean="0">
                                          <a:latin typeface="Cambria Math" panose="02040503050406030204" pitchFamily="18" charset="0"/>
                                        </a:rPr>
                                        <m:t>cot</m:t>
                                      </m:r>
                                    </m:fName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GB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br>
                  <a:rPr lang="en-GB" sz="1600" dirty="0"/>
                </a:br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C3E25CC-CD70-C567-3FFC-F1C3D1AA3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143" y="5139573"/>
                <a:ext cx="5854482" cy="1591911"/>
              </a:xfrm>
              <a:prstGeom prst="rect">
                <a:avLst/>
              </a:prstGeom>
              <a:blipFill>
                <a:blip r:embed="rId2"/>
                <a:stretch>
                  <a:fillRect l="-12953" t="-30943" b="-879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40EB2B-9028-4B2B-69DD-41E011B99DBB}"/>
                  </a:ext>
                </a:extLst>
              </p:cNvPr>
              <p:cNvSpPr txBox="1"/>
              <p:nvPr/>
            </p:nvSpPr>
            <p:spPr>
              <a:xfrm>
                <a:off x="428576" y="1939997"/>
                <a:ext cx="2949934" cy="146258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Extension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arcsin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𝐚𝐫𝐜𝐬𝐢𝐧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GB" sz="1600" b="1" dirty="0"/>
              </a:p>
              <a:p>
                <a:r>
                  <a:rPr lang="en-GB" sz="1200" dirty="0"/>
                  <a:t>(hint: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2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40EB2B-9028-4B2B-69DD-41E011B99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76" y="1939997"/>
                <a:ext cx="2949934" cy="1462580"/>
              </a:xfrm>
              <a:prstGeom prst="rect">
                <a:avLst/>
              </a:prstGeom>
              <a:blipFill>
                <a:blip r:embed="rId3"/>
                <a:stretch>
                  <a:fillRect l="-23140" t="-51667" b="-55833"/>
                </a:stretch>
              </a:blipFill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0C87E57F-AA82-38EB-8A0D-3C66DA182523}"/>
              </a:ext>
            </a:extLst>
          </p:cNvPr>
          <p:cNvSpPr/>
          <p:nvPr/>
        </p:nvSpPr>
        <p:spPr>
          <a:xfrm>
            <a:off x="833700" y="2659970"/>
            <a:ext cx="2457942" cy="3606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8433C6-2917-9A16-7F30-328D2E4A7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2595" y="2191568"/>
            <a:ext cx="5521646" cy="22280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DDD787-8D8D-B53E-00D1-C61235E77C9B}"/>
              </a:ext>
            </a:extLst>
          </p:cNvPr>
          <p:cNvSpPr txBox="1"/>
          <p:nvPr/>
        </p:nvSpPr>
        <p:spPr>
          <a:xfrm>
            <a:off x="3373141" y="1832124"/>
            <a:ext cx="2160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[STEP I 2014 Q2]</a:t>
            </a:r>
          </a:p>
        </p:txBody>
      </p:sp>
    </p:spTree>
    <p:extLst>
      <p:ext uri="{BB962C8B-B14F-4D97-AF65-F5344CB8AC3E}">
        <p14:creationId xmlns:p14="http://schemas.microsoft.com/office/powerpoint/2010/main" val="25866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967763E-9C47-4DA4-001D-D41843361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28" y="1206599"/>
            <a:ext cx="7010400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52317B9-77E2-091B-83B1-5C5F3C2B5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52339"/>
            <a:ext cx="672465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28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0B5-B570-B107-9B4F-8E9FF85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3FEC8F-895D-BDE0-15AB-8D4CE6895487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0FA4E8-4B7E-AC18-C6BB-1CFF17B45D19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2D48786-6F2D-EAE3-232E-79D37785557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A40C478-1E74-FB6B-8520-5902BB96E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3938"/>
            <a:ext cx="9144000" cy="554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90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3B3424-125D-4609-84E5-4A3F753A602C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50663578-A72F-4CF5-86EB-49307922F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A8A453-4F69-4ABD-93B0-CC23B8374D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22511</TotalTime>
  <Words>940</Words>
  <Application>Microsoft Office PowerPoint</Application>
  <PresentationFormat>On-screen Show (4:3)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P2 Chapter 11: Integration  Reverse Product Rule (aka By Parts)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836</cp:revision>
  <dcterms:created xsi:type="dcterms:W3CDTF">2013-02-28T07:36:55Z</dcterms:created>
  <dcterms:modified xsi:type="dcterms:W3CDTF">2025-01-22T15:47:31Z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