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717" r:id="rId5"/>
    <p:sldId id="492" r:id="rId6"/>
    <p:sldId id="493" r:id="rId7"/>
    <p:sldId id="494" r:id="rId8"/>
    <p:sldId id="531" r:id="rId9"/>
    <p:sldId id="533" r:id="rId10"/>
    <p:sldId id="718" r:id="rId11"/>
    <p:sldId id="720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5AC732-9A56-4BAE-93C3-3F2A93C2FF55}" v="7" dt="2025-01-14T16:48:46.0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90" autoAdjust="0"/>
    <p:restoredTop sz="88534" autoAdjust="0"/>
  </p:normalViewPr>
  <p:slideViewPr>
    <p:cSldViewPr>
      <p:cViewPr varScale="1">
        <p:scale>
          <a:sx n="112" d="100"/>
          <a:sy n="112" d="100"/>
        </p:scale>
        <p:origin x="1680" y="96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ECBD9E4A-1235-4EEC-869C-E985CAFAC468}"/>
    <pc:docChg chg="custSel delSld modSld">
      <pc:chgData name="Dieter Beaven" userId="9bbdb69f-69d0-4759-aa9b-5c090a2da237" providerId="ADAL" clId="{ECBD9E4A-1235-4EEC-869C-E985CAFAC468}" dt="2024-12-03T16:48:12.107" v="62" actId="478"/>
      <pc:docMkLst>
        <pc:docMk/>
      </pc:docMkLst>
      <pc:sldChg chg="modSp mod">
        <pc:chgData name="Dieter Beaven" userId="9bbdb69f-69d0-4759-aa9b-5c090a2da237" providerId="ADAL" clId="{ECBD9E4A-1235-4EEC-869C-E985CAFAC468}" dt="2024-12-03T16:48:08.522" v="60" actId="20577"/>
        <pc:sldMkLst>
          <pc:docMk/>
          <pc:sldMk cId="2586607706" sldId="531"/>
        </pc:sldMkLst>
        <pc:spChg chg="mod">
          <ac:chgData name="Dieter Beaven" userId="9bbdb69f-69d0-4759-aa9b-5c090a2da237" providerId="ADAL" clId="{ECBD9E4A-1235-4EEC-869C-E985CAFAC468}" dt="2024-12-03T16:48:01.510" v="58" actId="6549"/>
          <ac:spMkLst>
            <pc:docMk/>
            <pc:sldMk cId="2586607706" sldId="531"/>
            <ac:spMk id="3" creationId="{00000000-0000-0000-0000-000000000000}"/>
          </ac:spMkLst>
        </pc:spChg>
        <pc:spChg chg="mod">
          <ac:chgData name="Dieter Beaven" userId="9bbdb69f-69d0-4759-aa9b-5c090a2da237" providerId="ADAL" clId="{ECBD9E4A-1235-4EEC-869C-E985CAFAC468}" dt="2024-12-03T16:48:08.522" v="60" actId="20577"/>
          <ac:spMkLst>
            <pc:docMk/>
            <pc:sldMk cId="2586607706" sldId="531"/>
            <ac:spMk id="5" creationId="{00000000-0000-0000-0000-000000000000}"/>
          </ac:spMkLst>
        </pc:spChg>
      </pc:sldChg>
      <pc:sldChg chg="delSp mod">
        <pc:chgData name="Dieter Beaven" userId="9bbdb69f-69d0-4759-aa9b-5c090a2da237" providerId="ADAL" clId="{ECBD9E4A-1235-4EEC-869C-E985CAFAC468}" dt="2024-12-03T16:48:10.928" v="61" actId="478"/>
        <pc:sldMkLst>
          <pc:docMk/>
          <pc:sldMk cId="173887519" sldId="533"/>
        </pc:sldMkLst>
        <pc:picChg chg="del">
          <ac:chgData name="Dieter Beaven" userId="9bbdb69f-69d0-4759-aa9b-5c090a2da237" providerId="ADAL" clId="{ECBD9E4A-1235-4EEC-869C-E985CAFAC468}" dt="2024-12-03T16:48:10.928" v="61" actId="478"/>
          <ac:picMkLst>
            <pc:docMk/>
            <pc:sldMk cId="173887519" sldId="533"/>
            <ac:picMk id="10" creationId="{4AD4ACBB-14BF-AC1B-4111-C633BBF5FA19}"/>
          </ac:picMkLst>
        </pc:picChg>
      </pc:sldChg>
      <pc:sldChg chg="del">
        <pc:chgData name="Dieter Beaven" userId="9bbdb69f-69d0-4759-aa9b-5c090a2da237" providerId="ADAL" clId="{ECBD9E4A-1235-4EEC-869C-E985CAFAC468}" dt="2024-12-03T16:47:51.686" v="51" actId="47"/>
        <pc:sldMkLst>
          <pc:docMk/>
          <pc:sldMk cId="2702725889" sldId="565"/>
        </pc:sldMkLst>
      </pc:sldChg>
      <pc:sldChg chg="del">
        <pc:chgData name="Dieter Beaven" userId="9bbdb69f-69d0-4759-aa9b-5c090a2da237" providerId="ADAL" clId="{ECBD9E4A-1235-4EEC-869C-E985CAFAC468}" dt="2024-12-03T16:47:54.828" v="54" actId="47"/>
        <pc:sldMkLst>
          <pc:docMk/>
          <pc:sldMk cId="3628465465" sldId="566"/>
        </pc:sldMkLst>
      </pc:sldChg>
      <pc:sldChg chg="del">
        <pc:chgData name="Dieter Beaven" userId="9bbdb69f-69d0-4759-aa9b-5c090a2da237" providerId="ADAL" clId="{ECBD9E4A-1235-4EEC-869C-E985CAFAC468}" dt="2024-12-03T16:47:52.733" v="52" actId="47"/>
        <pc:sldMkLst>
          <pc:docMk/>
          <pc:sldMk cId="3026909746" sldId="567"/>
        </pc:sldMkLst>
      </pc:sldChg>
      <pc:sldChg chg="del">
        <pc:chgData name="Dieter Beaven" userId="9bbdb69f-69d0-4759-aa9b-5c090a2da237" providerId="ADAL" clId="{ECBD9E4A-1235-4EEC-869C-E985CAFAC468}" dt="2024-12-03T16:47:53.827" v="53" actId="47"/>
        <pc:sldMkLst>
          <pc:docMk/>
          <pc:sldMk cId="3536885959" sldId="568"/>
        </pc:sldMkLst>
      </pc:sldChg>
      <pc:sldChg chg="del">
        <pc:chgData name="Dieter Beaven" userId="9bbdb69f-69d0-4759-aa9b-5c090a2da237" providerId="ADAL" clId="{ECBD9E4A-1235-4EEC-869C-E985CAFAC468}" dt="2024-12-03T16:47:56.062" v="55" actId="47"/>
        <pc:sldMkLst>
          <pc:docMk/>
          <pc:sldMk cId="1552281268" sldId="569"/>
        </pc:sldMkLst>
      </pc:sldChg>
      <pc:sldChg chg="del">
        <pc:chgData name="Dieter Beaven" userId="9bbdb69f-69d0-4759-aa9b-5c090a2da237" providerId="ADAL" clId="{ECBD9E4A-1235-4EEC-869C-E985CAFAC468}" dt="2024-12-03T16:47:57.278" v="56" actId="47"/>
        <pc:sldMkLst>
          <pc:docMk/>
          <pc:sldMk cId="4134640982" sldId="570"/>
        </pc:sldMkLst>
      </pc:sldChg>
      <pc:sldChg chg="modSp mod">
        <pc:chgData name="Dieter Beaven" userId="9bbdb69f-69d0-4759-aa9b-5c090a2da237" providerId="ADAL" clId="{ECBD9E4A-1235-4EEC-869C-E985CAFAC468}" dt="2024-12-03T16:47:48.917" v="50" actId="20577"/>
        <pc:sldMkLst>
          <pc:docMk/>
          <pc:sldMk cId="938785864" sldId="717"/>
        </pc:sldMkLst>
        <pc:spChg chg="mod">
          <ac:chgData name="Dieter Beaven" userId="9bbdb69f-69d0-4759-aa9b-5c090a2da237" providerId="ADAL" clId="{ECBD9E4A-1235-4EEC-869C-E985CAFAC468}" dt="2024-12-03T16:47:48.917" v="50" actId="20577"/>
          <ac:spMkLst>
            <pc:docMk/>
            <pc:sldMk cId="938785864" sldId="717"/>
            <ac:spMk id="2" creationId="{00000000-0000-0000-0000-000000000000}"/>
          </ac:spMkLst>
        </pc:spChg>
      </pc:sldChg>
      <pc:sldChg chg="delSp mod">
        <pc:chgData name="Dieter Beaven" userId="9bbdb69f-69d0-4759-aa9b-5c090a2da237" providerId="ADAL" clId="{ECBD9E4A-1235-4EEC-869C-E985CAFAC468}" dt="2024-12-03T16:48:12.107" v="62" actId="478"/>
        <pc:sldMkLst>
          <pc:docMk/>
          <pc:sldMk cId="3902928920" sldId="718"/>
        </pc:sldMkLst>
        <pc:picChg chg="del">
          <ac:chgData name="Dieter Beaven" userId="9bbdb69f-69d0-4759-aa9b-5c090a2da237" providerId="ADAL" clId="{ECBD9E4A-1235-4EEC-869C-E985CAFAC468}" dt="2024-12-03T16:48:12.107" v="62" actId="478"/>
          <ac:picMkLst>
            <pc:docMk/>
            <pc:sldMk cId="3902928920" sldId="718"/>
            <ac:picMk id="6" creationId="{6FE058EC-293F-6D3B-32DA-9BFE3FF1EAEC}"/>
          </ac:picMkLst>
        </pc:picChg>
      </pc:sldChg>
    </pc:docChg>
  </pc:docChgLst>
  <pc:docChgLst>
    <pc:chgData name="Dieter Beaven" userId="9bbdb69f-69d0-4759-aa9b-5c090a2da237" providerId="ADAL" clId="{D34E0421-F03F-43F5-BDD3-9D5B0F4E01F6}"/>
    <pc:docChg chg="undo custSel addSld delSld modSld">
      <pc:chgData name="Dieter Beaven" userId="9bbdb69f-69d0-4759-aa9b-5c090a2da237" providerId="ADAL" clId="{D34E0421-F03F-43F5-BDD3-9D5B0F4E01F6}" dt="2024-12-03T16:44:18.743" v="103" actId="1076"/>
      <pc:docMkLst>
        <pc:docMk/>
      </pc:docMkLst>
      <pc:sldChg chg="del">
        <pc:chgData name="Dieter Beaven" userId="9bbdb69f-69d0-4759-aa9b-5c090a2da237" providerId="ADAL" clId="{D34E0421-F03F-43F5-BDD3-9D5B0F4E01F6}" dt="2024-12-03T16:34:31.944" v="67" actId="47"/>
        <pc:sldMkLst>
          <pc:docMk/>
          <pc:sldMk cId="3130908362" sldId="525"/>
        </pc:sldMkLst>
      </pc:sldChg>
      <pc:sldChg chg="del">
        <pc:chgData name="Dieter Beaven" userId="9bbdb69f-69d0-4759-aa9b-5c090a2da237" providerId="ADAL" clId="{D34E0421-F03F-43F5-BDD3-9D5B0F4E01F6}" dt="2024-12-03T16:34:30.376" v="64" actId="47"/>
        <pc:sldMkLst>
          <pc:docMk/>
          <pc:sldMk cId="1349853522" sldId="529"/>
        </pc:sldMkLst>
      </pc:sldChg>
      <pc:sldChg chg="del">
        <pc:chgData name="Dieter Beaven" userId="9bbdb69f-69d0-4759-aa9b-5c090a2da237" providerId="ADAL" clId="{D34E0421-F03F-43F5-BDD3-9D5B0F4E01F6}" dt="2024-12-03T16:34:31.530" v="66" actId="47"/>
        <pc:sldMkLst>
          <pc:docMk/>
          <pc:sldMk cId="2314451268" sldId="530"/>
        </pc:sldMkLst>
      </pc:sldChg>
      <pc:sldChg chg="modSp mod">
        <pc:chgData name="Dieter Beaven" userId="9bbdb69f-69d0-4759-aa9b-5c090a2da237" providerId="ADAL" clId="{D34E0421-F03F-43F5-BDD3-9D5B0F4E01F6}" dt="2024-12-03T16:35:03.131" v="85" actId="20577"/>
        <pc:sldMkLst>
          <pc:docMk/>
          <pc:sldMk cId="2586607706" sldId="531"/>
        </pc:sldMkLst>
        <pc:spChg chg="mod">
          <ac:chgData name="Dieter Beaven" userId="9bbdb69f-69d0-4759-aa9b-5c090a2da237" providerId="ADAL" clId="{D34E0421-F03F-43F5-BDD3-9D5B0F4E01F6}" dt="2024-12-03T16:34:49.248" v="73" actId="20577"/>
          <ac:spMkLst>
            <pc:docMk/>
            <pc:sldMk cId="2586607706" sldId="531"/>
            <ac:spMk id="3" creationId="{00000000-0000-0000-0000-000000000000}"/>
          </ac:spMkLst>
        </pc:spChg>
        <pc:spChg chg="mod">
          <ac:chgData name="Dieter Beaven" userId="9bbdb69f-69d0-4759-aa9b-5c090a2da237" providerId="ADAL" clId="{D34E0421-F03F-43F5-BDD3-9D5B0F4E01F6}" dt="2024-12-03T16:35:03.131" v="85" actId="20577"/>
          <ac:spMkLst>
            <pc:docMk/>
            <pc:sldMk cId="2586607706" sldId="531"/>
            <ac:spMk id="5" creationId="{00000000-0000-0000-0000-000000000000}"/>
          </ac:spMkLst>
        </pc:spChg>
      </pc:sldChg>
      <pc:sldChg chg="del">
        <pc:chgData name="Dieter Beaven" userId="9bbdb69f-69d0-4759-aa9b-5c090a2da237" providerId="ADAL" clId="{D34E0421-F03F-43F5-BDD3-9D5B0F4E01F6}" dt="2024-12-03T16:34:30.992" v="65" actId="47"/>
        <pc:sldMkLst>
          <pc:docMk/>
          <pc:sldMk cId="3885846802" sldId="532"/>
        </pc:sldMkLst>
      </pc:sldChg>
      <pc:sldChg chg="addSp delSp modSp mod">
        <pc:chgData name="Dieter Beaven" userId="9bbdb69f-69d0-4759-aa9b-5c090a2da237" providerId="ADAL" clId="{D34E0421-F03F-43F5-BDD3-9D5B0F4E01F6}" dt="2024-12-03T16:43:49.853" v="101" actId="1076"/>
        <pc:sldMkLst>
          <pc:docMk/>
          <pc:sldMk cId="173887519" sldId="533"/>
        </pc:sldMkLst>
        <pc:picChg chg="add del">
          <ac:chgData name="Dieter Beaven" userId="9bbdb69f-69d0-4759-aa9b-5c090a2da237" providerId="ADAL" clId="{D34E0421-F03F-43F5-BDD3-9D5B0F4E01F6}" dt="2024-12-03T16:42:40.536" v="95" actId="22"/>
          <ac:picMkLst>
            <pc:docMk/>
            <pc:sldMk cId="173887519" sldId="533"/>
            <ac:picMk id="6" creationId="{42C6118B-202B-256B-429A-8BAB84C22E42}"/>
          </ac:picMkLst>
        </pc:picChg>
        <pc:picChg chg="add del mod">
          <ac:chgData name="Dieter Beaven" userId="9bbdb69f-69d0-4759-aa9b-5c090a2da237" providerId="ADAL" clId="{D34E0421-F03F-43F5-BDD3-9D5B0F4E01F6}" dt="2024-12-03T16:43:16.685" v="98" actId="478"/>
          <ac:picMkLst>
            <pc:docMk/>
            <pc:sldMk cId="173887519" sldId="533"/>
            <ac:picMk id="8" creationId="{379E7335-A57F-8AC0-BC33-F157DEA696E9}"/>
          </ac:picMkLst>
        </pc:picChg>
        <pc:picChg chg="del">
          <ac:chgData name="Dieter Beaven" userId="9bbdb69f-69d0-4759-aa9b-5c090a2da237" providerId="ADAL" clId="{D34E0421-F03F-43F5-BDD3-9D5B0F4E01F6}" dt="2024-12-03T16:35:21.747" v="86" actId="478"/>
          <ac:picMkLst>
            <pc:docMk/>
            <pc:sldMk cId="173887519" sldId="533"/>
            <ac:picMk id="8" creationId="{C938A651-6684-D122-61FB-82F0372BE2BF}"/>
          </ac:picMkLst>
        </pc:picChg>
        <pc:picChg chg="add mod">
          <ac:chgData name="Dieter Beaven" userId="9bbdb69f-69d0-4759-aa9b-5c090a2da237" providerId="ADAL" clId="{D34E0421-F03F-43F5-BDD3-9D5B0F4E01F6}" dt="2024-12-03T16:43:49.853" v="101" actId="1076"/>
          <ac:picMkLst>
            <pc:docMk/>
            <pc:sldMk cId="173887519" sldId="533"/>
            <ac:picMk id="10" creationId="{4AD4ACBB-14BF-AC1B-4111-C633BBF5FA19}"/>
          </ac:picMkLst>
        </pc:picChg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2702725889" sldId="565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3628465465" sldId="566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3026909746" sldId="567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3536885959" sldId="568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1552281268" sldId="569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4134640982" sldId="570"/>
        </pc:sldMkLst>
      </pc:sldChg>
      <pc:sldChg chg="delSp mod">
        <pc:chgData name="Dieter Beaven" userId="9bbdb69f-69d0-4759-aa9b-5c090a2da237" providerId="ADAL" clId="{D34E0421-F03F-43F5-BDD3-9D5B0F4E01F6}" dt="2024-12-03T16:35:24.591" v="88" actId="478"/>
        <pc:sldMkLst>
          <pc:docMk/>
          <pc:sldMk cId="464788855" sldId="701"/>
        </pc:sldMkLst>
        <pc:picChg chg="del">
          <ac:chgData name="Dieter Beaven" userId="9bbdb69f-69d0-4759-aa9b-5c090a2da237" providerId="ADAL" clId="{D34E0421-F03F-43F5-BDD3-9D5B0F4E01F6}" dt="2024-12-03T16:35:24.591" v="88" actId="478"/>
          <ac:picMkLst>
            <pc:docMk/>
            <pc:sldMk cId="464788855" sldId="701"/>
            <ac:picMk id="6" creationId="{6908608A-AE97-AB0F-3502-87D35C09CC91}"/>
          </ac:picMkLst>
        </pc:picChg>
      </pc:sldChg>
      <pc:sldChg chg="modSp mod">
        <pc:chgData name="Dieter Beaven" userId="9bbdb69f-69d0-4759-aa9b-5c090a2da237" providerId="ADAL" clId="{D34E0421-F03F-43F5-BDD3-9D5B0F4E01F6}" dt="2024-12-03T16:35:36.263" v="92" actId="6549"/>
        <pc:sldMkLst>
          <pc:docMk/>
          <pc:sldMk cId="938785864" sldId="717"/>
        </pc:sldMkLst>
        <pc:spChg chg="mod">
          <ac:chgData name="Dieter Beaven" userId="9bbdb69f-69d0-4759-aa9b-5c090a2da237" providerId="ADAL" clId="{D34E0421-F03F-43F5-BDD3-9D5B0F4E01F6}" dt="2024-12-03T16:35:36.263" v="92" actId="6549"/>
          <ac:spMkLst>
            <pc:docMk/>
            <pc:sldMk cId="938785864" sldId="717"/>
            <ac:spMk id="2" creationId="{00000000-0000-0000-0000-000000000000}"/>
          </ac:spMkLst>
        </pc:spChg>
      </pc:sldChg>
      <pc:sldChg chg="addSp delSp modSp mod">
        <pc:chgData name="Dieter Beaven" userId="9bbdb69f-69d0-4759-aa9b-5c090a2da237" providerId="ADAL" clId="{D34E0421-F03F-43F5-BDD3-9D5B0F4E01F6}" dt="2024-12-03T16:44:18.743" v="103" actId="1076"/>
        <pc:sldMkLst>
          <pc:docMk/>
          <pc:sldMk cId="3902928920" sldId="718"/>
        </pc:sldMkLst>
        <pc:picChg chg="add mod">
          <ac:chgData name="Dieter Beaven" userId="9bbdb69f-69d0-4759-aa9b-5c090a2da237" providerId="ADAL" clId="{D34E0421-F03F-43F5-BDD3-9D5B0F4E01F6}" dt="2024-12-03T16:44:18.743" v="103" actId="1076"/>
          <ac:picMkLst>
            <pc:docMk/>
            <pc:sldMk cId="3902928920" sldId="718"/>
            <ac:picMk id="6" creationId="{6FE058EC-293F-6D3B-32DA-9BFE3FF1EAEC}"/>
          </ac:picMkLst>
        </pc:picChg>
        <pc:picChg chg="del">
          <ac:chgData name="Dieter Beaven" userId="9bbdb69f-69d0-4759-aa9b-5c090a2da237" providerId="ADAL" clId="{D34E0421-F03F-43F5-BDD3-9D5B0F4E01F6}" dt="2024-12-03T16:35:23.169" v="87" actId="478"/>
          <ac:picMkLst>
            <pc:docMk/>
            <pc:sldMk cId="3902928920" sldId="718"/>
            <ac:picMk id="6" creationId="{7181C309-966E-05D7-8FA5-CEEEB12DC424}"/>
          </ac:picMkLst>
        </pc:picChg>
      </pc:sldChg>
    </pc:docChg>
  </pc:docChgLst>
  <pc:docChgLst>
    <pc:chgData name="Dieter Beaven" userId="9bbdb69f-69d0-4759-aa9b-5c090a2da237" providerId="ADAL" clId="{E5984982-D11A-481A-AA05-5B5177E5B919}"/>
    <pc:docChg chg="modSld">
      <pc:chgData name="Dieter Beaven" userId="9bbdb69f-69d0-4759-aa9b-5c090a2da237" providerId="ADAL" clId="{E5984982-D11A-481A-AA05-5B5177E5B919}" dt="2025-01-13T14:58:17.405" v="48" actId="20577"/>
      <pc:docMkLst>
        <pc:docMk/>
      </pc:docMkLst>
      <pc:sldChg chg="modSp mod">
        <pc:chgData name="Dieter Beaven" userId="9bbdb69f-69d0-4759-aa9b-5c090a2da237" providerId="ADAL" clId="{E5984982-D11A-481A-AA05-5B5177E5B919}" dt="2025-01-13T14:55:14.081" v="32" actId="20577"/>
        <pc:sldMkLst>
          <pc:docMk/>
          <pc:sldMk cId="2586607706" sldId="531"/>
        </pc:sldMkLst>
        <pc:spChg chg="mod">
          <ac:chgData name="Dieter Beaven" userId="9bbdb69f-69d0-4759-aa9b-5c090a2da237" providerId="ADAL" clId="{E5984982-D11A-481A-AA05-5B5177E5B919}" dt="2025-01-13T14:55:10.760" v="30" actId="6549"/>
          <ac:spMkLst>
            <pc:docMk/>
            <pc:sldMk cId="2586607706" sldId="531"/>
            <ac:spMk id="3" creationId="{00000000-0000-0000-0000-000000000000}"/>
          </ac:spMkLst>
        </pc:spChg>
        <pc:spChg chg="mod">
          <ac:chgData name="Dieter Beaven" userId="9bbdb69f-69d0-4759-aa9b-5c090a2da237" providerId="ADAL" clId="{E5984982-D11A-481A-AA05-5B5177E5B919}" dt="2025-01-13T14:55:14.081" v="32" actId="20577"/>
          <ac:spMkLst>
            <pc:docMk/>
            <pc:sldMk cId="2586607706" sldId="531"/>
            <ac:spMk id="5" creationId="{00000000-0000-0000-0000-000000000000}"/>
          </ac:spMkLst>
        </pc:spChg>
      </pc:sldChg>
      <pc:sldChg chg="modSp mod">
        <pc:chgData name="Dieter Beaven" userId="9bbdb69f-69d0-4759-aa9b-5c090a2da237" providerId="ADAL" clId="{E5984982-D11A-481A-AA05-5B5177E5B919}" dt="2025-01-13T14:58:17.405" v="48" actId="20577"/>
        <pc:sldMkLst>
          <pc:docMk/>
          <pc:sldMk cId="938785864" sldId="717"/>
        </pc:sldMkLst>
        <pc:spChg chg="mod">
          <ac:chgData name="Dieter Beaven" userId="9bbdb69f-69d0-4759-aa9b-5c090a2da237" providerId="ADAL" clId="{E5984982-D11A-481A-AA05-5B5177E5B919}" dt="2025-01-13T14:58:17.405" v="48" actId="20577"/>
          <ac:spMkLst>
            <pc:docMk/>
            <pc:sldMk cId="938785864" sldId="717"/>
            <ac:spMk id="2" creationId="{00000000-0000-0000-0000-000000000000}"/>
          </ac:spMkLst>
        </pc:spChg>
      </pc:sldChg>
    </pc:docChg>
  </pc:docChgLst>
  <pc:docChgLst>
    <pc:chgData name="Dieter Beaven" userId="9bbdb69f-69d0-4759-aa9b-5c090a2da237" providerId="ADAL" clId="{ACABFA20-16A8-46C6-8968-7DACAACA1E1B}"/>
    <pc:docChg chg="custSel addSld modSld">
      <pc:chgData name="Dieter Beaven" userId="9bbdb69f-69d0-4759-aa9b-5c090a2da237" providerId="ADAL" clId="{ACABFA20-16A8-46C6-8968-7DACAACA1E1B}" dt="2025-01-08T17:26:43.786" v="72" actId="1076"/>
      <pc:docMkLst>
        <pc:docMk/>
      </pc:docMkLst>
      <pc:sldChg chg="modSp mod">
        <pc:chgData name="Dieter Beaven" userId="9bbdb69f-69d0-4759-aa9b-5c090a2da237" providerId="ADAL" clId="{ACABFA20-16A8-46C6-8968-7DACAACA1E1B}" dt="2025-01-08T17:13:15.692" v="61" actId="6549"/>
        <pc:sldMkLst>
          <pc:docMk/>
          <pc:sldMk cId="2586607706" sldId="531"/>
        </pc:sldMkLst>
        <pc:spChg chg="mod">
          <ac:chgData name="Dieter Beaven" userId="9bbdb69f-69d0-4759-aa9b-5c090a2da237" providerId="ADAL" clId="{ACABFA20-16A8-46C6-8968-7DACAACA1E1B}" dt="2025-01-08T17:13:12.486" v="59" actId="6549"/>
          <ac:spMkLst>
            <pc:docMk/>
            <pc:sldMk cId="2586607706" sldId="531"/>
            <ac:spMk id="3" creationId="{00000000-0000-0000-0000-000000000000}"/>
          </ac:spMkLst>
        </pc:spChg>
        <pc:spChg chg="mod">
          <ac:chgData name="Dieter Beaven" userId="9bbdb69f-69d0-4759-aa9b-5c090a2da237" providerId="ADAL" clId="{ACABFA20-16A8-46C6-8968-7DACAACA1E1B}" dt="2025-01-08T17:13:15.692" v="61" actId="6549"/>
          <ac:spMkLst>
            <pc:docMk/>
            <pc:sldMk cId="2586607706" sldId="531"/>
            <ac:spMk id="5" creationId="{00000000-0000-0000-0000-000000000000}"/>
          </ac:spMkLst>
        </pc:spChg>
      </pc:sldChg>
      <pc:sldChg chg="addSp modSp mod">
        <pc:chgData name="Dieter Beaven" userId="9bbdb69f-69d0-4759-aa9b-5c090a2da237" providerId="ADAL" clId="{ACABFA20-16A8-46C6-8968-7DACAACA1E1B}" dt="2025-01-08T17:15:03.651" v="63" actId="1076"/>
        <pc:sldMkLst>
          <pc:docMk/>
          <pc:sldMk cId="173887519" sldId="533"/>
        </pc:sldMkLst>
        <pc:picChg chg="add mod">
          <ac:chgData name="Dieter Beaven" userId="9bbdb69f-69d0-4759-aa9b-5c090a2da237" providerId="ADAL" clId="{ACABFA20-16A8-46C6-8968-7DACAACA1E1B}" dt="2025-01-08T17:15:03.651" v="63" actId="1076"/>
          <ac:picMkLst>
            <pc:docMk/>
            <pc:sldMk cId="173887519" sldId="533"/>
            <ac:picMk id="6" creationId="{916A5D9E-23CE-0389-B673-2A6ABADB4222}"/>
          </ac:picMkLst>
        </pc:picChg>
      </pc:sldChg>
      <pc:sldChg chg="modSp add mod">
        <pc:chgData name="Dieter Beaven" userId="9bbdb69f-69d0-4759-aa9b-5c090a2da237" providerId="ADAL" clId="{ACABFA20-16A8-46C6-8968-7DACAACA1E1B}" dt="2025-01-08T17:12:54.082" v="57" actId="20577"/>
        <pc:sldMkLst>
          <pc:docMk/>
          <pc:sldMk cId="1455416707" sldId="607"/>
        </pc:sldMkLst>
        <pc:spChg chg="mod">
          <ac:chgData name="Dieter Beaven" userId="9bbdb69f-69d0-4759-aa9b-5c090a2da237" providerId="ADAL" clId="{ACABFA20-16A8-46C6-8968-7DACAACA1E1B}" dt="2025-01-08T17:12:44.369" v="49" actId="20577"/>
          <ac:spMkLst>
            <pc:docMk/>
            <pc:sldMk cId="1455416707" sldId="607"/>
            <ac:spMk id="5" creationId="{77A5FAD5-3D0A-4BC9-92D1-98CB0DCFE6BF}"/>
          </ac:spMkLst>
        </pc:spChg>
        <pc:spChg chg="mod">
          <ac:chgData name="Dieter Beaven" userId="9bbdb69f-69d0-4759-aa9b-5c090a2da237" providerId="ADAL" clId="{ACABFA20-16A8-46C6-8968-7DACAACA1E1B}" dt="2025-01-08T17:12:54.082" v="57" actId="20577"/>
          <ac:spMkLst>
            <pc:docMk/>
            <pc:sldMk cId="1455416707" sldId="607"/>
            <ac:spMk id="20" creationId="{16EF886C-CE86-4754-AC53-7085E2A5F045}"/>
          </ac:spMkLst>
        </pc:spChg>
      </pc:sldChg>
      <pc:sldChg chg="add">
        <pc:chgData name="Dieter Beaven" userId="9bbdb69f-69d0-4759-aa9b-5c090a2da237" providerId="ADAL" clId="{ACABFA20-16A8-46C6-8968-7DACAACA1E1B}" dt="2025-01-08T17:09:43.156" v="0"/>
        <pc:sldMkLst>
          <pc:docMk/>
          <pc:sldMk cId="155006182" sldId="608"/>
        </pc:sldMkLst>
      </pc:sldChg>
      <pc:sldChg chg="addSp modSp mod">
        <pc:chgData name="Dieter Beaven" userId="9bbdb69f-69d0-4759-aa9b-5c090a2da237" providerId="ADAL" clId="{ACABFA20-16A8-46C6-8968-7DACAACA1E1B}" dt="2025-01-08T17:26:43.786" v="72" actId="1076"/>
        <pc:sldMkLst>
          <pc:docMk/>
          <pc:sldMk cId="464788855" sldId="701"/>
        </pc:sldMkLst>
        <pc:picChg chg="add mod">
          <ac:chgData name="Dieter Beaven" userId="9bbdb69f-69d0-4759-aa9b-5c090a2da237" providerId="ADAL" clId="{ACABFA20-16A8-46C6-8968-7DACAACA1E1B}" dt="2025-01-08T17:26:43.786" v="72" actId="1076"/>
          <ac:picMkLst>
            <pc:docMk/>
            <pc:sldMk cId="464788855" sldId="701"/>
            <ac:picMk id="6" creationId="{DDA5895F-7F9D-2D50-3979-5AAFA70DBC30}"/>
          </ac:picMkLst>
        </pc:picChg>
      </pc:sldChg>
      <pc:sldChg chg="addSp modSp mod">
        <pc:chgData name="Dieter Beaven" userId="9bbdb69f-69d0-4759-aa9b-5c090a2da237" providerId="ADAL" clId="{ACABFA20-16A8-46C6-8968-7DACAACA1E1B}" dt="2025-01-08T17:15:51.848" v="65" actId="1076"/>
        <pc:sldMkLst>
          <pc:docMk/>
          <pc:sldMk cId="3902928920" sldId="718"/>
        </pc:sldMkLst>
        <pc:picChg chg="add mod">
          <ac:chgData name="Dieter Beaven" userId="9bbdb69f-69d0-4759-aa9b-5c090a2da237" providerId="ADAL" clId="{ACABFA20-16A8-46C6-8968-7DACAACA1E1B}" dt="2025-01-08T17:15:51.848" v="65" actId="1076"/>
          <ac:picMkLst>
            <pc:docMk/>
            <pc:sldMk cId="3902928920" sldId="718"/>
            <ac:picMk id="6" creationId="{9EF0AF7A-2ADA-5249-238A-B493E94A475B}"/>
          </ac:picMkLst>
        </pc:picChg>
      </pc:sldChg>
      <pc:sldChg chg="addSp delSp modSp add mod">
        <pc:chgData name="Dieter Beaven" userId="9bbdb69f-69d0-4759-aa9b-5c090a2da237" providerId="ADAL" clId="{ACABFA20-16A8-46C6-8968-7DACAACA1E1B}" dt="2025-01-08T17:16:52.360" v="69" actId="1076"/>
        <pc:sldMkLst>
          <pc:docMk/>
          <pc:sldMk cId="1701787432" sldId="719"/>
        </pc:sldMkLst>
        <pc:picChg chg="del">
          <ac:chgData name="Dieter Beaven" userId="9bbdb69f-69d0-4759-aa9b-5c090a2da237" providerId="ADAL" clId="{ACABFA20-16A8-46C6-8968-7DACAACA1E1B}" dt="2025-01-08T17:15:59.235" v="67" actId="478"/>
          <ac:picMkLst>
            <pc:docMk/>
            <pc:sldMk cId="1701787432" sldId="719"/>
            <ac:picMk id="6" creationId="{1C42D427-4D3B-8C9E-589A-58CADD7A22EE}"/>
          </ac:picMkLst>
        </pc:picChg>
        <pc:picChg chg="add mod">
          <ac:chgData name="Dieter Beaven" userId="9bbdb69f-69d0-4759-aa9b-5c090a2da237" providerId="ADAL" clId="{ACABFA20-16A8-46C6-8968-7DACAACA1E1B}" dt="2025-01-08T17:16:52.360" v="69" actId="1076"/>
          <ac:picMkLst>
            <pc:docMk/>
            <pc:sldMk cId="1701787432" sldId="719"/>
            <ac:picMk id="7" creationId="{E902FE23-9CD8-2E6B-E7D3-6A96610F5DFB}"/>
          </ac:picMkLst>
        </pc:picChg>
      </pc:sldChg>
    </pc:docChg>
  </pc:docChgLst>
  <pc:docChgLst>
    <pc:chgData name="Dieter Beaven" userId="9bbdb69f-69d0-4759-aa9b-5c090a2da237" providerId="ADAL" clId="{726B594F-B2FE-4CFE-B840-5BCF92F9675E}"/>
    <pc:docChg chg="undo custSel addSld delSld modSld">
      <pc:chgData name="Dieter Beaven" userId="9bbdb69f-69d0-4759-aa9b-5c090a2da237" providerId="ADAL" clId="{726B594F-B2FE-4CFE-B840-5BCF92F9675E}" dt="2025-01-13T14:52:25.518" v="71"/>
      <pc:docMkLst>
        <pc:docMk/>
      </pc:docMkLst>
      <pc:sldChg chg="modSp mod">
        <pc:chgData name="Dieter Beaven" userId="9bbdb69f-69d0-4759-aa9b-5c090a2da237" providerId="ADAL" clId="{726B594F-B2FE-4CFE-B840-5BCF92F9675E}" dt="2025-01-13T14:51:28.209" v="63" actId="20577"/>
        <pc:sldMkLst>
          <pc:docMk/>
          <pc:sldMk cId="2586607706" sldId="531"/>
        </pc:sldMkLst>
        <pc:spChg chg="mod">
          <ac:chgData name="Dieter Beaven" userId="9bbdb69f-69d0-4759-aa9b-5c090a2da237" providerId="ADAL" clId="{726B594F-B2FE-4CFE-B840-5BCF92F9675E}" dt="2025-01-13T14:51:20.328" v="59" actId="20577"/>
          <ac:spMkLst>
            <pc:docMk/>
            <pc:sldMk cId="2586607706" sldId="531"/>
            <ac:spMk id="3" creationId="{00000000-0000-0000-0000-000000000000}"/>
          </ac:spMkLst>
        </pc:spChg>
        <pc:spChg chg="mod">
          <ac:chgData name="Dieter Beaven" userId="9bbdb69f-69d0-4759-aa9b-5c090a2da237" providerId="ADAL" clId="{726B594F-B2FE-4CFE-B840-5BCF92F9675E}" dt="2025-01-13T14:51:28.209" v="63" actId="20577"/>
          <ac:spMkLst>
            <pc:docMk/>
            <pc:sldMk cId="2586607706" sldId="531"/>
            <ac:spMk id="5" creationId="{00000000-0000-0000-0000-000000000000}"/>
          </ac:spMkLst>
        </pc:spChg>
      </pc:sldChg>
      <pc:sldChg chg="delSp mod">
        <pc:chgData name="Dieter Beaven" userId="9bbdb69f-69d0-4759-aa9b-5c090a2da237" providerId="ADAL" clId="{726B594F-B2FE-4CFE-B840-5BCF92F9675E}" dt="2025-01-13T14:51:59.140" v="64" actId="478"/>
        <pc:sldMkLst>
          <pc:docMk/>
          <pc:sldMk cId="173887519" sldId="533"/>
        </pc:sldMkLst>
        <pc:picChg chg="del">
          <ac:chgData name="Dieter Beaven" userId="9bbdb69f-69d0-4759-aa9b-5c090a2da237" providerId="ADAL" clId="{726B594F-B2FE-4CFE-B840-5BCF92F9675E}" dt="2025-01-13T14:51:59.140" v="64" actId="478"/>
          <ac:picMkLst>
            <pc:docMk/>
            <pc:sldMk cId="173887519" sldId="533"/>
            <ac:picMk id="6" creationId="{916A5D9E-23CE-0389-B673-2A6ABADB4222}"/>
          </ac:picMkLst>
        </pc:picChg>
      </pc:sldChg>
      <pc:sldChg chg="del">
        <pc:chgData name="Dieter Beaven" userId="9bbdb69f-69d0-4759-aa9b-5c090a2da237" providerId="ADAL" clId="{726B594F-B2FE-4CFE-B840-5BCF92F9675E}" dt="2025-01-13T14:50:59.776" v="49" actId="47"/>
        <pc:sldMkLst>
          <pc:docMk/>
          <pc:sldMk cId="1455416707" sldId="607"/>
        </pc:sldMkLst>
      </pc:sldChg>
      <pc:sldChg chg="delSp add del mod delAnim">
        <pc:chgData name="Dieter Beaven" userId="9bbdb69f-69d0-4759-aa9b-5c090a2da237" providerId="ADAL" clId="{726B594F-B2FE-4CFE-B840-5BCF92F9675E}" dt="2025-01-13T14:51:10.179" v="52" actId="478"/>
        <pc:sldMkLst>
          <pc:docMk/>
          <pc:sldMk cId="155006182" sldId="608"/>
        </pc:sldMkLst>
        <pc:spChg chg="del">
          <ac:chgData name="Dieter Beaven" userId="9bbdb69f-69d0-4759-aa9b-5c090a2da237" providerId="ADAL" clId="{726B594F-B2FE-4CFE-B840-5BCF92F9675E}" dt="2025-01-13T14:51:10.179" v="52" actId="478"/>
          <ac:spMkLst>
            <pc:docMk/>
            <pc:sldMk cId="155006182" sldId="608"/>
            <ac:spMk id="5" creationId="{E45AD68C-CCA4-4762-9682-66053118EE01}"/>
          </ac:spMkLst>
        </pc:spChg>
        <pc:spChg chg="del">
          <ac:chgData name="Dieter Beaven" userId="9bbdb69f-69d0-4759-aa9b-5c090a2da237" providerId="ADAL" clId="{726B594F-B2FE-4CFE-B840-5BCF92F9675E}" dt="2025-01-13T14:51:10.179" v="52" actId="478"/>
          <ac:spMkLst>
            <pc:docMk/>
            <pc:sldMk cId="155006182" sldId="608"/>
            <ac:spMk id="6" creationId="{85BCEEDC-9E09-449F-ADB6-80D02740131E}"/>
          </ac:spMkLst>
        </pc:spChg>
        <pc:spChg chg="del">
          <ac:chgData name="Dieter Beaven" userId="9bbdb69f-69d0-4759-aa9b-5c090a2da237" providerId="ADAL" clId="{726B594F-B2FE-4CFE-B840-5BCF92F9675E}" dt="2025-01-13T14:51:10.179" v="52" actId="478"/>
          <ac:spMkLst>
            <pc:docMk/>
            <pc:sldMk cId="155006182" sldId="608"/>
            <ac:spMk id="7" creationId="{7B72E047-33E9-4C2F-AB32-2E1D86F07D2B}"/>
          </ac:spMkLst>
        </pc:spChg>
        <pc:spChg chg="del">
          <ac:chgData name="Dieter Beaven" userId="9bbdb69f-69d0-4759-aa9b-5c090a2da237" providerId="ADAL" clId="{726B594F-B2FE-4CFE-B840-5BCF92F9675E}" dt="2025-01-13T14:51:10.179" v="52" actId="478"/>
          <ac:spMkLst>
            <pc:docMk/>
            <pc:sldMk cId="155006182" sldId="608"/>
            <ac:spMk id="8" creationId="{2E2BD5CE-2005-4BC8-9395-EF7C1765F969}"/>
          </ac:spMkLst>
        </pc:spChg>
        <pc:spChg chg="del">
          <ac:chgData name="Dieter Beaven" userId="9bbdb69f-69d0-4759-aa9b-5c090a2da237" providerId="ADAL" clId="{726B594F-B2FE-4CFE-B840-5BCF92F9675E}" dt="2025-01-13T14:51:10.179" v="52" actId="478"/>
          <ac:spMkLst>
            <pc:docMk/>
            <pc:sldMk cId="155006182" sldId="608"/>
            <ac:spMk id="9" creationId="{580EA649-14B5-4008-B2F3-815A1027C463}"/>
          </ac:spMkLst>
        </pc:spChg>
        <pc:spChg chg="del">
          <ac:chgData name="Dieter Beaven" userId="9bbdb69f-69d0-4759-aa9b-5c090a2da237" providerId="ADAL" clId="{726B594F-B2FE-4CFE-B840-5BCF92F9675E}" dt="2025-01-13T14:51:10.179" v="52" actId="478"/>
          <ac:spMkLst>
            <pc:docMk/>
            <pc:sldMk cId="155006182" sldId="608"/>
            <ac:spMk id="10" creationId="{EB9D517E-B3EB-4DE8-8609-50CAEAA68CE9}"/>
          </ac:spMkLst>
        </pc:spChg>
        <pc:spChg chg="del">
          <ac:chgData name="Dieter Beaven" userId="9bbdb69f-69d0-4759-aa9b-5c090a2da237" providerId="ADAL" clId="{726B594F-B2FE-4CFE-B840-5BCF92F9675E}" dt="2025-01-13T14:51:10.179" v="52" actId="478"/>
          <ac:spMkLst>
            <pc:docMk/>
            <pc:sldMk cId="155006182" sldId="608"/>
            <ac:spMk id="11" creationId="{AF0EC974-20F0-4C66-93A7-9D08B4EEBC24}"/>
          </ac:spMkLst>
        </pc:spChg>
        <pc:spChg chg="del">
          <ac:chgData name="Dieter Beaven" userId="9bbdb69f-69d0-4759-aa9b-5c090a2da237" providerId="ADAL" clId="{726B594F-B2FE-4CFE-B840-5BCF92F9675E}" dt="2025-01-13T14:51:10.179" v="52" actId="478"/>
          <ac:spMkLst>
            <pc:docMk/>
            <pc:sldMk cId="155006182" sldId="608"/>
            <ac:spMk id="12" creationId="{C00E69DC-9EDE-47C1-B7B7-DD469CC9651A}"/>
          </ac:spMkLst>
        </pc:spChg>
        <pc:spChg chg="del">
          <ac:chgData name="Dieter Beaven" userId="9bbdb69f-69d0-4759-aa9b-5c090a2da237" providerId="ADAL" clId="{726B594F-B2FE-4CFE-B840-5BCF92F9675E}" dt="2025-01-13T14:51:10.179" v="52" actId="478"/>
          <ac:spMkLst>
            <pc:docMk/>
            <pc:sldMk cId="155006182" sldId="608"/>
            <ac:spMk id="13" creationId="{1A028CC3-A3ED-4402-A6D7-561E78698EE2}"/>
          </ac:spMkLst>
        </pc:spChg>
      </pc:sldChg>
      <pc:sldChg chg="addSp delSp modSp mod">
        <pc:chgData name="Dieter Beaven" userId="9bbdb69f-69d0-4759-aa9b-5c090a2da237" providerId="ADAL" clId="{726B594F-B2FE-4CFE-B840-5BCF92F9675E}" dt="2025-01-13T14:52:18.021" v="69"/>
        <pc:sldMkLst>
          <pc:docMk/>
          <pc:sldMk cId="464788855" sldId="701"/>
        </pc:sldMkLst>
        <pc:graphicFrameChg chg="add mod">
          <ac:chgData name="Dieter Beaven" userId="9bbdb69f-69d0-4759-aa9b-5c090a2da237" providerId="ADAL" clId="{726B594F-B2FE-4CFE-B840-5BCF92F9675E}" dt="2025-01-13T14:52:18.021" v="69"/>
          <ac:graphicFrameMkLst>
            <pc:docMk/>
            <pc:sldMk cId="464788855" sldId="701"/>
            <ac:graphicFrameMk id="5" creationId="{CA02A25D-8B7B-739F-827A-5EEA975513BF}"/>
          </ac:graphicFrameMkLst>
        </pc:graphicFrameChg>
        <pc:picChg chg="del">
          <ac:chgData name="Dieter Beaven" userId="9bbdb69f-69d0-4759-aa9b-5c090a2da237" providerId="ADAL" clId="{726B594F-B2FE-4CFE-B840-5BCF92F9675E}" dt="2025-01-13T14:52:12.297" v="67" actId="478"/>
          <ac:picMkLst>
            <pc:docMk/>
            <pc:sldMk cId="464788855" sldId="701"/>
            <ac:picMk id="6" creationId="{DDA5895F-7F9D-2D50-3979-5AAFA70DBC30}"/>
          </ac:picMkLst>
        </pc:picChg>
      </pc:sldChg>
      <pc:sldChg chg="modSp mod">
        <pc:chgData name="Dieter Beaven" userId="9bbdb69f-69d0-4759-aa9b-5c090a2da237" providerId="ADAL" clId="{726B594F-B2FE-4CFE-B840-5BCF92F9675E}" dt="2025-01-13T14:50:55.013" v="48" actId="20577"/>
        <pc:sldMkLst>
          <pc:docMk/>
          <pc:sldMk cId="938785864" sldId="717"/>
        </pc:sldMkLst>
        <pc:spChg chg="mod">
          <ac:chgData name="Dieter Beaven" userId="9bbdb69f-69d0-4759-aa9b-5c090a2da237" providerId="ADAL" clId="{726B594F-B2FE-4CFE-B840-5BCF92F9675E}" dt="2025-01-13T14:50:55.013" v="48" actId="20577"/>
          <ac:spMkLst>
            <pc:docMk/>
            <pc:sldMk cId="938785864" sldId="717"/>
            <ac:spMk id="2" creationId="{00000000-0000-0000-0000-000000000000}"/>
          </ac:spMkLst>
        </pc:spChg>
      </pc:sldChg>
      <pc:sldChg chg="delSp mod">
        <pc:chgData name="Dieter Beaven" userId="9bbdb69f-69d0-4759-aa9b-5c090a2da237" providerId="ADAL" clId="{726B594F-B2FE-4CFE-B840-5BCF92F9675E}" dt="2025-01-13T14:52:04.220" v="65" actId="478"/>
        <pc:sldMkLst>
          <pc:docMk/>
          <pc:sldMk cId="3902928920" sldId="718"/>
        </pc:sldMkLst>
        <pc:picChg chg="del">
          <ac:chgData name="Dieter Beaven" userId="9bbdb69f-69d0-4759-aa9b-5c090a2da237" providerId="ADAL" clId="{726B594F-B2FE-4CFE-B840-5BCF92F9675E}" dt="2025-01-13T14:52:04.220" v="65" actId="478"/>
          <ac:picMkLst>
            <pc:docMk/>
            <pc:sldMk cId="3902928920" sldId="718"/>
            <ac:picMk id="6" creationId="{9EF0AF7A-2ADA-5249-238A-B493E94A475B}"/>
          </ac:picMkLst>
        </pc:picChg>
      </pc:sldChg>
      <pc:sldChg chg="delSp mod">
        <pc:chgData name="Dieter Beaven" userId="9bbdb69f-69d0-4759-aa9b-5c090a2da237" providerId="ADAL" clId="{726B594F-B2FE-4CFE-B840-5BCF92F9675E}" dt="2025-01-13T14:52:07.357" v="66" actId="478"/>
        <pc:sldMkLst>
          <pc:docMk/>
          <pc:sldMk cId="1701787432" sldId="719"/>
        </pc:sldMkLst>
        <pc:picChg chg="del">
          <ac:chgData name="Dieter Beaven" userId="9bbdb69f-69d0-4759-aa9b-5c090a2da237" providerId="ADAL" clId="{726B594F-B2FE-4CFE-B840-5BCF92F9675E}" dt="2025-01-13T14:52:07.357" v="66" actId="478"/>
          <ac:picMkLst>
            <pc:docMk/>
            <pc:sldMk cId="1701787432" sldId="719"/>
            <ac:picMk id="7" creationId="{E902FE23-9CD8-2E6B-E7D3-6A96610F5DFB}"/>
          </ac:picMkLst>
        </pc:picChg>
      </pc:sldChg>
      <pc:sldChg chg="add">
        <pc:chgData name="Dieter Beaven" userId="9bbdb69f-69d0-4759-aa9b-5c090a2da237" providerId="ADAL" clId="{726B594F-B2FE-4CFE-B840-5BCF92F9675E}" dt="2025-01-13T14:52:21.527" v="70"/>
        <pc:sldMkLst>
          <pc:docMk/>
          <pc:sldMk cId="2398901012" sldId="720"/>
        </pc:sldMkLst>
      </pc:sldChg>
      <pc:sldChg chg="add">
        <pc:chgData name="Dieter Beaven" userId="9bbdb69f-69d0-4759-aa9b-5c090a2da237" providerId="ADAL" clId="{726B594F-B2FE-4CFE-B840-5BCF92F9675E}" dt="2025-01-13T14:52:25.518" v="71"/>
        <pc:sldMkLst>
          <pc:docMk/>
          <pc:sldMk cId="1752525931" sldId="721"/>
        </pc:sldMkLst>
      </pc:sldChg>
    </pc:docChg>
  </pc:docChgLst>
  <pc:docChgLst>
    <pc:chgData name="Dieter Beaven" userId="9bbdb69f-69d0-4759-aa9b-5c090a2da237" providerId="ADAL" clId="{D2087311-8B8A-485F-A336-209E2CE491DB}"/>
    <pc:docChg chg="custSel modSld">
      <pc:chgData name="Dieter Beaven" userId="9bbdb69f-69d0-4759-aa9b-5c090a2da237" providerId="ADAL" clId="{D2087311-8B8A-485F-A336-209E2CE491DB}" dt="2025-01-08T15:03:22.056" v="39" actId="20577"/>
      <pc:docMkLst>
        <pc:docMk/>
      </pc:docMkLst>
      <pc:sldChg chg="modSp mod">
        <pc:chgData name="Dieter Beaven" userId="9bbdb69f-69d0-4759-aa9b-5c090a2da237" providerId="ADAL" clId="{D2087311-8B8A-485F-A336-209E2CE491DB}" dt="2025-01-08T15:03:22.056" v="39" actId="20577"/>
        <pc:sldMkLst>
          <pc:docMk/>
          <pc:sldMk cId="938785864" sldId="717"/>
        </pc:sldMkLst>
        <pc:spChg chg="mod">
          <ac:chgData name="Dieter Beaven" userId="9bbdb69f-69d0-4759-aa9b-5c090a2da237" providerId="ADAL" clId="{D2087311-8B8A-485F-A336-209E2CE491DB}" dt="2025-01-08T15:03:22.056" v="39" actId="20577"/>
          <ac:spMkLst>
            <pc:docMk/>
            <pc:sldMk cId="938785864" sldId="717"/>
            <ac:spMk id="2" creationId="{00000000-0000-0000-0000-000000000000}"/>
          </ac:spMkLst>
        </pc:spChg>
      </pc:sldChg>
    </pc:docChg>
  </pc:docChgLst>
  <pc:docChgLst>
    <pc:chgData name="Dieter Beaven" userId="9bbdb69f-69d0-4759-aa9b-5c090a2da237" providerId="ADAL" clId="{045AC732-9A56-4BAE-93C3-3F2A93C2FF55}"/>
    <pc:docChg chg="custSel addSld delSld modSld">
      <pc:chgData name="Dieter Beaven" userId="9bbdb69f-69d0-4759-aa9b-5c090a2da237" providerId="ADAL" clId="{045AC732-9A56-4BAE-93C3-3F2A93C2FF55}" dt="2025-01-14T17:11:34.636" v="20" actId="478"/>
      <pc:docMkLst>
        <pc:docMk/>
      </pc:docMkLst>
      <pc:sldChg chg="modSp add">
        <pc:chgData name="Dieter Beaven" userId="9bbdb69f-69d0-4759-aa9b-5c090a2da237" providerId="ADAL" clId="{045AC732-9A56-4BAE-93C3-3F2A93C2FF55}" dt="2025-01-14T16:48:46.025" v="7" actId="6549"/>
        <pc:sldMkLst>
          <pc:docMk/>
          <pc:sldMk cId="70532703" sldId="492"/>
        </pc:sldMkLst>
        <pc:spChg chg="mod">
          <ac:chgData name="Dieter Beaven" userId="9bbdb69f-69d0-4759-aa9b-5c090a2da237" providerId="ADAL" clId="{045AC732-9A56-4BAE-93C3-3F2A93C2FF55}" dt="2025-01-14T16:48:46.025" v="7" actId="6549"/>
          <ac:spMkLst>
            <pc:docMk/>
            <pc:sldMk cId="70532703" sldId="492"/>
            <ac:spMk id="6" creationId="{00000000-0000-0000-0000-000000000000}"/>
          </ac:spMkLst>
        </pc:spChg>
        <pc:spChg chg="mod">
          <ac:chgData name="Dieter Beaven" userId="9bbdb69f-69d0-4759-aa9b-5c090a2da237" providerId="ADAL" clId="{045AC732-9A56-4BAE-93C3-3F2A93C2FF55}" dt="2025-01-14T16:47:39.310" v="5" actId="6549"/>
          <ac:spMkLst>
            <pc:docMk/>
            <pc:sldMk cId="70532703" sldId="492"/>
            <ac:spMk id="19" creationId="{0747B9FA-DC3E-4251-8C7C-37193B3EB707}"/>
          </ac:spMkLst>
        </pc:spChg>
      </pc:sldChg>
      <pc:sldChg chg="add">
        <pc:chgData name="Dieter Beaven" userId="9bbdb69f-69d0-4759-aa9b-5c090a2da237" providerId="ADAL" clId="{045AC732-9A56-4BAE-93C3-3F2A93C2FF55}" dt="2025-01-14T16:47:27.019" v="0"/>
        <pc:sldMkLst>
          <pc:docMk/>
          <pc:sldMk cId="3285072003" sldId="493"/>
        </pc:sldMkLst>
      </pc:sldChg>
      <pc:sldChg chg="delSp add mod">
        <pc:chgData name="Dieter Beaven" userId="9bbdb69f-69d0-4759-aa9b-5c090a2da237" providerId="ADAL" clId="{045AC732-9A56-4BAE-93C3-3F2A93C2FF55}" dt="2025-01-14T17:11:34.636" v="20" actId="478"/>
        <pc:sldMkLst>
          <pc:docMk/>
          <pc:sldMk cId="258416119" sldId="494"/>
        </pc:sldMkLst>
        <pc:spChg chg="del">
          <ac:chgData name="Dieter Beaven" userId="9bbdb69f-69d0-4759-aa9b-5c090a2da237" providerId="ADAL" clId="{045AC732-9A56-4BAE-93C3-3F2A93C2FF55}" dt="2025-01-14T17:11:34.636" v="20" actId="478"/>
          <ac:spMkLst>
            <pc:docMk/>
            <pc:sldMk cId="258416119" sldId="494"/>
            <ac:spMk id="5" creationId="{00000000-0000-0000-0000-000000000000}"/>
          </ac:spMkLst>
        </pc:spChg>
      </pc:sldChg>
      <pc:sldChg chg="addSp delSp modSp mod">
        <pc:chgData name="Dieter Beaven" userId="9bbdb69f-69d0-4759-aa9b-5c090a2da237" providerId="ADAL" clId="{045AC732-9A56-4BAE-93C3-3F2A93C2FF55}" dt="2025-01-14T16:50:54.320" v="12" actId="1076"/>
        <pc:sldMkLst>
          <pc:docMk/>
          <pc:sldMk cId="173887519" sldId="533"/>
        </pc:sldMkLst>
        <pc:picChg chg="add del mod">
          <ac:chgData name="Dieter Beaven" userId="9bbdb69f-69d0-4759-aa9b-5c090a2da237" providerId="ADAL" clId="{045AC732-9A56-4BAE-93C3-3F2A93C2FF55}" dt="2025-01-14T16:50:51.193" v="10" actId="478"/>
          <ac:picMkLst>
            <pc:docMk/>
            <pc:sldMk cId="173887519" sldId="533"/>
            <ac:picMk id="6" creationId="{4676A47D-1AD8-2C38-9E94-2C12F9759D11}"/>
          </ac:picMkLst>
        </pc:picChg>
        <pc:picChg chg="add mod">
          <ac:chgData name="Dieter Beaven" userId="9bbdb69f-69d0-4759-aa9b-5c090a2da237" providerId="ADAL" clId="{045AC732-9A56-4BAE-93C3-3F2A93C2FF55}" dt="2025-01-14T16:50:54.320" v="12" actId="1076"/>
          <ac:picMkLst>
            <pc:docMk/>
            <pc:sldMk cId="173887519" sldId="533"/>
            <ac:picMk id="8" creationId="{4EEEFA82-388B-71A0-9DB1-2F7D57299597}"/>
          </ac:picMkLst>
        </pc:picChg>
      </pc:sldChg>
      <pc:sldChg chg="del">
        <pc:chgData name="Dieter Beaven" userId="9bbdb69f-69d0-4759-aa9b-5c090a2da237" providerId="ADAL" clId="{045AC732-9A56-4BAE-93C3-3F2A93C2FF55}" dt="2025-01-14T16:47:30.034" v="1" actId="47"/>
        <pc:sldMkLst>
          <pc:docMk/>
          <pc:sldMk cId="155006182" sldId="608"/>
        </pc:sldMkLst>
      </pc:sldChg>
      <pc:sldChg chg="del">
        <pc:chgData name="Dieter Beaven" userId="9bbdb69f-69d0-4759-aa9b-5c090a2da237" providerId="ADAL" clId="{045AC732-9A56-4BAE-93C3-3F2A93C2FF55}" dt="2025-01-14T16:51:32.347" v="18" actId="47"/>
        <pc:sldMkLst>
          <pc:docMk/>
          <pc:sldMk cId="464788855" sldId="701"/>
        </pc:sldMkLst>
      </pc:sldChg>
      <pc:sldChg chg="addSp modSp mod">
        <pc:chgData name="Dieter Beaven" userId="9bbdb69f-69d0-4759-aa9b-5c090a2da237" providerId="ADAL" clId="{045AC732-9A56-4BAE-93C3-3F2A93C2FF55}" dt="2025-01-14T16:51:21.450" v="15" actId="1076"/>
        <pc:sldMkLst>
          <pc:docMk/>
          <pc:sldMk cId="3902928920" sldId="718"/>
        </pc:sldMkLst>
        <pc:picChg chg="add mod">
          <ac:chgData name="Dieter Beaven" userId="9bbdb69f-69d0-4759-aa9b-5c090a2da237" providerId="ADAL" clId="{045AC732-9A56-4BAE-93C3-3F2A93C2FF55}" dt="2025-01-14T16:51:21.450" v="15" actId="1076"/>
          <ac:picMkLst>
            <pc:docMk/>
            <pc:sldMk cId="3902928920" sldId="718"/>
            <ac:picMk id="6" creationId="{9956C2B8-07C7-F2F2-2BD0-926AD08DE88C}"/>
          </ac:picMkLst>
        </pc:picChg>
      </pc:sldChg>
      <pc:sldChg chg="del">
        <pc:chgData name="Dieter Beaven" userId="9bbdb69f-69d0-4759-aa9b-5c090a2da237" providerId="ADAL" clId="{045AC732-9A56-4BAE-93C3-3F2A93C2FF55}" dt="2025-01-14T16:51:29.713" v="16" actId="47"/>
        <pc:sldMkLst>
          <pc:docMk/>
          <pc:sldMk cId="1701787432" sldId="719"/>
        </pc:sldMkLst>
      </pc:sldChg>
      <pc:sldChg chg="addSp mod">
        <pc:chgData name="Dieter Beaven" userId="9bbdb69f-69d0-4759-aa9b-5c090a2da237" providerId="ADAL" clId="{045AC732-9A56-4BAE-93C3-3F2A93C2FF55}" dt="2025-01-14T17:07:39.065" v="19" actId="22"/>
        <pc:sldMkLst>
          <pc:docMk/>
          <pc:sldMk cId="2398901012" sldId="720"/>
        </pc:sldMkLst>
        <pc:picChg chg="add">
          <ac:chgData name="Dieter Beaven" userId="9bbdb69f-69d0-4759-aa9b-5c090a2da237" providerId="ADAL" clId="{045AC732-9A56-4BAE-93C3-3F2A93C2FF55}" dt="2025-01-14T17:07:39.065" v="19" actId="22"/>
          <ac:picMkLst>
            <pc:docMk/>
            <pc:sldMk cId="2398901012" sldId="720"/>
            <ac:picMk id="6" creationId="{521D2AB7-59FA-2E41-3653-A74E367E555F}"/>
          </ac:picMkLst>
        </pc:picChg>
      </pc:sldChg>
      <pc:sldChg chg="del">
        <pc:chgData name="Dieter Beaven" userId="9bbdb69f-69d0-4759-aa9b-5c090a2da237" providerId="ADAL" clId="{045AC732-9A56-4BAE-93C3-3F2A93C2FF55}" dt="2025-01-14T16:51:30.280" v="17" actId="47"/>
        <pc:sldMkLst>
          <pc:docMk/>
          <pc:sldMk cId="1752525931" sldId="72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14/01/2025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14/01/2025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14/01/2025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14/01/2025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14/01/2025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14/01/2025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14/01/2025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14/01/2025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14/01/2025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14/01/2025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14/01/2025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14/01/2025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14/01/2025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6.png"/><Relationship Id="rId4" Type="http://schemas.openxmlformats.org/officeDocument/2006/relationships/image" Target="../media/image1.png"/><Relationship Id="rId9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0.png"/><Relationship Id="rId2" Type="http://schemas.openxmlformats.org/officeDocument/2006/relationships/image" Target="../media/image7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2130425"/>
            <a:ext cx="8640960" cy="302676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P2 Chapter 11: </a:t>
            </a:r>
            <a:r>
              <a:rPr lang="en-GB" dirty="0">
                <a:solidFill>
                  <a:schemeClr val="accent5"/>
                </a:solidFill>
              </a:rPr>
              <a:t>Integration</a:t>
            </a:r>
            <a:br>
              <a:rPr lang="en-GB" dirty="0"/>
            </a:br>
            <a:br>
              <a:rPr lang="en-GB"/>
            </a:br>
            <a:r>
              <a:rPr lang="en-GB"/>
              <a:t>Using </a:t>
            </a:r>
            <a:r>
              <a:rPr lang="en-GB" dirty="0"/>
              <a:t>Linear Substitutions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8785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32"/>
                <p:cNvSpPr txBox="1"/>
                <p:nvPr/>
              </p:nvSpPr>
              <p:spPr>
                <a:xfrm>
                  <a:off x="0" y="13335"/>
                  <a:ext cx="9144000" cy="599127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wrap="square" lIns="324000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GB" sz="3200" b="1" dirty="0"/>
                    <a:t>SKILL #2</a:t>
                  </a:r>
                  <a:r>
                    <a:rPr lang="en-GB" sz="3200" dirty="0"/>
                    <a:t>: Integrating </a:t>
                  </a:r>
                  <a14:m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𝑎𝑥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a14:m>
                  <a:endParaRPr lang="en-GB" sz="3200" dirty="0"/>
                </a:p>
              </p:txBody>
            </p:sp>
          </mc:Choice>
          <mc:Fallback xmlns="">
            <p:sp>
              <p:nvSpPr>
                <p:cNvPr id="3" name="TextBox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13335"/>
                  <a:ext cx="9144000" cy="599127"/>
                </a:xfrm>
                <a:prstGeom prst="rect">
                  <a:avLst/>
                </a:prstGeom>
                <a:blipFill>
                  <a:blip r:embed="rId2"/>
                  <a:stretch>
                    <a:fillRect t="-12245" b="-316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23528" y="908720"/>
                <a:ext cx="8568952" cy="14779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=3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Therefore: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e>
                          </m:func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</m:func>
                      <m:r>
                        <a:rPr lang="en-GB" b="1" i="1" smtClean="0">
                          <a:latin typeface="Cambria Math"/>
                        </a:rPr>
                        <m:t>+</m:t>
                      </m:r>
                      <m:r>
                        <a:rPr lang="en-GB" b="1" i="1" smtClean="0">
                          <a:latin typeface="Cambria Math"/>
                        </a:rPr>
                        <m:t>𝑪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908720"/>
                <a:ext cx="8568952" cy="1477969"/>
              </a:xfrm>
              <a:prstGeom prst="rect">
                <a:avLst/>
              </a:prstGeom>
              <a:blipFill>
                <a:blip r:embed="rId3"/>
                <a:stretch>
                  <a:fillRect l="-56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67544" y="2636912"/>
                <a:ext cx="8280920" cy="952056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/>
                <a:r>
                  <a:rPr lang="en-GB" dirty="0">
                    <a:latin typeface="Wingdings" panose="05000000000000000000" pitchFamily="2" charset="2"/>
                  </a:rPr>
                  <a:t>!</a:t>
                </a:r>
                <a:r>
                  <a:rPr lang="en-GB" dirty="0"/>
                  <a:t> For any expression where inner function is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dirty="0"/>
                  <a:t>, integrate as before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÷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dirty="0"/>
                  <a:t>.</a:t>
                </a:r>
                <a:br>
                  <a:rPr lang="en-GB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𝑎𝑥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2636912"/>
                <a:ext cx="8280920" cy="952056"/>
              </a:xfrm>
              <a:prstGeom prst="rect">
                <a:avLst/>
              </a:prstGeom>
              <a:blipFill>
                <a:blip r:embed="rId4"/>
                <a:stretch>
                  <a:fillRect l="-514" t="-312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4683472" y="1681796"/>
            <a:ext cx="1872208" cy="73898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544" y="3933056"/>
            <a:ext cx="1872208" cy="369332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dirty="0" err="1"/>
              <a:t>Quickfire</a:t>
            </a:r>
            <a:r>
              <a:rPr lang="en-GB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67544" y="4509120"/>
                <a:ext cx="4248472" cy="18405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den>
                          </m:f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e>
                          </m:d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sec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e>
                              </m:d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e>
                          </m:func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e>
                              </m:d>
                            </m:e>
                          </m:func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4509120"/>
                <a:ext cx="4248472" cy="1840504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919677" y="4509120"/>
                <a:ext cx="4248472" cy="24069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+4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+4</m:t>
                              </m:r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1−5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1−5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−2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+11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130</m:t>
                              </m:r>
                            </m:den>
                          </m:f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+11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13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nary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9677" y="4509120"/>
                <a:ext cx="4248472" cy="2406941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/>
          <p:cNvSpPr/>
          <p:nvPr/>
        </p:nvSpPr>
        <p:spPr>
          <a:xfrm>
            <a:off x="1667064" y="4517358"/>
            <a:ext cx="1781216" cy="55040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51720" y="5154171"/>
            <a:ext cx="1781216" cy="55040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85098" y="5738936"/>
            <a:ext cx="1781216" cy="55040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32239" y="4497738"/>
            <a:ext cx="1783799" cy="60307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76256" y="5112414"/>
            <a:ext cx="1783799" cy="60307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83868" y="5708044"/>
            <a:ext cx="2080620" cy="60307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5288" y="6318780"/>
            <a:ext cx="2199199" cy="53922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60032" y="881213"/>
            <a:ext cx="1872208" cy="73898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747B9FA-DC3E-4251-8C7C-37193B3EB707}"/>
                  </a:ext>
                </a:extLst>
              </p:cNvPr>
              <p:cNvSpPr txBox="1"/>
              <p:nvPr/>
            </p:nvSpPr>
            <p:spPr>
              <a:xfrm>
                <a:off x="581844" y="6324224"/>
                <a:ext cx="3365392" cy="531364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Tip: For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∫</m:t>
                    </m:r>
                    <m:sSup>
                      <m:sSup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𝑎𝑥</m:t>
                            </m:r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GB" sz="1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r>
                  <a:rPr lang="en-GB" sz="1400" dirty="0"/>
                  <a:t>, ensure you divide by the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r>
                  <a:rPr lang="en-GB" sz="1400" dirty="0"/>
                  <a:t> </a:t>
                </a:r>
                <a:r>
                  <a:rPr lang="en-GB" sz="1400" u="sng" dirty="0"/>
                  <a:t>and</a:t>
                </a:r>
                <a:r>
                  <a:rPr lang="en-GB" sz="1400" dirty="0"/>
                  <a:t> the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GB" sz="1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747B9FA-DC3E-4251-8C7C-37193B3EB7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844" y="6324224"/>
                <a:ext cx="3365392" cy="531364"/>
              </a:xfrm>
              <a:prstGeom prst="rect">
                <a:avLst/>
              </a:prstGeom>
              <a:blipFill>
                <a:blip r:embed="rId9"/>
                <a:stretch>
                  <a:fillRect l="-180" b="-86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EC5D51A-8DA8-4570-82A4-00C90BF2A41C}"/>
              </a:ext>
            </a:extLst>
          </p:cNvPr>
          <p:cNvCxnSpPr>
            <a:stCxn id="19" idx="3"/>
          </p:cNvCxnSpPr>
          <p:nvPr/>
        </p:nvCxnSpPr>
        <p:spPr>
          <a:xfrm>
            <a:off x="3947236" y="6589906"/>
            <a:ext cx="619078" cy="74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532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36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" fill="hold">
                      <p:stCondLst>
                        <p:cond delay="0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60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" fill="hold">
                      <p:stCondLst>
                        <p:cond delay="0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Check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547664" y="1340768"/>
                <a:ext cx="6336704" cy="41231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b="0" i="1" smtClean="0">
                                  <a:latin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2800" b="0" i="1" smtClean="0">
                                  <a:latin typeface="Cambria Math"/>
                                </a:rPr>
                                <m:t>3</m:t>
                              </m:r>
                              <m:r>
                                <a:rPr lang="en-GB" sz="2800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GB" sz="2800" b="0" i="1" smtClean="0">
                                  <a:latin typeface="Cambria Math"/>
                                </a:rPr>
                                <m:t>+1</m:t>
                              </m:r>
                            </m:sup>
                          </m:sSup>
                          <m:r>
                            <a:rPr lang="en-GB" sz="2800" b="0" i="1" smtClean="0">
                              <a:latin typeface="Cambria Math"/>
                            </a:rPr>
                            <m:t>𝑑𝑥</m:t>
                          </m:r>
                        </m:e>
                      </m:nary>
                      <m:r>
                        <a:rPr lang="en-GB" sz="28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1" i="1" smtClean="0">
                              <a:latin typeface="Cambria Math"/>
                            </a:rPr>
                            <m:t>𝟏</m:t>
                          </m:r>
                        </m:num>
                        <m:den>
                          <m:r>
                            <a:rPr lang="en-GB" sz="2800" b="1" i="1" smtClean="0">
                              <a:latin typeface="Cambria Math"/>
                            </a:rPr>
                            <m:t>𝟑</m:t>
                          </m:r>
                        </m:den>
                      </m:f>
                      <m:sSup>
                        <m:sSup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b="1" i="1" smtClean="0">
                              <a:latin typeface="Cambria Math"/>
                            </a:rPr>
                            <m:t>𝒆</m:t>
                          </m:r>
                        </m:e>
                        <m:sup>
                          <m:r>
                            <a:rPr lang="en-GB" sz="2800" b="1" i="1" smtClean="0">
                              <a:latin typeface="Cambria Math"/>
                            </a:rPr>
                            <m:t>𝟑</m:t>
                          </m:r>
                          <m:r>
                            <a:rPr lang="en-GB" sz="2800" b="1" i="1" smtClean="0">
                              <a:latin typeface="Cambria Math"/>
                            </a:rPr>
                            <m:t>𝒙</m:t>
                          </m:r>
                          <m:r>
                            <a:rPr lang="en-GB" sz="2800" b="1" i="1" smtClean="0">
                              <a:latin typeface="Cambria Math"/>
                            </a:rPr>
                            <m:t>+</m:t>
                          </m:r>
                          <m:r>
                            <a:rPr lang="en-GB" sz="2800" b="1" i="1" smtClean="0">
                              <a:latin typeface="Cambria Math"/>
                            </a:rPr>
                            <m:t>𝟏</m:t>
                          </m:r>
                        </m:sup>
                      </m:sSup>
                      <m:r>
                        <a:rPr lang="en-GB" sz="2800" b="1" i="1" smtClean="0">
                          <a:latin typeface="Cambria Math"/>
                        </a:rPr>
                        <m:t>+</m:t>
                      </m:r>
                      <m:r>
                        <a:rPr lang="en-GB" sz="2800" b="1" i="1" smtClean="0">
                          <a:latin typeface="Cambria Math"/>
                        </a:rPr>
                        <m:t>𝑪</m:t>
                      </m:r>
                    </m:oMath>
                  </m:oMathPara>
                </a14:m>
                <a:endParaRPr lang="en-GB" sz="2800" b="1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1−2</m:t>
                              </m:r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func>
                        <m:func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2800" b="1" i="0" smtClean="0">
                              <a:latin typeface="Cambria Math" panose="02040503050406030204" pitchFamily="18" charset="0"/>
                            </a:rPr>
                            <m:t>𝐥𝐧</m:t>
                          </m:r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GB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8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28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8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28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func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lang="en-GB" sz="28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  <m:t>4−3</m:t>
                                  </m:r>
                                  <m: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1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28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𝟏𝟖</m:t>
                          </m:r>
                        </m:den>
                      </m:f>
                      <m:sSup>
                        <m:sSupPr>
                          <m:ctrlPr>
                            <a:rPr lang="en-GB" sz="28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8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800" b="1" i="1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  <m:r>
                                <a:rPr lang="en-GB" sz="28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80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GB" sz="28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  <m:sup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𝟔</m:t>
                          </m:r>
                        </m:sup>
                      </m:sSup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lang="en-GB" sz="28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2800">
                                  <a:latin typeface="Cambria Math" panose="02040503050406030204" pitchFamily="18" charset="0"/>
                                </a:rPr>
                                <m:t>sec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r>
                            <m:rPr>
                              <m:sty m:val="p"/>
                            </m:rPr>
                            <a:rPr lang="en-GB" sz="2800">
                              <a:latin typeface="Cambria Math" panose="02040503050406030204" pitchFamily="18" charset="0"/>
                            </a:rPr>
                            <m:t>tan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⁡(3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) 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GB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func>
                        <m:funcPr>
                          <m:ctrlPr>
                            <a:rPr lang="en-GB" sz="28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2800" b="1">
                              <a:latin typeface="Cambria Math" panose="02040503050406030204" pitchFamily="18" charset="0"/>
                            </a:rPr>
                            <m:t>𝐬𝐞𝐜</m:t>
                          </m:r>
                        </m:fName>
                        <m:e>
                          <m:d>
                            <m:dPr>
                              <m:ctrlPr>
                                <a:rPr lang="en-GB" sz="28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80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GB" sz="28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func>
                      <m:r>
                        <a:rPr lang="en-GB" sz="28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800" b="1" i="1">
                          <a:latin typeface="Cambria Math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lang="en-GB" sz="2800" b="1" dirty="0"/>
              </a:p>
              <a:p>
                <a:endParaRPr lang="en-GB" sz="2800" b="1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7664" y="1340768"/>
                <a:ext cx="6336704" cy="412318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3665488" y="1340768"/>
            <a:ext cx="3168352" cy="86279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164" y="3166616"/>
            <a:ext cx="3312368" cy="86279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8" name="Rectangle 7"/>
          <p:cNvSpPr/>
          <p:nvPr/>
        </p:nvSpPr>
        <p:spPr>
          <a:xfrm>
            <a:off x="3928368" y="2238772"/>
            <a:ext cx="3312368" cy="86279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9" name="Rectangle 8"/>
          <p:cNvSpPr/>
          <p:nvPr/>
        </p:nvSpPr>
        <p:spPr>
          <a:xfrm>
            <a:off x="5275064" y="4085580"/>
            <a:ext cx="3312368" cy="86279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285072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Exercise 11B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848791" y="638329"/>
                <a:ext cx="3872442" cy="59572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14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e>
                          </m:func>
                        </m:e>
                      </m:nary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 smtClean="0">
                          <a:latin typeface="Cambria Math"/>
                        </a:rPr>
                        <m:t>−</m:t>
                      </m:r>
                      <m:f>
                        <m:fPr>
                          <m:ctrlPr>
                            <a:rPr lang="en-GB" sz="1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func>
                        <m:funcPr>
                          <m:ctrlPr>
                            <a:rPr lang="en-GB" sz="14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𝒄𝒐𝒔</m:t>
                          </m:r>
                        </m:fName>
                        <m:e>
                          <m:d>
                            <m:dPr>
                              <m:ctrlPr>
                                <a:rPr lang="en-GB" sz="1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14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sz="14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4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</m:func>
                      <m:r>
                        <a:rPr lang="en-GB" sz="14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𝑪</m:t>
                      </m:r>
                    </m:oMath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4</m:t>
                          </m:r>
                          <m:sSup>
                            <m:s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+5</m:t>
                              </m:r>
                            </m:sup>
                          </m:sSup>
                        </m:e>
                      </m:nary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𝟒</m:t>
                      </m:r>
                      <m:sSup>
                        <m:sSup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sup>
                      </m:sSup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𝑪</m:t>
                      </m:r>
                    </m:oMath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𝑐𝑜𝑠𝑒</m:t>
                          </m:r>
                          <m:sSup>
                            <m:s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func>
                        <m:func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1400" b="1" i="0" smtClean="0">
                              <a:latin typeface="Cambria Math" panose="02040503050406030204" pitchFamily="18" charset="0"/>
                            </a:rPr>
                            <m:t>𝐜𝐨𝐭</m:t>
                          </m:r>
                        </m:fName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func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𝑪</m:t>
                      </m:r>
                    </m:oMath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1400">
                                  <a:latin typeface="Cambria Math" panose="02040503050406030204" pitchFamily="18" charset="0"/>
                                </a:rPr>
                                <m:t>sec</m:t>
                              </m:r>
                            </m:fName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func>
                            <m:func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140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fName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func>
                        <m:func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1400" b="1" i="0" smtClean="0">
                              <a:latin typeface="Cambria Math" panose="02040503050406030204" pitchFamily="18" charset="0"/>
                            </a:rPr>
                            <m:t>𝐬𝐞𝐜</m:t>
                          </m:r>
                        </m:fName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func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𝑪</m:t>
                      </m:r>
                    </m:oMath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3</m:t>
                          </m:r>
                          <m:func>
                            <m:func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14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GB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GB" sz="1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e>
                          </m:func>
                        </m:e>
                      </m:nary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𝟔</m:t>
                      </m:r>
                      <m:func>
                        <m:func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1400" b="1" i="0" smtClean="0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d>
                            <m:dPr>
                              <m:ctrlP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4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GB" sz="14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</m:func>
                    </m:oMath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𝑐𝑜𝑠𝑒𝑐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 2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  <m:func>
                            <m:func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1400">
                                  <a:latin typeface="Cambria Math" panose="02040503050406030204" pitchFamily="18" charset="0"/>
                                </a:rPr>
                                <m:t>cot</m:t>
                              </m:r>
                            </m:fName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e>
                      </m:nary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 smtClean="0">
                          <a:latin typeface="Cambria Math"/>
                        </a:rPr>
                        <m:t>−</m:t>
                      </m:r>
                      <m:f>
                        <m:f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𝒄𝒐𝒔𝒆𝒄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lang="en-GB" sz="1400" b="1" dirty="0"/>
              </a:p>
              <a:p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func>
                            <m:func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14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</m:func>
                        </m:e>
                      </m:nary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𝑑𝑥</m:t>
                      </m:r>
                    </m:oMath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              =</m:t>
                      </m:r>
                      <m:f>
                        <m:f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sSup>
                        <m:sSup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func>
                        <m:func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1400" b="1" i="0" smtClean="0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d>
                            <m:dPr>
                              <m:ctrlP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</m:func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𝑪</m:t>
                      </m:r>
                    </m:oMath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GB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sz="1400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GB" sz="1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p>
                                  </m:sSup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sSup>
                        <m:sSup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𝟐</m:t>
                      </m:r>
                      <m:sSup>
                        <m:sSup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lang="en-GB" sz="14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400">
                                      <a:latin typeface="Cambria Math" panose="02040503050406030204" pitchFamily="18" charset="0"/>
                                    </a:rPr>
                                    <m:t>sec</m:t>
                                  </m:r>
                                </m:e>
                                <m:sup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d>
                            <m:d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func>
                                <m:func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sz="140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func>
                            </m:e>
                          </m:d>
                        </m:e>
                      </m:nary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func>
                        <m:func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1400" b="1" i="0" smtClean="0">
                              <a:latin typeface="Cambria Math" panose="02040503050406030204" pitchFamily="18" charset="0"/>
                            </a:rPr>
                            <m:t>𝐭𝐚𝐧</m:t>
                          </m:r>
                        </m:fName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func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func>
                        <m:func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1400" b="1" i="0" smtClean="0">
                              <a:latin typeface="Cambria Math" panose="02040503050406030204" pitchFamily="18" charset="0"/>
                            </a:rPr>
                            <m:t>𝐬𝐞𝐜</m:t>
                          </m:r>
                        </m:fName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func>
                    </m:oMath>
                  </m:oMathPara>
                </a14:m>
                <a:br>
                  <a:rPr lang="en-GB" sz="1400" b="0" dirty="0"/>
                </a:br>
                <a14:m>
                  <m:oMath xmlns:m="http://schemas.openxmlformats.org/officeDocument/2006/math">
                    <m:nary>
                      <m:naryPr>
                        <m:subHide m:val="on"/>
                        <m:supHide m:val="on"/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GB" sz="1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3−2</m:t>
                            </m:r>
                            <m:func>
                              <m:funcPr>
                                <m:ctrlPr>
                                  <a:rPr lang="en-GB" sz="14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GB" sz="140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GB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GB" sz="1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4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GB" sz="14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r>
                                      <a:rPr lang="en-GB" sz="1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func>
                          </m:num>
                          <m:den>
                            <m:func>
                              <m:funcPr>
                                <m:ctrlPr>
                                  <a:rPr lang="en-GB" sz="14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p>
                                  <m:sSupPr>
                                    <m:ctrlPr>
                                      <a:rPr lang="en-GB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GB" sz="140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e>
                                  <m:sup>
                                    <m:r>
                                      <a:rPr lang="en-GB" sz="1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fName>
                              <m:e>
                                <m:d>
                                  <m:dPr>
                                    <m:ctrlPr>
                                      <a:rPr lang="en-GB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GB" sz="1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4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GB" sz="14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r>
                                      <a:rPr lang="en-GB" sz="1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func>
                          </m:den>
                        </m:f>
                      </m:e>
                    </m:nary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𝟔</m:t>
                    </m:r>
                    <m:func>
                      <m:funcPr>
                        <m:ctrlPr>
                          <a:rPr lang="en-GB" sz="1400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GB" sz="1400" b="1" i="0" smtClean="0">
                            <a:latin typeface="Cambria Math" panose="02040503050406030204" pitchFamily="18" charset="0"/>
                          </a:rPr>
                          <m:t>𝐜𝐨𝐭</m:t>
                        </m:r>
                      </m:fName>
                      <m:e>
                        <m:d>
                          <m:dPr>
                            <m:ctrlPr>
                              <a:rPr lang="en-GB" sz="14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sz="14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14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a:rPr lang="en-GB" sz="14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den>
                            </m:f>
                            <m:r>
                              <a:rPr lang="en-GB" sz="14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𝒄𝒐𝒔𝒆𝒄</m:t>
                        </m:r>
                        <m:d>
                          <m:dPr>
                            <m:ctrlPr>
                              <a:rPr lang="en-GB" sz="14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sz="14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14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a:rPr lang="en-GB" sz="14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den>
                            </m:f>
                            <m:r>
                              <a:rPr lang="en-GB" sz="14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e>
                    </m:func>
                  </m:oMath>
                </a14:m>
                <a:r>
                  <a:rPr lang="en-GB" sz="1400" dirty="0"/>
                  <a:t>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3−</m:t>
                              </m:r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14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3−</m:t>
                                  </m:r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140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3−</m:t>
                                  </m:r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     =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1400" b="1" i="0" smtClean="0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d>
                            <m:dPr>
                              <m:ctrlP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func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1400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d>
                            <m:dPr>
                              <m:ctrlP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func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lang="en-GB" sz="1400" b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791" y="638329"/>
                <a:ext cx="3872442" cy="5957272"/>
              </a:xfrm>
              <a:prstGeom prst="rect">
                <a:avLst/>
              </a:prstGeom>
              <a:blipFill rotWithShape="1">
                <a:blip r:embed="rId2"/>
                <a:stretch>
                  <a:fillRect l="-17165" t="-14432" b="-164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488752" y="646147"/>
            <a:ext cx="288032" cy="2880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9" name="Rectangle 8"/>
          <p:cNvSpPr/>
          <p:nvPr/>
        </p:nvSpPr>
        <p:spPr>
          <a:xfrm>
            <a:off x="488752" y="1149534"/>
            <a:ext cx="288032" cy="2880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0190" y="1601355"/>
            <a:ext cx="288032" cy="2880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8752" y="2026292"/>
            <a:ext cx="288032" cy="2880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9471" y="2452008"/>
            <a:ext cx="288032" cy="2880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8752" y="2956455"/>
            <a:ext cx="288032" cy="2880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0720" y="652611"/>
            <a:ext cx="288032" cy="2880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3001" y="3664430"/>
            <a:ext cx="288032" cy="2880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4969" y="3670894"/>
            <a:ext cx="288032" cy="2880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3001" y="4528387"/>
            <a:ext cx="288032" cy="2880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3001" y="4961992"/>
            <a:ext cx="288032" cy="2880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3001" y="5465751"/>
            <a:ext cx="288032" cy="2880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2640" y="5895630"/>
            <a:ext cx="288032" cy="2880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5251598" y="540233"/>
                <a:ext cx="4082902" cy="66936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den>
                          </m:f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𝐥𝐧</m:t>
                          </m:r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</m:func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𝑪</m:t>
                      </m:r>
                    </m:oMath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a:rPr lang="en-GB" i="1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𝑪</m:t>
                      </m:r>
                    </m:oMath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GB" i="1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den>
                      </m:f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𝑪</m:t>
                      </m:r>
                    </m:oMath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𝐥𝐧</m:t>
                          </m:r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</m:func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𝑪</m:t>
                      </m:r>
                    </m:oMath>
                  </m:oMathPara>
                </a14:m>
                <a:br>
                  <a:rPr lang="en-GB" dirty="0"/>
                </a:br>
                <a:endParaRPr lang="en-GB" sz="7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1−4</m:t>
                                      </m:r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a:rPr lang="en-GB" i="1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𝑪</m:t>
                      </m:r>
                    </m:oMath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1−2</m:t>
                                      </m:r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den>
                          </m:f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  <m:sSup>
                            <m:sSup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𝑪</m:t>
                      </m:r>
                    </m:oMath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3−2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𝐥𝐧</m:t>
                          </m:r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func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lang="en-GB" b="1" dirty="0"/>
              </a:p>
              <a:p>
                <a:endParaRPr lang="en-GB" sz="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func>
                            <m:func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16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e>
                          </m:func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den>
                          </m:f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  <m:oMath xmlns:m="http://schemas.openxmlformats.org/officeDocument/2006/math">
                      <m:r>
                        <a:rPr lang="en-GB" sz="1600" b="0" i="0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func>
                        <m:func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1600" b="1" i="0" smtClean="0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d>
                            <m:d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</m:func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𝟐</m:t>
                      </m:r>
                      <m:func>
                        <m:func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1600" b="1" i="0" smtClean="0">
                              <a:latin typeface="Cambria Math" panose="02040503050406030204" pitchFamily="18" charset="0"/>
                            </a:rPr>
                            <m:t>𝐥𝐧</m:t>
                          </m:r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</m:func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lang="en-GB" sz="16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func>
                                <m:funcPr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sz="1600" b="0" i="0" smtClean="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e>
                                    <m:sup>
                                      <m: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fName>
                                <m:e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func>
                            </m:den>
                          </m:f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1+2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  <m:t>1+2</m:t>
                                      </m:r>
                                      <m: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  <m:oMath xmlns:m="http://schemas.openxmlformats.org/officeDocument/2006/math">
                      <m:r>
                        <a:rPr lang="en-GB" sz="1600" b="0" i="0" smtClean="0">
                          <a:latin typeface="Cambria Math" panose="02040503050406030204" pitchFamily="18" charset="0"/>
                        </a:rPr>
                        <m:t>      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func>
                        <m:func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1600" b="1" i="0" smtClean="0">
                              <a:latin typeface="Cambria Math" panose="02040503050406030204" pitchFamily="18" charset="0"/>
                            </a:rPr>
                            <m:t>𝐜𝐨𝐭</m:t>
                          </m:r>
                        </m:fName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func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func>
                        <m:func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1600" b="1" i="0" smtClean="0">
                              <a:latin typeface="Cambria Math" panose="02040503050406030204" pitchFamily="18" charset="0"/>
                            </a:rPr>
                            <m:t>𝐥𝐧</m:t>
                          </m:r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func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d>
                            <m:d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br>
                  <a:rPr lang="en-GB" b="1" dirty="0"/>
                </a:br>
                <a:endParaRPr lang="en-GB" b="1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1598" y="540233"/>
                <a:ext cx="4082902" cy="669369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/>
          <p:cNvSpPr/>
          <p:nvPr/>
        </p:nvSpPr>
        <p:spPr>
          <a:xfrm>
            <a:off x="5049839" y="663628"/>
            <a:ext cx="288032" cy="2880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49839" y="1313323"/>
            <a:ext cx="288032" cy="2880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49839" y="1855813"/>
            <a:ext cx="288032" cy="2880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64360" y="2445991"/>
            <a:ext cx="288032" cy="2880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64360" y="3037814"/>
            <a:ext cx="288032" cy="2880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7066" y="3609824"/>
            <a:ext cx="288032" cy="2880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14718" y="4245447"/>
            <a:ext cx="288032" cy="2880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j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7066" y="4835066"/>
            <a:ext cx="288032" cy="2880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10053" y="5751614"/>
            <a:ext cx="288032" cy="2880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61807" y="663628"/>
            <a:ext cx="288032" cy="2880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61807" y="4835066"/>
            <a:ext cx="288032" cy="2880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440900" y="600378"/>
            <a:ext cx="1750100" cy="50701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24296" y="1102570"/>
            <a:ext cx="1521432" cy="44435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4309" y="1546924"/>
            <a:ext cx="1521432" cy="44435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96918" y="2006723"/>
            <a:ext cx="1521432" cy="44435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15730" y="2440578"/>
            <a:ext cx="1551470" cy="48042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62175" y="2943293"/>
            <a:ext cx="1521432" cy="44435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637131" y="4021741"/>
            <a:ext cx="2168609" cy="44435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45863" y="4462212"/>
            <a:ext cx="1675541" cy="44435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00328" y="4883831"/>
            <a:ext cx="1675541" cy="44435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325081" y="5367387"/>
            <a:ext cx="2174911" cy="44435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333786" y="6181758"/>
            <a:ext cx="2949821" cy="44435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20991" y="604866"/>
            <a:ext cx="1783458" cy="52311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064647" y="1164557"/>
            <a:ext cx="1783458" cy="52311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028779" y="1738273"/>
            <a:ext cx="1783458" cy="52311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20991" y="2310523"/>
            <a:ext cx="1783458" cy="52311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090047" y="2844074"/>
            <a:ext cx="1783458" cy="59762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093624" y="3478444"/>
            <a:ext cx="1783458" cy="54236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802140" y="4053540"/>
            <a:ext cx="1935460" cy="5819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738845" y="5166879"/>
            <a:ext cx="3162141" cy="49732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15045" y="6184901"/>
            <a:ext cx="3341655" cy="5325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58416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8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Exercise 11.2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Year 2</a:t>
            </a:r>
          </a:p>
          <a:p>
            <a:r>
              <a:rPr lang="en-GB" sz="2400"/>
              <a:t>Page 91</a:t>
            </a:r>
            <a:endParaRPr lang="en-GB" sz="2400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73971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6607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4EEEFA82-388B-71A0-9DB1-2F7D572995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140" y="836712"/>
            <a:ext cx="6886575" cy="559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87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9956C2B8-07C7-F2F2-2BD0-926AD08DE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803" y="980728"/>
            <a:ext cx="6953250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928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500B5-B570-B107-9B4F-8E9FF851B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B3FEC8F-895D-BDE0-15AB-8D4CE6895487}"/>
              </a:ext>
            </a:extLst>
          </p:cNvPr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F90FA4E8-4B7E-AC18-C6BB-1CFF17B45D19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</a:t>
              </a:r>
              <a:r>
                <a:rPr lang="en-GB" sz="3200" dirty="0">
                  <a:latin typeface="+mj-lt"/>
                </a:rPr>
                <a:t> Answers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02D48786-6F2D-EAE3-232E-79D37785557E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521D2AB7-59FA-2E41-3653-A74E367E55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9566"/>
            <a:ext cx="9144000" cy="4278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901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Props1.xml><?xml version="1.0" encoding="utf-8"?>
<ds:datastoreItem xmlns:ds="http://schemas.openxmlformats.org/officeDocument/2006/customXml" ds:itemID="{50663578-A72F-4CF5-86EB-49307922FA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7A8A453-4F69-4ABD-93B0-CC23B8374D5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33B3424-125D-4609-84E5-4A3F753A602C}">
  <ds:schemaRefs>
    <ds:schemaRef ds:uri="http://schemas.microsoft.com/office/2006/metadata/properties"/>
    <ds:schemaRef ds:uri="http://schemas.microsoft.com/office/infopath/2007/PartnerControls"/>
    <ds:schemaRef ds:uri="faa1ecaf-a1aa-4fc9-8c75-2805352e1f65"/>
    <ds:schemaRef ds:uri="f9cd3b9a-9a6c-485a-81b7-4082693b516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22510</TotalTime>
  <Words>383</Words>
  <Application>Microsoft Office PowerPoint</Application>
  <PresentationFormat>On-screen Show (4:3)</PresentationFormat>
  <Paragraphs>94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 Math</vt:lpstr>
      <vt:lpstr>Wingdings</vt:lpstr>
      <vt:lpstr>Office Theme</vt:lpstr>
      <vt:lpstr>P2 Chapter 11: Integration  Using Linear Substitutions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836</cp:revision>
  <dcterms:created xsi:type="dcterms:W3CDTF">2013-02-28T07:36:55Z</dcterms:created>
  <dcterms:modified xsi:type="dcterms:W3CDTF">2025-01-14T17:11:37Z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