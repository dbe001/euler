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17" r:id="rId5"/>
    <p:sldId id="502" r:id="rId6"/>
    <p:sldId id="503" r:id="rId7"/>
    <p:sldId id="543" r:id="rId8"/>
    <p:sldId id="504" r:id="rId9"/>
    <p:sldId id="531" r:id="rId10"/>
    <p:sldId id="533" r:id="rId11"/>
    <p:sldId id="72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D6555-42BF-406A-BEA6-EA5390224872}" v="8" dt="2025-01-14T16:59:09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B8FB68C3-41F8-4691-A8DF-820932D74CCF}"/>
    <pc:docChg chg="modSld">
      <pc:chgData name="Dieter Beaven" userId="9bbdb69f-69d0-4759-aa9b-5c090a2da237" providerId="ADAL" clId="{B8FB68C3-41F8-4691-A8DF-820932D74CCF}" dt="2025-01-13T14:57:58.560" v="28" actId="20577"/>
      <pc:docMkLst>
        <pc:docMk/>
      </pc:docMkLst>
      <pc:sldChg chg="modSp mod">
        <pc:chgData name="Dieter Beaven" userId="9bbdb69f-69d0-4759-aa9b-5c090a2da237" providerId="ADAL" clId="{B8FB68C3-41F8-4691-A8DF-820932D74CCF}" dt="2025-01-13T14:57:58.560" v="28" actId="20577"/>
        <pc:sldMkLst>
          <pc:docMk/>
          <pc:sldMk cId="938785864" sldId="717"/>
        </pc:sldMkLst>
        <pc:spChg chg="mod">
          <ac:chgData name="Dieter Beaven" userId="9bbdb69f-69d0-4759-aa9b-5c090a2da237" providerId="ADAL" clId="{B8FB68C3-41F8-4691-A8DF-820932D74CCF}" dt="2025-01-13T14:57:58.560" v="28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37DD6555-42BF-406A-BEA6-EA5390224872}"/>
    <pc:docChg chg="undo custSel addSld delSld modSld">
      <pc:chgData name="Dieter Beaven" userId="9bbdb69f-69d0-4759-aa9b-5c090a2da237" providerId="ADAL" clId="{37DD6555-42BF-406A-BEA6-EA5390224872}" dt="2025-01-14T17:01:32.945" v="50" actId="6549"/>
      <pc:docMkLst>
        <pc:docMk/>
      </pc:docMkLst>
      <pc:sldChg chg="add">
        <pc:chgData name="Dieter Beaven" userId="9bbdb69f-69d0-4759-aa9b-5c090a2da237" providerId="ADAL" clId="{37DD6555-42BF-406A-BEA6-EA5390224872}" dt="2025-01-14T16:56:55.389" v="14"/>
        <pc:sldMkLst>
          <pc:docMk/>
          <pc:sldMk cId="2360922515" sldId="502"/>
        </pc:sldMkLst>
      </pc:sldChg>
      <pc:sldChg chg="delSp modSp add mod delAnim">
        <pc:chgData name="Dieter Beaven" userId="9bbdb69f-69d0-4759-aa9b-5c090a2da237" providerId="ADAL" clId="{37DD6555-42BF-406A-BEA6-EA5390224872}" dt="2025-01-14T16:59:28.970" v="44" actId="20577"/>
        <pc:sldMkLst>
          <pc:docMk/>
          <pc:sldMk cId="1159739275" sldId="503"/>
        </pc:sldMkLst>
        <pc:spChg chg="mod">
          <ac:chgData name="Dieter Beaven" userId="9bbdb69f-69d0-4759-aa9b-5c090a2da237" providerId="ADAL" clId="{37DD6555-42BF-406A-BEA6-EA5390224872}" dt="2025-01-14T16:59:09.023" v="33" actId="20577"/>
          <ac:spMkLst>
            <pc:docMk/>
            <pc:sldMk cId="1159739275" sldId="503"/>
            <ac:spMk id="5" creationId="{00000000-0000-0000-0000-000000000000}"/>
          </ac:spMkLst>
        </pc:spChg>
        <pc:spChg chg="mod">
          <ac:chgData name="Dieter Beaven" userId="9bbdb69f-69d0-4759-aa9b-5c090a2da237" providerId="ADAL" clId="{37DD6555-42BF-406A-BEA6-EA5390224872}" dt="2025-01-14T16:59:28.970" v="44" actId="20577"/>
          <ac:spMkLst>
            <pc:docMk/>
            <pc:sldMk cId="1159739275" sldId="503"/>
            <ac:spMk id="6" creationId="{00000000-0000-0000-0000-000000000000}"/>
          </ac:spMkLst>
        </pc:spChg>
        <pc:spChg chg="mod">
          <ac:chgData name="Dieter Beaven" userId="9bbdb69f-69d0-4759-aa9b-5c090a2da237" providerId="ADAL" clId="{37DD6555-42BF-406A-BEA6-EA5390224872}" dt="2025-01-14T16:58:35.933" v="31" actId="20577"/>
          <ac:spMkLst>
            <pc:docMk/>
            <pc:sldMk cId="1159739275" sldId="503"/>
            <ac:spMk id="7" creationId="{00000000-0000-0000-0000-000000000000}"/>
          </ac:spMkLst>
        </pc:spChg>
        <pc:spChg chg="del mod">
          <ac:chgData name="Dieter Beaven" userId="9bbdb69f-69d0-4759-aa9b-5c090a2da237" providerId="ADAL" clId="{37DD6555-42BF-406A-BEA6-EA5390224872}" dt="2025-01-14T16:59:25.189" v="43" actId="478"/>
          <ac:spMkLst>
            <pc:docMk/>
            <pc:sldMk cId="1159739275" sldId="503"/>
            <ac:spMk id="9" creationId="{00000000-0000-0000-0000-000000000000}"/>
          </ac:spMkLst>
        </pc:spChg>
        <pc:spChg chg="mod">
          <ac:chgData name="Dieter Beaven" userId="9bbdb69f-69d0-4759-aa9b-5c090a2da237" providerId="ADAL" clId="{37DD6555-42BF-406A-BEA6-EA5390224872}" dt="2025-01-14T16:59:16.789" v="42" actId="1038"/>
          <ac:spMkLst>
            <pc:docMk/>
            <pc:sldMk cId="1159739275" sldId="503"/>
            <ac:spMk id="14" creationId="{00000000-0000-0000-0000-000000000000}"/>
          </ac:spMkLst>
        </pc:spChg>
        <pc:spChg chg="mod">
          <ac:chgData name="Dieter Beaven" userId="9bbdb69f-69d0-4759-aa9b-5c090a2da237" providerId="ADAL" clId="{37DD6555-42BF-406A-BEA6-EA5390224872}" dt="2025-01-14T16:58:24.593" v="21" actId="1076"/>
          <ac:spMkLst>
            <pc:docMk/>
            <pc:sldMk cId="1159739275" sldId="503"/>
            <ac:spMk id="15" creationId="{00000000-0000-0000-0000-000000000000}"/>
          </ac:spMkLst>
        </pc:spChg>
      </pc:sldChg>
      <pc:sldChg chg="add">
        <pc:chgData name="Dieter Beaven" userId="9bbdb69f-69d0-4759-aa9b-5c090a2da237" providerId="ADAL" clId="{37DD6555-42BF-406A-BEA6-EA5390224872}" dt="2025-01-14T16:56:55.389" v="14"/>
        <pc:sldMkLst>
          <pc:docMk/>
          <pc:sldMk cId="3397558606" sldId="504"/>
        </pc:sldMkLst>
      </pc:sldChg>
      <pc:sldChg chg="addSp modSp mod modAnim">
        <pc:chgData name="Dieter Beaven" userId="9bbdb69f-69d0-4759-aa9b-5c090a2da237" providerId="ADAL" clId="{37DD6555-42BF-406A-BEA6-EA5390224872}" dt="2025-01-14T17:01:32.945" v="50" actId="6549"/>
        <pc:sldMkLst>
          <pc:docMk/>
          <pc:sldMk cId="2586607706" sldId="531"/>
        </pc:sldMkLst>
        <pc:spChg chg="mod">
          <ac:chgData name="Dieter Beaven" userId="9bbdb69f-69d0-4759-aa9b-5c090a2da237" providerId="ADAL" clId="{37DD6555-42BF-406A-BEA6-EA5390224872}" dt="2025-01-14T17:00:48.857" v="46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37DD6555-42BF-406A-BEA6-EA5390224872}" dt="2025-01-14T17:01:32.945" v="50" actId="6549"/>
          <ac:spMkLst>
            <pc:docMk/>
            <pc:sldMk cId="2586607706" sldId="531"/>
            <ac:spMk id="5" creationId="{00000000-0000-0000-0000-000000000000}"/>
          </ac:spMkLst>
        </pc:spChg>
        <pc:spChg chg="add mod">
          <ac:chgData name="Dieter Beaven" userId="9bbdb69f-69d0-4759-aa9b-5c090a2da237" providerId="ADAL" clId="{37DD6555-42BF-406A-BEA6-EA5390224872}" dt="2025-01-14T16:57:13.069" v="18" actId="1076"/>
          <ac:spMkLst>
            <pc:docMk/>
            <pc:sldMk cId="2586607706" sldId="531"/>
            <ac:spMk id="7" creationId="{94FF18A5-8014-D4A5-BDBE-8D0B4B2AAA4F}"/>
          </ac:spMkLst>
        </pc:spChg>
        <pc:spChg chg="add mod">
          <ac:chgData name="Dieter Beaven" userId="9bbdb69f-69d0-4759-aa9b-5c090a2da237" providerId="ADAL" clId="{37DD6555-42BF-406A-BEA6-EA5390224872}" dt="2025-01-14T16:57:20.032" v="19" actId="1076"/>
          <ac:spMkLst>
            <pc:docMk/>
            <pc:sldMk cId="2586607706" sldId="531"/>
            <ac:spMk id="8" creationId="{B792A530-6E80-E17A-5AC3-878CC9953F32}"/>
          </ac:spMkLst>
        </pc:spChg>
      </pc:sldChg>
      <pc:sldChg chg="addSp modSp add del mod">
        <pc:chgData name="Dieter Beaven" userId="9bbdb69f-69d0-4759-aa9b-5c090a2da237" providerId="ADAL" clId="{37DD6555-42BF-406A-BEA6-EA5390224872}" dt="2025-01-14T16:56:28.422" v="11" actId="47"/>
        <pc:sldMkLst>
          <pc:docMk/>
          <pc:sldMk cId="173887519" sldId="533"/>
        </pc:sldMkLst>
        <pc:picChg chg="add mod">
          <ac:chgData name="Dieter Beaven" userId="9bbdb69f-69d0-4759-aa9b-5c090a2da237" providerId="ADAL" clId="{37DD6555-42BF-406A-BEA6-EA5390224872}" dt="2025-01-14T16:56:18.764" v="7" actId="1035"/>
          <ac:picMkLst>
            <pc:docMk/>
            <pc:sldMk cId="173887519" sldId="533"/>
            <ac:picMk id="6" creationId="{9567C4CB-989B-742D-ED98-F9E99A727CF9}"/>
          </ac:picMkLst>
        </pc:picChg>
      </pc:sldChg>
      <pc:sldChg chg="add">
        <pc:chgData name="Dieter Beaven" userId="9bbdb69f-69d0-4759-aa9b-5c090a2da237" providerId="ADAL" clId="{37DD6555-42BF-406A-BEA6-EA5390224872}" dt="2025-01-14T16:56:55.389" v="14"/>
        <pc:sldMkLst>
          <pc:docMk/>
          <pc:sldMk cId="2719980984" sldId="543"/>
        </pc:sldMkLst>
      </pc:sldChg>
      <pc:sldChg chg="add del">
        <pc:chgData name="Dieter Beaven" userId="9bbdb69f-69d0-4759-aa9b-5c090a2da237" providerId="ADAL" clId="{37DD6555-42BF-406A-BEA6-EA5390224872}" dt="2025-01-14T16:57:07.664" v="17" actId="47"/>
        <pc:sldMkLst>
          <pc:docMk/>
          <pc:sldMk cId="3255915651" sldId="544"/>
        </pc:sldMkLst>
      </pc:sldChg>
      <pc:sldChg chg="del">
        <pc:chgData name="Dieter Beaven" userId="9bbdb69f-69d0-4759-aa9b-5c090a2da237" providerId="ADAL" clId="{37DD6555-42BF-406A-BEA6-EA5390224872}" dt="2025-01-14T16:57:00.107" v="15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37DD6555-42BF-406A-BEA6-EA5390224872}" dt="2025-01-14T16:56:34.421" v="13" actId="47"/>
        <pc:sldMkLst>
          <pc:docMk/>
          <pc:sldMk cId="464788855" sldId="701"/>
        </pc:sldMkLst>
      </pc:sldChg>
      <pc:sldChg chg="del">
        <pc:chgData name="Dieter Beaven" userId="9bbdb69f-69d0-4759-aa9b-5c090a2da237" providerId="ADAL" clId="{37DD6555-42BF-406A-BEA6-EA5390224872}" dt="2025-01-14T16:56:23.243" v="8" actId="47"/>
        <pc:sldMkLst>
          <pc:docMk/>
          <pc:sldMk cId="3902928920" sldId="718"/>
        </pc:sldMkLst>
      </pc:sldChg>
      <pc:sldChg chg="del">
        <pc:chgData name="Dieter Beaven" userId="9bbdb69f-69d0-4759-aa9b-5c090a2da237" providerId="ADAL" clId="{37DD6555-42BF-406A-BEA6-EA5390224872}" dt="2025-01-14T16:56:24.355" v="9" actId="47"/>
        <pc:sldMkLst>
          <pc:docMk/>
          <pc:sldMk cId="1701787432" sldId="719"/>
        </pc:sldMkLst>
      </pc:sldChg>
      <pc:sldChg chg="addSp modSp mod">
        <pc:chgData name="Dieter Beaven" userId="9bbdb69f-69d0-4759-aa9b-5c090a2da237" providerId="ADAL" clId="{37DD6555-42BF-406A-BEA6-EA5390224872}" dt="2025-01-14T17:01:04.506" v="48" actId="1076"/>
        <pc:sldMkLst>
          <pc:docMk/>
          <pc:sldMk cId="2398901012" sldId="720"/>
        </pc:sldMkLst>
        <pc:picChg chg="add mod">
          <ac:chgData name="Dieter Beaven" userId="9bbdb69f-69d0-4759-aa9b-5c090a2da237" providerId="ADAL" clId="{37DD6555-42BF-406A-BEA6-EA5390224872}" dt="2025-01-14T17:01:04.506" v="48" actId="1076"/>
          <ac:picMkLst>
            <pc:docMk/>
            <pc:sldMk cId="2398901012" sldId="720"/>
            <ac:picMk id="6" creationId="{6D553E85-C4DD-F7E8-4E44-DB95B4143340}"/>
          </ac:picMkLst>
        </pc:picChg>
      </pc:sldChg>
      <pc:sldChg chg="del">
        <pc:chgData name="Dieter Beaven" userId="9bbdb69f-69d0-4759-aa9b-5c090a2da237" providerId="ADAL" clId="{37DD6555-42BF-406A-BEA6-EA5390224872}" dt="2025-01-14T16:56:33.499" v="12" actId="47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  <pc:picChg chg="del">
          <ac:chgData name="Dieter Beaven" userId="9bbdb69f-69d0-4759-aa9b-5c090a2da237" providerId="ADAL" clId="{726B594F-B2FE-4CFE-B840-5BCF92F9675E}" dt="2025-01-13T14:51:59.140" v="64" actId="478"/>
          <ac:picMkLst>
            <pc:docMk/>
            <pc:sldMk cId="173887519" sldId="533"/>
            <ac:picMk id="6" creationId="{916A5D9E-23CE-0389-B673-2A6ABADB4222}"/>
          </ac:picMkLst>
        </pc:picChg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5" creationId="{E45AD68C-CCA4-4762-9682-66053118EE01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6" creationId="{85BCEEDC-9E09-449F-ADB6-80D02740131E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7" creationId="{7B72E047-33E9-4C2F-AB32-2E1D86F07D2B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8" creationId="{2E2BD5CE-2005-4BC8-9395-EF7C1765F96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9" creationId="{580EA649-14B5-4008-B2F3-815A1027C463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0" creationId="{EB9D517E-B3EB-4DE8-8609-50CAEAA68CE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1" creationId="{AF0EC974-20F0-4C66-93A7-9D08B4EEBC24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2" creationId="{C00E69DC-9EDE-47C1-B7B7-DD469CC9651A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3" creationId="{1A028CC3-A3ED-4402-A6D7-561E78698EE2}"/>
          </ac:spMkLst>
        </pc:spChg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  <pc:graphicFrameChg chg="add mod">
          <ac:chgData name="Dieter Beaven" userId="9bbdb69f-69d0-4759-aa9b-5c090a2da237" providerId="ADAL" clId="{726B594F-B2FE-4CFE-B840-5BCF92F9675E}" dt="2025-01-13T14:52:18.021" v="69"/>
          <ac:graphicFrameMkLst>
            <pc:docMk/>
            <pc:sldMk cId="464788855" sldId="701"/>
            <ac:graphicFrameMk id="5" creationId="{CA02A25D-8B7B-739F-827A-5EEA975513BF}"/>
          </ac:graphicFrameMkLst>
        </pc:graphicFrameChg>
        <pc:picChg chg="del">
          <ac:chgData name="Dieter Beaven" userId="9bbdb69f-69d0-4759-aa9b-5c090a2da237" providerId="ADAL" clId="{726B594F-B2FE-4CFE-B840-5BCF92F9675E}" dt="2025-01-13T14:52:12.297" v="67" actId="478"/>
          <ac:picMkLst>
            <pc:docMk/>
            <pc:sldMk cId="464788855" sldId="701"/>
            <ac:picMk id="6" creationId="{DDA5895F-7F9D-2D50-3979-5AAFA70DBC30}"/>
          </ac:picMkLst>
        </pc:picChg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  <pc:picChg chg="del">
          <ac:chgData name="Dieter Beaven" userId="9bbdb69f-69d0-4759-aa9b-5c090a2da237" providerId="ADAL" clId="{726B594F-B2FE-4CFE-B840-5BCF92F9675E}" dt="2025-01-13T14:52:04.220" v="65" actId="478"/>
          <ac:picMkLst>
            <pc:docMk/>
            <pc:sldMk cId="3902928920" sldId="718"/>
            <ac:picMk id="6" creationId="{9EF0AF7A-2ADA-5249-238A-B493E94A475B}"/>
          </ac:picMkLst>
        </pc:picChg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  <pc:picChg chg="del">
          <ac:chgData name="Dieter Beaven" userId="9bbdb69f-69d0-4759-aa9b-5c090a2da237" providerId="ADAL" clId="{726B594F-B2FE-4CFE-B840-5BCF92F9675E}" dt="2025-01-13T14:52:07.357" v="66" actId="478"/>
          <ac:picMkLst>
            <pc:docMk/>
            <pc:sldMk cId="1701787432" sldId="719"/>
            <ac:picMk id="7" creationId="{E902FE23-9CD8-2E6B-E7D3-6A96610F5DFB}"/>
          </ac:picMkLst>
        </pc:picChg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14/01/2025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7" Type="http://schemas.openxmlformats.org/officeDocument/2006/relationships/image" Target="../media/image5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10.png"/><Relationship Id="rId7" Type="http://schemas.openxmlformats.org/officeDocument/2006/relationships/image" Target="../media/image29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210.png"/><Relationship Id="rId10" Type="http://schemas.openxmlformats.org/officeDocument/2006/relationships/image" Target="../media/image32.png"/><Relationship Id="rId4" Type="http://schemas.openxmlformats.org/officeDocument/2006/relationships/image" Target="../media/image1110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Reverse </a:t>
            </a:r>
            <a:r>
              <a:rPr lang="en-GB"/>
              <a:t>Chain Rule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#4</a:t>
              </a:r>
              <a:r>
                <a:rPr lang="en-GB" sz="3200" dirty="0"/>
                <a:t>: Reverse Chain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7544" y="836712"/>
                <a:ext cx="8333556" cy="1810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</a:t>
                </a:r>
                <a:r>
                  <a:rPr lang="en-GB" b="1" dirty="0"/>
                  <a:t>Integration by Inspection/Reverse Chain Rule</a:t>
                </a:r>
                <a:r>
                  <a:rPr lang="en-GB" dirty="0"/>
                  <a:t>: Use common sense to </a:t>
                </a:r>
                <a:r>
                  <a:rPr lang="en-GB" b="1" dirty="0"/>
                  <a:t>consider some expression </a:t>
                </a:r>
                <a:r>
                  <a:rPr lang="en-GB" dirty="0"/>
                  <a:t>that would differentiate to the expression given. Then </a:t>
                </a:r>
                <a:r>
                  <a:rPr lang="en-GB" b="1" dirty="0"/>
                  <a:t>scale</a:t>
                </a:r>
                <a:r>
                  <a:rPr lang="en-GB" dirty="0"/>
                  <a:t> appropriately.</a:t>
                </a:r>
              </a:p>
              <a:p>
                <a:r>
                  <a:rPr lang="en-GB" dirty="0"/>
                  <a:t>Common patterns: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𝑇𝑟𝑦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𝑇𝑟𝑦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36712"/>
                <a:ext cx="8333556" cy="1810688"/>
              </a:xfrm>
              <a:prstGeom prst="rect">
                <a:avLst/>
              </a:prstGeom>
              <a:blipFill>
                <a:blip r:embed="rId2"/>
                <a:stretch>
                  <a:fillRect l="-511" t="-1329" r="-875" b="-26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068960"/>
                <a:ext cx="2880320" cy="91646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068960"/>
                <a:ext cx="2880320" cy="91646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4221088"/>
                <a:ext cx="2880320" cy="2345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⁡|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+1|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221088"/>
                <a:ext cx="2880320" cy="2345257"/>
              </a:xfrm>
              <a:prstGeom prst="rect">
                <a:avLst/>
              </a:prstGeom>
              <a:blipFill rotWithShape="0">
                <a:blip r:embed="rId6"/>
                <a:stretch>
                  <a:fillRect l="-1907" t="-1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300192" y="1476267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In words: “If the bottom of a fraction differentiates to give the top (forgetting scaling), try ln of the bottom”.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5940152" y="1891766"/>
            <a:ext cx="360040" cy="1690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44159" y="3068960"/>
                <a:ext cx="2976614" cy="84760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159" y="3068960"/>
                <a:ext cx="2976614" cy="84760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07904" y="4221087"/>
                <a:ext cx="2880320" cy="1792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4221087"/>
                <a:ext cx="2880320" cy="1792798"/>
              </a:xfrm>
              <a:prstGeom prst="rect">
                <a:avLst/>
              </a:prstGeom>
              <a:blipFill rotWithShape="0">
                <a:blip r:embed="rId8"/>
                <a:stretch>
                  <a:fillRect l="-1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36836" y="4015402"/>
            <a:ext cx="2880320" cy="25509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4158" y="3916564"/>
            <a:ext cx="2976615" cy="26497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092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 err="1"/>
                <a:t>Quickfire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1186871"/>
                <a:ext cx="6048672" cy="3332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0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den>
                          </m:f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𝒍𝒏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2000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func>
                      <m:r>
                        <a:rPr lang="en-GB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sup>
                          </m:sSup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func>
                            <m:func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0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20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2000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den>
                      </m:f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186871"/>
                <a:ext cx="6048672" cy="3332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23528" y="708627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your head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528" y="46282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 in your head !?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3528" y="5107470"/>
                <a:ext cx="4104456" cy="1177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𝒅𝒙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107470"/>
                <a:ext cx="4104456" cy="1177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051720" y="1226105"/>
            <a:ext cx="1872208" cy="546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3944" y="1921832"/>
            <a:ext cx="2256048" cy="546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3628" y="2545314"/>
            <a:ext cx="2256048" cy="546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8089" y="3168769"/>
            <a:ext cx="2514566" cy="546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3984" y="3843879"/>
            <a:ext cx="2256048" cy="546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3020" y="5142888"/>
            <a:ext cx="2151980" cy="1194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973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AC665D-3778-46C3-A0C1-E1B4C4D11647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FB2EC281-E28B-4C14-A70B-F884B83E3636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dirty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32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fName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sz="3200" dirty="0"/>
                    <a:t> vs 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FB2EC281-E28B-4C14-A70B-F884B83E3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500" b="-34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B8342EA-54DA-4DE3-B3BD-10A0AB4F0D2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14B11B-45F4-4306-94DD-2D662F08AE18}"/>
                  </a:ext>
                </a:extLst>
              </p:cNvPr>
              <p:cNvSpPr txBox="1"/>
              <p:nvPr/>
            </p:nvSpPr>
            <p:spPr>
              <a:xfrm>
                <a:off x="395536" y="1196752"/>
                <a:ext cx="7848872" cy="2258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Notice when we differentiate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then power decreases: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GB" b="1" i="0" smtClean="0">
                                          <a:latin typeface="Cambria Math" panose="02040503050406030204" pitchFamily="18" charset="0"/>
                                        </a:rPr>
                                        <m:t>𝐬𝐢𝐧</m:t>
                                      </m:r>
                                    </m:fName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However, when we differentiate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GB" b="1" i="0" smtClean="0">
                                          <a:latin typeface="Cambria Math" panose="02040503050406030204" pitchFamily="18" charset="0"/>
                                        </a:rPr>
                                        <m:t>𝐬𝐞𝐜</m:t>
                                      </m:r>
                                    </m:fName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𝐬𝐞𝐜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Notice that the power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𝑠𝑒𝑐</m:t>
                    </m:r>
                  </m:oMath>
                </a14:m>
                <a:r>
                  <a:rPr lang="en-GB" dirty="0"/>
                  <a:t> didn’t go down. Keep this in mind when integrating.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14B11B-45F4-4306-94DD-2D662F08A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96752"/>
                <a:ext cx="7848872" cy="2258311"/>
              </a:xfrm>
              <a:prstGeom prst="rect">
                <a:avLst/>
              </a:prstGeom>
              <a:blipFill>
                <a:blip r:embed="rId3"/>
                <a:stretch>
                  <a:fillRect l="-699" t="-1078" b="-3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5CB73BA-F897-4939-ABB4-E16121EC54C9}"/>
              </a:ext>
            </a:extLst>
          </p:cNvPr>
          <p:cNvSpPr/>
          <p:nvPr/>
        </p:nvSpPr>
        <p:spPr>
          <a:xfrm>
            <a:off x="3537620" y="1518204"/>
            <a:ext cx="3053680" cy="628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34447-8266-4AC4-8A61-9319312DF7D7}"/>
              </a:ext>
            </a:extLst>
          </p:cNvPr>
          <p:cNvSpPr/>
          <p:nvPr/>
        </p:nvSpPr>
        <p:spPr>
          <a:xfrm>
            <a:off x="3254648" y="2600933"/>
            <a:ext cx="3908152" cy="49786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ECC1FE-A48C-4CA1-8217-4A2C2820CB0B}"/>
                  </a:ext>
                </a:extLst>
              </p:cNvPr>
              <p:cNvSpPr txBox="1"/>
              <p:nvPr/>
            </p:nvSpPr>
            <p:spPr>
              <a:xfrm>
                <a:off x="1784896" y="3920480"/>
                <a:ext cx="5616624" cy="2582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Consider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0" smtClean="0"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𝐬𝐞𝐜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𝒔𝒆𝒄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nary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ECC1FE-A48C-4CA1-8217-4A2C2820C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896" y="3920480"/>
                <a:ext cx="5616624" cy="2582117"/>
              </a:xfrm>
              <a:prstGeom prst="rect">
                <a:avLst/>
              </a:prstGeom>
              <a:blipFill>
                <a:blip r:embed="rId4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10B9D9FA-8C4A-43D7-96F8-A00394694D40}"/>
              </a:ext>
            </a:extLst>
          </p:cNvPr>
          <p:cNvSpPr/>
          <p:nvPr/>
        </p:nvSpPr>
        <p:spPr>
          <a:xfrm>
            <a:off x="1583544" y="4738699"/>
            <a:ext cx="5757056" cy="14462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1998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8" grpId="0"/>
      <p:bldP spid="9" grpId="0" animBg="1"/>
      <p:bldP spid="9" grpId="1" animBg="1"/>
      <p:bldP spid="9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9188" y="861107"/>
                <a:ext cx="2880320" cy="6587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88" y="861107"/>
                <a:ext cx="2880320" cy="6587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528" y="1653195"/>
                <a:ext cx="3168352" cy="2259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=−6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653195"/>
                <a:ext cx="3168352" cy="2259080"/>
              </a:xfrm>
              <a:prstGeom prst="rect">
                <a:avLst/>
              </a:prstGeom>
              <a:blipFill rotWithShape="0">
                <a:blip r:embed="rId3"/>
                <a:stretch>
                  <a:fillRect l="-1538" t="-1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47864" y="861107"/>
                <a:ext cx="4392488" cy="71045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𝑐𝑜𝑠𝑒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2+</m:t>
                                      </m:r>
                                      <m:func>
                                        <m:func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0" smtClean="0">
                                              <a:latin typeface="Cambria Math" panose="02040503050406030204" pitchFamily="18" charset="0"/>
                                            </a:rPr>
                                            <m:t>cot</m:t>
                                          </m:r>
                                        </m:fName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861107"/>
                <a:ext cx="4392488" cy="71045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1797211"/>
                <a:ext cx="4248472" cy="1909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𝑐𝑜𝑠𝑒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𝑐𝑜𝑠𝑒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Thus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𝑐𝑜𝑠𝑒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2+</m:t>
                                    </m:r>
                                    <m:func>
                                      <m:func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GB">
                                            <a:latin typeface="Cambria Math" panose="02040503050406030204" pitchFamily="18" charset="0"/>
                                          </a:rPr>
                                          <m:t>cot</m:t>
                                        </m:r>
                                      </m:fName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𝐜𝐨𝐭</m:t>
                                </m:r>
                              </m:fNam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1797211"/>
                <a:ext cx="4248472" cy="1909690"/>
              </a:xfrm>
              <a:prstGeom prst="rect">
                <a:avLst/>
              </a:prstGeom>
              <a:blipFill rotWithShape="0">
                <a:blip r:embed="rId5"/>
                <a:stretch>
                  <a:fillRect l="-1291" t="-1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71730" y="4042350"/>
                <a:ext cx="3759454" cy="6587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730" y="4042350"/>
                <a:ext cx="3759454" cy="6587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197089" y="4773856"/>
                <a:ext cx="3845312" cy="1760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Try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089" y="4773856"/>
                <a:ext cx="3845312" cy="1760547"/>
              </a:xfrm>
              <a:prstGeom prst="rect">
                <a:avLst/>
              </a:prstGeom>
              <a:blipFill>
                <a:blip r:embed="rId7"/>
                <a:stretch>
                  <a:fillRect l="-1429" t="-1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345271" y="1534314"/>
            <a:ext cx="2874237" cy="23779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7864" y="1571557"/>
            <a:ext cx="4392488" cy="23262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1730" y="4704494"/>
            <a:ext cx="3759454" cy="18299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7504" y="4055050"/>
                <a:ext cx="2419796" cy="71045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55050"/>
                <a:ext cx="2419796" cy="7104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7628" y="5119092"/>
                <a:ext cx="244827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+1|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8" y="5119092"/>
                <a:ext cx="2448272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07504" y="4763417"/>
            <a:ext cx="2419796" cy="12578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565A4C-21DB-4060-8C07-578DFFF22B5D}"/>
                  </a:ext>
                </a:extLst>
              </p:cNvPr>
              <p:cNvSpPr txBox="1"/>
              <p:nvPr/>
            </p:nvSpPr>
            <p:spPr>
              <a:xfrm>
                <a:off x="2699792" y="4055049"/>
                <a:ext cx="2354808" cy="6587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565A4C-21DB-4060-8C07-578DFFF22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055049"/>
                <a:ext cx="2354808" cy="6587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3A3090-60E6-4541-AD9C-3B3C04510862}"/>
                  </a:ext>
                </a:extLst>
              </p:cNvPr>
              <p:cNvSpPr txBox="1"/>
              <p:nvPr/>
            </p:nvSpPr>
            <p:spPr>
              <a:xfrm>
                <a:off x="2699792" y="4773856"/>
                <a:ext cx="21602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3A3090-60E6-4541-AD9C-3B3C04510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773856"/>
                <a:ext cx="2160240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3BE9950-A34B-4632-9FC6-C459C98DFD49}"/>
              </a:ext>
            </a:extLst>
          </p:cNvPr>
          <p:cNvSpPr/>
          <p:nvPr/>
        </p:nvSpPr>
        <p:spPr>
          <a:xfrm>
            <a:off x="2699792" y="4740345"/>
            <a:ext cx="2354808" cy="12578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755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FF18A5-8014-D4A5-BDBE-8D0B4B2AAA4F}"/>
                  </a:ext>
                </a:extLst>
              </p:cNvPr>
              <p:cNvSpPr txBox="1"/>
              <p:nvPr/>
            </p:nvSpPr>
            <p:spPr>
              <a:xfrm>
                <a:off x="395536" y="2013453"/>
                <a:ext cx="6840760" cy="3120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Extension:</a:t>
                </a:r>
              </a:p>
              <a:p>
                <a:endParaRPr lang="en-GB" dirty="0"/>
              </a:p>
              <a:p>
                <a:r>
                  <a:rPr lang="en-GB" dirty="0"/>
                  <a:t>[STEP I 2013 Q4]</a:t>
                </a:r>
              </a:p>
              <a:p>
                <a:r>
                  <a:rPr lang="en-GB" dirty="0"/>
                  <a:t>(</a:t>
                </a:r>
                <a:r>
                  <a:rPr lang="en-GB" dirty="0" err="1"/>
                  <a:t>i</a:t>
                </a:r>
                <a:r>
                  <a:rPr lang="en-GB" dirty="0"/>
                  <a:t>) Show that,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,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(ii) Evaluate the following integrals: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nary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Solutions: (ii)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𝐥𝐧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func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FF18A5-8014-D4A5-BDBE-8D0B4B2AA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013453"/>
                <a:ext cx="6840760" cy="3120854"/>
              </a:xfrm>
              <a:prstGeom prst="rect">
                <a:avLst/>
              </a:prstGeom>
              <a:blipFill>
                <a:blip r:embed="rId2"/>
                <a:stretch>
                  <a:fillRect l="-802" t="-977" b="-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792A530-6E80-E17A-5AC3-878CC9953F32}"/>
              </a:ext>
            </a:extLst>
          </p:cNvPr>
          <p:cNvSpPr/>
          <p:nvPr/>
        </p:nvSpPr>
        <p:spPr>
          <a:xfrm>
            <a:off x="1763688" y="4581128"/>
            <a:ext cx="2552701" cy="655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567C4CB-989B-742D-ED98-F9E99A727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620688"/>
            <a:ext cx="6883645" cy="622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D553E85-C4DD-F7E8-4E44-DB95B414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28" y="1196752"/>
            <a:ext cx="541020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22511</TotalTime>
  <Words>442</Words>
  <Application>Microsoft Office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P2 Chapter 11: Integration  Using Reverse Chain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2025-01-14T17:01:35Z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