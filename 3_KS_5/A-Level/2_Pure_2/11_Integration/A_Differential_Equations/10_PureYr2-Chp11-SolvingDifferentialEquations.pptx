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717" r:id="rId5"/>
    <p:sldId id="722" r:id="rId6"/>
    <p:sldId id="532" r:id="rId7"/>
    <p:sldId id="721" r:id="rId8"/>
    <p:sldId id="535" r:id="rId9"/>
    <p:sldId id="573" r:id="rId10"/>
    <p:sldId id="536" r:id="rId11"/>
    <p:sldId id="572" r:id="rId12"/>
    <p:sldId id="533" r:id="rId13"/>
    <p:sldId id="718" r:id="rId14"/>
    <p:sldId id="723" r:id="rId15"/>
    <p:sldId id="72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BCAB78-591A-489E-BE0E-83B8C7C2D058}" v="117" dt="2025-09-30T15:23:56.9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0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290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ECBD9E4A-1235-4EEC-869C-E985CAFAC468}"/>
    <pc:docChg chg="custSel delSld modSld">
      <pc:chgData name="Dieter Beaven" userId="9bbdb69f-69d0-4759-aa9b-5c090a2da237" providerId="ADAL" clId="{ECBD9E4A-1235-4EEC-869C-E985CAFAC468}" dt="2024-12-03T16:48:12.107" v="62" actId="478"/>
      <pc:docMkLst>
        <pc:docMk/>
      </pc:docMkLst>
      <pc:sldChg chg="modSp mod">
        <pc:chgData name="Dieter Beaven" userId="9bbdb69f-69d0-4759-aa9b-5c090a2da237" providerId="ADAL" clId="{ECBD9E4A-1235-4EEC-869C-E985CAFAC468}" dt="2024-12-03T16:48:08.522" v="60" actId="20577"/>
        <pc:sldMkLst>
          <pc:docMk/>
          <pc:sldMk cId="2586607706" sldId="531"/>
        </pc:sldMkLst>
      </pc:sldChg>
      <pc:sldChg chg="delSp mod">
        <pc:chgData name="Dieter Beaven" userId="9bbdb69f-69d0-4759-aa9b-5c090a2da237" providerId="ADAL" clId="{ECBD9E4A-1235-4EEC-869C-E985CAFAC468}" dt="2024-12-03T16:48:10.928" v="61" actId="478"/>
        <pc:sldMkLst>
          <pc:docMk/>
          <pc:sldMk cId="173887519" sldId="533"/>
        </pc:sldMkLst>
      </pc:sldChg>
      <pc:sldChg chg="del">
        <pc:chgData name="Dieter Beaven" userId="9bbdb69f-69d0-4759-aa9b-5c090a2da237" providerId="ADAL" clId="{ECBD9E4A-1235-4EEC-869C-E985CAFAC468}" dt="2024-12-03T16:47:51.686" v="51" actId="47"/>
        <pc:sldMkLst>
          <pc:docMk/>
          <pc:sldMk cId="2702725889" sldId="565"/>
        </pc:sldMkLst>
      </pc:sldChg>
      <pc:sldChg chg="del">
        <pc:chgData name="Dieter Beaven" userId="9bbdb69f-69d0-4759-aa9b-5c090a2da237" providerId="ADAL" clId="{ECBD9E4A-1235-4EEC-869C-E985CAFAC468}" dt="2024-12-03T16:47:54.828" v="54" actId="47"/>
        <pc:sldMkLst>
          <pc:docMk/>
          <pc:sldMk cId="3628465465" sldId="566"/>
        </pc:sldMkLst>
      </pc:sldChg>
      <pc:sldChg chg="del">
        <pc:chgData name="Dieter Beaven" userId="9bbdb69f-69d0-4759-aa9b-5c090a2da237" providerId="ADAL" clId="{ECBD9E4A-1235-4EEC-869C-E985CAFAC468}" dt="2024-12-03T16:47:52.733" v="52" actId="47"/>
        <pc:sldMkLst>
          <pc:docMk/>
          <pc:sldMk cId="3026909746" sldId="567"/>
        </pc:sldMkLst>
      </pc:sldChg>
      <pc:sldChg chg="del">
        <pc:chgData name="Dieter Beaven" userId="9bbdb69f-69d0-4759-aa9b-5c090a2da237" providerId="ADAL" clId="{ECBD9E4A-1235-4EEC-869C-E985CAFAC468}" dt="2024-12-03T16:47:53.827" v="53" actId="47"/>
        <pc:sldMkLst>
          <pc:docMk/>
          <pc:sldMk cId="3536885959" sldId="568"/>
        </pc:sldMkLst>
      </pc:sldChg>
      <pc:sldChg chg="del">
        <pc:chgData name="Dieter Beaven" userId="9bbdb69f-69d0-4759-aa9b-5c090a2da237" providerId="ADAL" clId="{ECBD9E4A-1235-4EEC-869C-E985CAFAC468}" dt="2024-12-03T16:47:56.062" v="55" actId="47"/>
        <pc:sldMkLst>
          <pc:docMk/>
          <pc:sldMk cId="1552281268" sldId="569"/>
        </pc:sldMkLst>
      </pc:sldChg>
      <pc:sldChg chg="del">
        <pc:chgData name="Dieter Beaven" userId="9bbdb69f-69d0-4759-aa9b-5c090a2da237" providerId="ADAL" clId="{ECBD9E4A-1235-4EEC-869C-E985CAFAC468}" dt="2024-12-03T16:47:57.278" v="56" actId="47"/>
        <pc:sldMkLst>
          <pc:docMk/>
          <pc:sldMk cId="4134640982" sldId="570"/>
        </pc:sldMkLst>
      </pc:sldChg>
      <pc:sldChg chg="modSp mod">
        <pc:chgData name="Dieter Beaven" userId="9bbdb69f-69d0-4759-aa9b-5c090a2da237" providerId="ADAL" clId="{ECBD9E4A-1235-4EEC-869C-E985CAFAC468}" dt="2024-12-03T16:47:48.917" v="50" actId="20577"/>
        <pc:sldMkLst>
          <pc:docMk/>
          <pc:sldMk cId="938785864" sldId="717"/>
        </pc:sldMkLst>
      </pc:sldChg>
      <pc:sldChg chg="delSp mod">
        <pc:chgData name="Dieter Beaven" userId="9bbdb69f-69d0-4759-aa9b-5c090a2da237" providerId="ADAL" clId="{ECBD9E4A-1235-4EEC-869C-E985CAFAC468}" dt="2024-12-03T16:48:12.107" v="62" actId="478"/>
        <pc:sldMkLst>
          <pc:docMk/>
          <pc:sldMk cId="3902928920" sldId="718"/>
        </pc:sldMkLst>
      </pc:sldChg>
    </pc:docChg>
  </pc:docChgLst>
  <pc:docChgLst>
    <pc:chgData name="Dieter Beaven" userId="9bbdb69f-69d0-4759-aa9b-5c090a2da237" providerId="ADAL" clId="{7C692C91-EAD8-4E09-8B68-F69683BFDE24}"/>
    <pc:docChg chg="undo custSel addSld delSld modSld">
      <pc:chgData name="Dieter Beaven" userId="9bbdb69f-69d0-4759-aa9b-5c090a2da237" providerId="ADAL" clId="{7C692C91-EAD8-4E09-8B68-F69683BFDE24}" dt="2025-09-30T09:36:39.466" v="29" actId="478"/>
      <pc:docMkLst>
        <pc:docMk/>
      </pc:docMkLst>
      <pc:sldChg chg="del">
        <pc:chgData name="Dieter Beaven" userId="9bbdb69f-69d0-4759-aa9b-5c090a2da237" providerId="ADAL" clId="{7C692C91-EAD8-4E09-8B68-F69683BFDE24}" dt="2025-09-30T09:36:30.187" v="21" actId="47"/>
        <pc:sldMkLst>
          <pc:docMk/>
          <pc:sldMk cId="1928948471" sldId="498"/>
        </pc:sldMkLst>
      </pc:sldChg>
      <pc:sldChg chg="del">
        <pc:chgData name="Dieter Beaven" userId="9bbdb69f-69d0-4759-aa9b-5c090a2da237" providerId="ADAL" clId="{7C692C91-EAD8-4E09-8B68-F69683BFDE24}" dt="2025-09-30T09:36:30.671" v="22" actId="47"/>
        <pc:sldMkLst>
          <pc:docMk/>
          <pc:sldMk cId="405968645" sldId="499"/>
        </pc:sldMkLst>
      </pc:sldChg>
      <pc:sldChg chg="add del">
        <pc:chgData name="Dieter Beaven" userId="9bbdb69f-69d0-4759-aa9b-5c090a2da237" providerId="ADAL" clId="{7C692C91-EAD8-4E09-8B68-F69683BFDE24}" dt="2025-09-30T09:36:34.695" v="27" actId="47"/>
        <pc:sldMkLst>
          <pc:docMk/>
          <pc:sldMk cId="2586607706" sldId="531"/>
        </pc:sldMkLst>
      </pc:sldChg>
      <pc:sldChg chg="delSp mod">
        <pc:chgData name="Dieter Beaven" userId="9bbdb69f-69d0-4759-aa9b-5c090a2da237" providerId="ADAL" clId="{7C692C91-EAD8-4E09-8B68-F69683BFDE24}" dt="2025-09-30T09:36:38.169" v="28" actId="478"/>
        <pc:sldMkLst>
          <pc:docMk/>
          <pc:sldMk cId="173887519" sldId="533"/>
        </pc:sldMkLst>
        <pc:picChg chg="del">
          <ac:chgData name="Dieter Beaven" userId="9bbdb69f-69d0-4759-aa9b-5c090a2da237" providerId="ADAL" clId="{7C692C91-EAD8-4E09-8B68-F69683BFDE24}" dt="2025-09-30T09:36:38.169" v="28" actId="478"/>
          <ac:picMkLst>
            <pc:docMk/>
            <pc:sldMk cId="173887519" sldId="533"/>
            <ac:picMk id="8" creationId="{90A1020E-9833-14EE-AFB8-8566D2DE8743}"/>
          </ac:picMkLst>
        </pc:picChg>
      </pc:sldChg>
      <pc:sldChg chg="del">
        <pc:chgData name="Dieter Beaven" userId="9bbdb69f-69d0-4759-aa9b-5c090a2da237" providerId="ADAL" clId="{7C692C91-EAD8-4E09-8B68-F69683BFDE24}" dt="2025-09-30T09:36:31.148" v="23" actId="47"/>
        <pc:sldMkLst>
          <pc:docMk/>
          <pc:sldMk cId="3218371740" sldId="545"/>
        </pc:sldMkLst>
      </pc:sldChg>
      <pc:sldChg chg="del">
        <pc:chgData name="Dieter Beaven" userId="9bbdb69f-69d0-4759-aa9b-5c090a2da237" providerId="ADAL" clId="{7C692C91-EAD8-4E09-8B68-F69683BFDE24}" dt="2025-09-30T09:36:31.930" v="24" actId="47"/>
        <pc:sldMkLst>
          <pc:docMk/>
          <pc:sldMk cId="3448424687" sldId="566"/>
        </pc:sldMkLst>
      </pc:sldChg>
      <pc:sldChg chg="del">
        <pc:chgData name="Dieter Beaven" userId="9bbdb69f-69d0-4759-aa9b-5c090a2da237" providerId="ADAL" clId="{7C692C91-EAD8-4E09-8B68-F69683BFDE24}" dt="2025-09-30T09:36:32.492" v="25" actId="47"/>
        <pc:sldMkLst>
          <pc:docMk/>
          <pc:sldMk cId="1784941502" sldId="567"/>
        </pc:sldMkLst>
      </pc:sldChg>
      <pc:sldChg chg="modSp mod">
        <pc:chgData name="Dieter Beaven" userId="9bbdb69f-69d0-4759-aa9b-5c090a2da237" providerId="ADAL" clId="{7C692C91-EAD8-4E09-8B68-F69683BFDE24}" dt="2025-09-30T09:36:24.250" v="20" actId="20577"/>
        <pc:sldMkLst>
          <pc:docMk/>
          <pc:sldMk cId="938785864" sldId="717"/>
        </pc:sldMkLst>
        <pc:spChg chg="mod">
          <ac:chgData name="Dieter Beaven" userId="9bbdb69f-69d0-4759-aa9b-5c090a2da237" providerId="ADAL" clId="{7C692C91-EAD8-4E09-8B68-F69683BFDE24}" dt="2025-09-30T09:36:24.250" v="20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7C692C91-EAD8-4E09-8B68-F69683BFDE24}" dt="2025-09-30T09:36:39.466" v="29" actId="478"/>
        <pc:sldMkLst>
          <pc:docMk/>
          <pc:sldMk cId="3902928920" sldId="718"/>
        </pc:sldMkLst>
        <pc:picChg chg="del">
          <ac:chgData name="Dieter Beaven" userId="9bbdb69f-69d0-4759-aa9b-5c090a2da237" providerId="ADAL" clId="{7C692C91-EAD8-4E09-8B68-F69683BFDE24}" dt="2025-09-30T09:36:39.466" v="29" actId="478"/>
          <ac:picMkLst>
            <pc:docMk/>
            <pc:sldMk cId="3902928920" sldId="718"/>
            <ac:picMk id="6" creationId="{563C3B27-2051-A680-C9E7-A78537F17D22}"/>
          </ac:picMkLst>
        </pc:picChg>
      </pc:sldChg>
    </pc:docChg>
  </pc:docChgLst>
  <pc:docChgLst>
    <pc:chgData name="Dieter Beaven" userId="9bbdb69f-69d0-4759-aa9b-5c090a2da237" providerId="ADAL" clId="{4BBCAB78-591A-489E-BE0E-83B8C7C2D058}"/>
    <pc:docChg chg="undo custSel addSld delSld modSld">
      <pc:chgData name="Dieter Beaven" userId="9bbdb69f-69d0-4759-aa9b-5c090a2da237" providerId="ADAL" clId="{4BBCAB78-591A-489E-BE0E-83B8C7C2D058}" dt="2025-09-30T15:35:34.706" v="227" actId="1076"/>
      <pc:docMkLst>
        <pc:docMk/>
      </pc:docMkLst>
      <pc:sldChg chg="modSp del mod">
        <pc:chgData name="Dieter Beaven" userId="9bbdb69f-69d0-4759-aa9b-5c090a2da237" providerId="ADAL" clId="{4BBCAB78-591A-489E-BE0E-83B8C7C2D058}" dt="2025-09-30T15:13:48.180" v="200" actId="47"/>
        <pc:sldMkLst>
          <pc:docMk/>
          <pc:sldMk cId="2586607706" sldId="531"/>
        </pc:sldMkLst>
        <pc:spChg chg="mod">
          <ac:chgData name="Dieter Beaven" userId="9bbdb69f-69d0-4759-aa9b-5c090a2da237" providerId="ADAL" clId="{4BBCAB78-591A-489E-BE0E-83B8C7C2D058}" dt="2025-09-30T15:04:12.453" v="36" actId="1076"/>
          <ac:spMkLst>
            <pc:docMk/>
            <pc:sldMk cId="2586607706" sldId="531"/>
            <ac:spMk id="10" creationId="{121E0E2A-664C-83E9-8F90-483906939EF3}"/>
          </ac:spMkLst>
        </pc:spChg>
      </pc:sldChg>
      <pc:sldChg chg="delSp modSp add mod">
        <pc:chgData name="Dieter Beaven" userId="9bbdb69f-69d0-4759-aa9b-5c090a2da237" providerId="ADAL" clId="{4BBCAB78-591A-489E-BE0E-83B8C7C2D058}" dt="2025-09-30T15:06:12.610" v="41" actId="478"/>
        <pc:sldMkLst>
          <pc:docMk/>
          <pc:sldMk cId="2727444841" sldId="532"/>
        </pc:sldMkLst>
        <pc:spChg chg="mod">
          <ac:chgData name="Dieter Beaven" userId="9bbdb69f-69d0-4759-aa9b-5c090a2da237" providerId="ADAL" clId="{4BBCAB78-591A-489E-BE0E-83B8C7C2D058}" dt="2025-09-30T15:06:05.439" v="40" actId="6549"/>
          <ac:spMkLst>
            <pc:docMk/>
            <pc:sldMk cId="2727444841" sldId="532"/>
            <ac:spMk id="3" creationId="{00000000-0000-0000-0000-000000000000}"/>
          </ac:spMkLst>
        </pc:spChg>
        <pc:spChg chg="del">
          <ac:chgData name="Dieter Beaven" userId="9bbdb69f-69d0-4759-aa9b-5c090a2da237" providerId="ADAL" clId="{4BBCAB78-591A-489E-BE0E-83B8C7C2D058}" dt="2025-09-30T15:06:12.610" v="41" actId="478"/>
          <ac:spMkLst>
            <pc:docMk/>
            <pc:sldMk cId="2727444841" sldId="532"/>
            <ac:spMk id="6" creationId="{00000000-0000-0000-0000-000000000000}"/>
          </ac:spMkLst>
        </pc:spChg>
        <pc:spChg chg="mod">
          <ac:chgData name="Dieter Beaven" userId="9bbdb69f-69d0-4759-aa9b-5c090a2da237" providerId="ADAL" clId="{4BBCAB78-591A-489E-BE0E-83B8C7C2D058}" dt="2025-09-30T15:05:54.030" v="39" actId="1076"/>
          <ac:spMkLst>
            <pc:docMk/>
            <pc:sldMk cId="2727444841" sldId="532"/>
            <ac:spMk id="8" creationId="{00000000-0000-0000-0000-000000000000}"/>
          </ac:spMkLst>
        </pc:spChg>
      </pc:sldChg>
      <pc:sldChg chg="addSp delSp modSp mod">
        <pc:chgData name="Dieter Beaven" userId="9bbdb69f-69d0-4759-aa9b-5c090a2da237" providerId="ADAL" clId="{4BBCAB78-591A-489E-BE0E-83B8C7C2D058}" dt="2025-09-30T15:23:18.901" v="217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4BBCAB78-591A-489E-BE0E-83B8C7C2D058}" dt="2025-09-30T15:21:43.004" v="202" actId="478"/>
          <ac:picMkLst>
            <pc:docMk/>
            <pc:sldMk cId="173887519" sldId="533"/>
            <ac:picMk id="6" creationId="{87EE84B7-1321-63D1-8066-8FF7E3C40FBF}"/>
          </ac:picMkLst>
        </pc:picChg>
        <pc:picChg chg="add del mod">
          <ac:chgData name="Dieter Beaven" userId="9bbdb69f-69d0-4759-aa9b-5c090a2da237" providerId="ADAL" clId="{4BBCAB78-591A-489E-BE0E-83B8C7C2D058}" dt="2025-09-30T15:22:55.120" v="214" actId="478"/>
          <ac:picMkLst>
            <pc:docMk/>
            <pc:sldMk cId="173887519" sldId="533"/>
            <ac:picMk id="8" creationId="{8CF17B80-4877-702C-638A-51A362AD9BF9}"/>
          </ac:picMkLst>
        </pc:picChg>
        <pc:picChg chg="add mod">
          <ac:chgData name="Dieter Beaven" userId="9bbdb69f-69d0-4759-aa9b-5c090a2da237" providerId="ADAL" clId="{4BBCAB78-591A-489E-BE0E-83B8C7C2D058}" dt="2025-09-30T15:23:18.901" v="217" actId="1076"/>
          <ac:picMkLst>
            <pc:docMk/>
            <pc:sldMk cId="173887519" sldId="533"/>
            <ac:picMk id="10" creationId="{7D8CB498-4BE5-E721-3A0B-7C6DA15E961F}"/>
          </ac:picMkLst>
        </pc:picChg>
      </pc:sldChg>
      <pc:sldChg chg="add">
        <pc:chgData name="Dieter Beaven" userId="9bbdb69f-69d0-4759-aa9b-5c090a2da237" providerId="ADAL" clId="{4BBCAB78-591A-489E-BE0E-83B8C7C2D058}" dt="2025-09-30T15:05:33.571" v="37"/>
        <pc:sldMkLst>
          <pc:docMk/>
          <pc:sldMk cId="1854073384" sldId="535"/>
        </pc:sldMkLst>
      </pc:sldChg>
      <pc:sldChg chg="add">
        <pc:chgData name="Dieter Beaven" userId="9bbdb69f-69d0-4759-aa9b-5c090a2da237" providerId="ADAL" clId="{4BBCAB78-591A-489E-BE0E-83B8C7C2D058}" dt="2025-09-30T15:05:33.571" v="37"/>
        <pc:sldMkLst>
          <pc:docMk/>
          <pc:sldMk cId="302975265" sldId="536"/>
        </pc:sldMkLst>
      </pc:sldChg>
      <pc:sldChg chg="addSp delSp modSp add mod">
        <pc:chgData name="Dieter Beaven" userId="9bbdb69f-69d0-4759-aa9b-5c090a2da237" providerId="ADAL" clId="{4BBCAB78-591A-489E-BE0E-83B8C7C2D058}" dt="2025-09-30T15:13:43.914" v="199"/>
        <pc:sldMkLst>
          <pc:docMk/>
          <pc:sldMk cId="3921816300" sldId="572"/>
        </pc:sldMkLst>
        <pc:spChg chg="mod">
          <ac:chgData name="Dieter Beaven" userId="9bbdb69f-69d0-4759-aa9b-5c090a2da237" providerId="ADAL" clId="{4BBCAB78-591A-489E-BE0E-83B8C7C2D058}" dt="2025-09-30T15:13:33.040" v="197" actId="20577"/>
          <ac:spMkLst>
            <pc:docMk/>
            <pc:sldMk cId="3921816300" sldId="572"/>
            <ac:spMk id="3" creationId="{00000000-0000-0000-0000-000000000000}"/>
          </ac:spMkLst>
        </pc:spChg>
        <pc:spChg chg="add mod">
          <ac:chgData name="Dieter Beaven" userId="9bbdb69f-69d0-4759-aa9b-5c090a2da237" providerId="ADAL" clId="{4BBCAB78-591A-489E-BE0E-83B8C7C2D058}" dt="2025-09-30T15:13:43.914" v="199"/>
          <ac:spMkLst>
            <pc:docMk/>
            <pc:sldMk cId="3921816300" sldId="572"/>
            <ac:spMk id="6" creationId="{9320DF93-74E1-BFD7-64FE-812D325A7BEB}"/>
          </ac:spMkLst>
        </pc:spChg>
        <pc:spChg chg="del">
          <ac:chgData name="Dieter Beaven" userId="9bbdb69f-69d0-4759-aa9b-5c090a2da237" providerId="ADAL" clId="{4BBCAB78-591A-489E-BE0E-83B8C7C2D058}" dt="2025-09-30T15:13:43.586" v="198" actId="478"/>
          <ac:spMkLst>
            <pc:docMk/>
            <pc:sldMk cId="3921816300" sldId="572"/>
            <ac:spMk id="28" creationId="{AB409FA8-34C4-4FDD-966B-EFA5D58ECFF6}"/>
          </ac:spMkLst>
        </pc:spChg>
      </pc:sldChg>
      <pc:sldChg chg="add">
        <pc:chgData name="Dieter Beaven" userId="9bbdb69f-69d0-4759-aa9b-5c090a2da237" providerId="ADAL" clId="{4BBCAB78-591A-489E-BE0E-83B8C7C2D058}" dt="2025-09-30T15:05:33.571" v="37"/>
        <pc:sldMkLst>
          <pc:docMk/>
          <pc:sldMk cId="353497512" sldId="573"/>
        </pc:sldMkLst>
      </pc:sldChg>
      <pc:sldChg chg="modSp mod">
        <pc:chgData name="Dieter Beaven" userId="9bbdb69f-69d0-4759-aa9b-5c090a2da237" providerId="ADAL" clId="{4BBCAB78-591A-489E-BE0E-83B8C7C2D058}" dt="2025-09-30T15:03:47.688" v="34" actId="20577"/>
        <pc:sldMkLst>
          <pc:docMk/>
          <pc:sldMk cId="938785864" sldId="717"/>
        </pc:sldMkLst>
        <pc:spChg chg="mod">
          <ac:chgData name="Dieter Beaven" userId="9bbdb69f-69d0-4759-aa9b-5c090a2da237" providerId="ADAL" clId="{4BBCAB78-591A-489E-BE0E-83B8C7C2D058}" dt="2025-09-30T15:03:47.688" v="34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4BBCAB78-591A-489E-BE0E-83B8C7C2D058}" dt="2025-09-30T15:23:48.813" v="219" actId="1076"/>
        <pc:sldMkLst>
          <pc:docMk/>
          <pc:sldMk cId="3902928920" sldId="718"/>
        </pc:sldMkLst>
        <pc:picChg chg="add del">
          <ac:chgData name="Dieter Beaven" userId="9bbdb69f-69d0-4759-aa9b-5c090a2da237" providerId="ADAL" clId="{4BBCAB78-591A-489E-BE0E-83B8C7C2D058}" dt="2025-09-30T15:22:13.687" v="206" actId="22"/>
          <ac:picMkLst>
            <pc:docMk/>
            <pc:sldMk cId="3902928920" sldId="718"/>
            <ac:picMk id="6" creationId="{575C9907-69DB-468A-6E1A-B1B76C321E7E}"/>
          </ac:picMkLst>
        </pc:picChg>
        <pc:picChg chg="add del">
          <ac:chgData name="Dieter Beaven" userId="9bbdb69f-69d0-4759-aa9b-5c090a2da237" providerId="ADAL" clId="{4BBCAB78-591A-489E-BE0E-83B8C7C2D058}" dt="2025-09-30T15:22:27.012" v="208" actId="22"/>
          <ac:picMkLst>
            <pc:docMk/>
            <pc:sldMk cId="3902928920" sldId="718"/>
            <ac:picMk id="8" creationId="{D369E514-42E9-5526-C229-DB73238B0DA2}"/>
          </ac:picMkLst>
        </pc:picChg>
        <pc:picChg chg="add del">
          <ac:chgData name="Dieter Beaven" userId="9bbdb69f-69d0-4759-aa9b-5c090a2da237" providerId="ADAL" clId="{4BBCAB78-591A-489E-BE0E-83B8C7C2D058}" dt="2025-09-30T15:22:58.635" v="215" actId="478"/>
          <ac:picMkLst>
            <pc:docMk/>
            <pc:sldMk cId="3902928920" sldId="718"/>
            <ac:picMk id="10" creationId="{E8042B1F-A03E-A78B-34F4-5F323635DBC7}"/>
          </ac:picMkLst>
        </pc:picChg>
        <pc:picChg chg="add mod">
          <ac:chgData name="Dieter Beaven" userId="9bbdb69f-69d0-4759-aa9b-5c090a2da237" providerId="ADAL" clId="{4BBCAB78-591A-489E-BE0E-83B8C7C2D058}" dt="2025-09-30T15:23:48.813" v="219" actId="1076"/>
          <ac:picMkLst>
            <pc:docMk/>
            <pc:sldMk cId="3902928920" sldId="718"/>
            <ac:picMk id="12" creationId="{EC86EA37-6F82-991F-4D63-AED9502D7A7C}"/>
          </ac:picMkLst>
        </pc:picChg>
      </pc:sldChg>
      <pc:sldChg chg="addSp modSp mod">
        <pc:chgData name="Dieter Beaven" userId="9bbdb69f-69d0-4759-aa9b-5c090a2da237" providerId="ADAL" clId="{4BBCAB78-591A-489E-BE0E-83B8C7C2D058}" dt="2025-09-30T15:35:34.706" v="227" actId="1076"/>
        <pc:sldMkLst>
          <pc:docMk/>
          <pc:sldMk cId="2398901012" sldId="720"/>
        </pc:sldMkLst>
        <pc:picChg chg="add mod">
          <ac:chgData name="Dieter Beaven" userId="9bbdb69f-69d0-4759-aa9b-5c090a2da237" providerId="ADAL" clId="{4BBCAB78-591A-489E-BE0E-83B8C7C2D058}" dt="2025-09-30T15:35:34.706" v="227" actId="1076"/>
          <ac:picMkLst>
            <pc:docMk/>
            <pc:sldMk cId="2398901012" sldId="720"/>
            <ac:picMk id="6" creationId="{84A56942-37B2-E5F4-468C-E8B8C5FC0D2A}"/>
          </ac:picMkLst>
        </pc:picChg>
      </pc:sldChg>
      <pc:sldChg chg="add">
        <pc:chgData name="Dieter Beaven" userId="9bbdb69f-69d0-4759-aa9b-5c090a2da237" providerId="ADAL" clId="{4BBCAB78-591A-489E-BE0E-83B8C7C2D058}" dt="2025-09-30T15:05:33.571" v="37"/>
        <pc:sldMkLst>
          <pc:docMk/>
          <pc:sldMk cId="4058205253" sldId="721"/>
        </pc:sldMkLst>
      </pc:sldChg>
      <pc:sldChg chg="addSp delSp modSp add mod delAnim">
        <pc:chgData name="Dieter Beaven" userId="9bbdb69f-69d0-4759-aa9b-5c090a2da237" providerId="ADAL" clId="{4BBCAB78-591A-489E-BE0E-83B8C7C2D058}" dt="2025-09-30T15:13:08.702" v="194" actId="1036"/>
        <pc:sldMkLst>
          <pc:docMk/>
          <pc:sldMk cId="1143356467" sldId="722"/>
        </pc:sldMkLst>
        <pc:spChg chg="mod">
          <ac:chgData name="Dieter Beaven" userId="9bbdb69f-69d0-4759-aa9b-5c090a2da237" providerId="ADAL" clId="{4BBCAB78-591A-489E-BE0E-83B8C7C2D058}" dt="2025-09-30T15:06:39.534" v="54" actId="20577"/>
          <ac:spMkLst>
            <pc:docMk/>
            <pc:sldMk cId="1143356467" sldId="722"/>
            <ac:spMk id="3" creationId="{2F502553-3B1D-0D5E-FEB4-685CDCAEE3C5}"/>
          </ac:spMkLst>
        </pc:spChg>
        <pc:spChg chg="mod">
          <ac:chgData name="Dieter Beaven" userId="9bbdb69f-69d0-4759-aa9b-5c090a2da237" providerId="ADAL" clId="{4BBCAB78-591A-489E-BE0E-83B8C7C2D058}" dt="2025-09-30T15:13:08.702" v="194" actId="1036"/>
          <ac:spMkLst>
            <pc:docMk/>
            <pc:sldMk cId="1143356467" sldId="722"/>
            <ac:spMk id="5" creationId="{67EC8779-E612-6F1B-8484-290AD866C14F}"/>
          </ac:spMkLst>
        </pc:spChg>
        <pc:spChg chg="mod">
          <ac:chgData name="Dieter Beaven" userId="9bbdb69f-69d0-4759-aa9b-5c090a2da237" providerId="ADAL" clId="{4BBCAB78-591A-489E-BE0E-83B8C7C2D058}" dt="2025-09-30T15:13:08.702" v="194" actId="1036"/>
          <ac:spMkLst>
            <pc:docMk/>
            <pc:sldMk cId="1143356467" sldId="722"/>
            <ac:spMk id="6" creationId="{86B3BBE8-A494-8043-493A-322099903677}"/>
          </ac:spMkLst>
        </pc:spChg>
        <pc:spChg chg="del">
          <ac:chgData name="Dieter Beaven" userId="9bbdb69f-69d0-4759-aa9b-5c090a2da237" providerId="ADAL" clId="{4BBCAB78-591A-489E-BE0E-83B8C7C2D058}" dt="2025-09-30T15:06:49.081" v="55" actId="478"/>
          <ac:spMkLst>
            <pc:docMk/>
            <pc:sldMk cId="1143356467" sldId="722"/>
            <ac:spMk id="7" creationId="{881E4145-AF98-8BAD-D54C-703050B1AB4D}"/>
          </ac:spMkLst>
        </pc:spChg>
        <pc:spChg chg="del">
          <ac:chgData name="Dieter Beaven" userId="9bbdb69f-69d0-4759-aa9b-5c090a2da237" providerId="ADAL" clId="{4BBCAB78-591A-489E-BE0E-83B8C7C2D058}" dt="2025-09-30T15:06:49.081" v="55" actId="478"/>
          <ac:spMkLst>
            <pc:docMk/>
            <pc:sldMk cId="1143356467" sldId="722"/>
            <ac:spMk id="8" creationId="{A4A5F601-D735-AB6B-D129-7EE138AF145A}"/>
          </ac:spMkLst>
        </pc:spChg>
        <pc:spChg chg="del">
          <ac:chgData name="Dieter Beaven" userId="9bbdb69f-69d0-4759-aa9b-5c090a2da237" providerId="ADAL" clId="{4BBCAB78-591A-489E-BE0E-83B8C7C2D058}" dt="2025-09-30T15:06:49.081" v="55" actId="478"/>
          <ac:spMkLst>
            <pc:docMk/>
            <pc:sldMk cId="1143356467" sldId="722"/>
            <ac:spMk id="9" creationId="{ADA3B515-C35F-FBD8-84D8-E1FCA31004A3}"/>
          </ac:spMkLst>
        </pc:spChg>
        <pc:spChg chg="del">
          <ac:chgData name="Dieter Beaven" userId="9bbdb69f-69d0-4759-aa9b-5c090a2da237" providerId="ADAL" clId="{4BBCAB78-591A-489E-BE0E-83B8C7C2D058}" dt="2025-09-30T15:06:49.081" v="55" actId="478"/>
          <ac:spMkLst>
            <pc:docMk/>
            <pc:sldMk cId="1143356467" sldId="722"/>
            <ac:spMk id="10" creationId="{7CB334C1-2BED-EA7D-3573-88511043C8AB}"/>
          </ac:spMkLst>
        </pc:spChg>
        <pc:spChg chg="del">
          <ac:chgData name="Dieter Beaven" userId="9bbdb69f-69d0-4759-aa9b-5c090a2da237" providerId="ADAL" clId="{4BBCAB78-591A-489E-BE0E-83B8C7C2D058}" dt="2025-09-30T15:06:49.081" v="55" actId="478"/>
          <ac:spMkLst>
            <pc:docMk/>
            <pc:sldMk cId="1143356467" sldId="722"/>
            <ac:spMk id="11" creationId="{61177C4A-E3D4-7F6C-C5E4-4B3692C3CD5B}"/>
          </ac:spMkLst>
        </pc:spChg>
        <pc:spChg chg="del">
          <ac:chgData name="Dieter Beaven" userId="9bbdb69f-69d0-4759-aa9b-5c090a2da237" providerId="ADAL" clId="{4BBCAB78-591A-489E-BE0E-83B8C7C2D058}" dt="2025-09-30T15:06:49.081" v="55" actId="478"/>
          <ac:spMkLst>
            <pc:docMk/>
            <pc:sldMk cId="1143356467" sldId="722"/>
            <ac:spMk id="12" creationId="{786FDD7B-3DC9-553A-5A80-D53BF7989BC1}"/>
          </ac:spMkLst>
        </pc:spChg>
        <pc:spChg chg="del">
          <ac:chgData name="Dieter Beaven" userId="9bbdb69f-69d0-4759-aa9b-5c090a2da237" providerId="ADAL" clId="{4BBCAB78-591A-489E-BE0E-83B8C7C2D058}" dt="2025-09-30T15:06:49.081" v="55" actId="478"/>
          <ac:spMkLst>
            <pc:docMk/>
            <pc:sldMk cId="1143356467" sldId="722"/>
            <ac:spMk id="13" creationId="{7A156DC9-A0E6-91AD-040C-1516374CC4FD}"/>
          </ac:spMkLst>
        </pc:spChg>
        <pc:spChg chg="del">
          <ac:chgData name="Dieter Beaven" userId="9bbdb69f-69d0-4759-aa9b-5c090a2da237" providerId="ADAL" clId="{4BBCAB78-591A-489E-BE0E-83B8C7C2D058}" dt="2025-09-30T15:06:49.081" v="55" actId="478"/>
          <ac:spMkLst>
            <pc:docMk/>
            <pc:sldMk cId="1143356467" sldId="722"/>
            <ac:spMk id="14" creationId="{5C015ABC-35BF-25AF-6BF7-8B5E6F57944E}"/>
          </ac:spMkLst>
        </pc:spChg>
        <pc:spChg chg="del">
          <ac:chgData name="Dieter Beaven" userId="9bbdb69f-69d0-4759-aa9b-5c090a2da237" providerId="ADAL" clId="{4BBCAB78-591A-489E-BE0E-83B8C7C2D058}" dt="2025-09-30T15:06:49.081" v="55" actId="478"/>
          <ac:spMkLst>
            <pc:docMk/>
            <pc:sldMk cId="1143356467" sldId="722"/>
            <ac:spMk id="15" creationId="{9D1C8EC0-099C-F60A-9C40-216B6DB497DC}"/>
          </ac:spMkLst>
        </pc:spChg>
        <pc:spChg chg="add mod">
          <ac:chgData name="Dieter Beaven" userId="9bbdb69f-69d0-4759-aa9b-5c090a2da237" providerId="ADAL" clId="{4BBCAB78-591A-489E-BE0E-83B8C7C2D058}" dt="2025-09-30T15:13:08.702" v="194" actId="1036"/>
          <ac:spMkLst>
            <pc:docMk/>
            <pc:sldMk cId="1143356467" sldId="722"/>
            <ac:spMk id="16" creationId="{D61F9F64-8F0D-FE9E-B588-7E52A7EC146D}"/>
          </ac:spMkLst>
        </pc:spChg>
        <pc:spChg chg="add mod">
          <ac:chgData name="Dieter Beaven" userId="9bbdb69f-69d0-4759-aa9b-5c090a2da237" providerId="ADAL" clId="{4BBCAB78-591A-489E-BE0E-83B8C7C2D058}" dt="2025-09-30T15:13:08.702" v="194" actId="1036"/>
          <ac:spMkLst>
            <pc:docMk/>
            <pc:sldMk cId="1143356467" sldId="722"/>
            <ac:spMk id="17" creationId="{4BF06ECF-FB78-97F6-301E-1C70D32AAF3F}"/>
          </ac:spMkLst>
        </pc:spChg>
        <pc:spChg chg="add mod">
          <ac:chgData name="Dieter Beaven" userId="9bbdb69f-69d0-4759-aa9b-5c090a2da237" providerId="ADAL" clId="{4BBCAB78-591A-489E-BE0E-83B8C7C2D058}" dt="2025-09-30T15:13:08.702" v="194" actId="1036"/>
          <ac:spMkLst>
            <pc:docMk/>
            <pc:sldMk cId="1143356467" sldId="722"/>
            <ac:spMk id="18" creationId="{61E90F26-CE7F-4DB8-C75F-CC4689DC9E95}"/>
          </ac:spMkLst>
        </pc:spChg>
        <pc:spChg chg="add mod">
          <ac:chgData name="Dieter Beaven" userId="9bbdb69f-69d0-4759-aa9b-5c090a2da237" providerId="ADAL" clId="{4BBCAB78-591A-489E-BE0E-83B8C7C2D058}" dt="2025-09-30T15:13:08.702" v="194" actId="1036"/>
          <ac:spMkLst>
            <pc:docMk/>
            <pc:sldMk cId="1143356467" sldId="722"/>
            <ac:spMk id="19" creationId="{E75EEE9D-DBED-1598-4730-D3283E332C44}"/>
          </ac:spMkLst>
        </pc:spChg>
        <pc:spChg chg="add mod">
          <ac:chgData name="Dieter Beaven" userId="9bbdb69f-69d0-4759-aa9b-5c090a2da237" providerId="ADAL" clId="{4BBCAB78-591A-489E-BE0E-83B8C7C2D058}" dt="2025-09-30T15:13:08.702" v="194" actId="1036"/>
          <ac:spMkLst>
            <pc:docMk/>
            <pc:sldMk cId="1143356467" sldId="722"/>
            <ac:spMk id="20" creationId="{565A30D2-58F8-894D-22F6-326C7D22DCB9}"/>
          </ac:spMkLst>
        </pc:spChg>
        <pc:spChg chg="add mod">
          <ac:chgData name="Dieter Beaven" userId="9bbdb69f-69d0-4759-aa9b-5c090a2da237" providerId="ADAL" clId="{4BBCAB78-591A-489E-BE0E-83B8C7C2D058}" dt="2025-09-30T15:13:08.702" v="194" actId="1036"/>
          <ac:spMkLst>
            <pc:docMk/>
            <pc:sldMk cId="1143356467" sldId="722"/>
            <ac:spMk id="21" creationId="{321CBAEF-B78C-E515-0020-709D0A442BC5}"/>
          </ac:spMkLst>
        </pc:spChg>
        <pc:spChg chg="add mod">
          <ac:chgData name="Dieter Beaven" userId="9bbdb69f-69d0-4759-aa9b-5c090a2da237" providerId="ADAL" clId="{4BBCAB78-591A-489E-BE0E-83B8C7C2D058}" dt="2025-09-30T15:13:08.702" v="194" actId="1036"/>
          <ac:spMkLst>
            <pc:docMk/>
            <pc:sldMk cId="1143356467" sldId="722"/>
            <ac:spMk id="22" creationId="{02CC0299-B624-2DA4-74E5-25F6D35AF124}"/>
          </ac:spMkLst>
        </pc:spChg>
        <pc:spChg chg="add mod">
          <ac:chgData name="Dieter Beaven" userId="9bbdb69f-69d0-4759-aa9b-5c090a2da237" providerId="ADAL" clId="{4BBCAB78-591A-489E-BE0E-83B8C7C2D058}" dt="2025-09-30T15:13:08.702" v="194" actId="1036"/>
          <ac:spMkLst>
            <pc:docMk/>
            <pc:sldMk cId="1143356467" sldId="722"/>
            <ac:spMk id="23" creationId="{09CAABAE-90D3-E42E-0F35-CFA8D2BBB71E}"/>
          </ac:spMkLst>
        </pc:spChg>
      </pc:sldChg>
      <pc:sldChg chg="addSp delSp modSp add mod">
        <pc:chgData name="Dieter Beaven" userId="9bbdb69f-69d0-4759-aa9b-5c090a2da237" providerId="ADAL" clId="{4BBCAB78-591A-489E-BE0E-83B8C7C2D058}" dt="2025-09-30T15:24:50.263" v="224" actId="1076"/>
        <pc:sldMkLst>
          <pc:docMk/>
          <pc:sldMk cId="4197865794" sldId="723"/>
        </pc:sldMkLst>
        <pc:picChg chg="add mod">
          <ac:chgData name="Dieter Beaven" userId="9bbdb69f-69d0-4759-aa9b-5c090a2da237" providerId="ADAL" clId="{4BBCAB78-591A-489E-BE0E-83B8C7C2D058}" dt="2025-09-30T15:24:50.263" v="224" actId="1076"/>
          <ac:picMkLst>
            <pc:docMk/>
            <pc:sldMk cId="4197865794" sldId="723"/>
            <ac:picMk id="6" creationId="{8602C77B-8ED0-4269-4667-BB3E3461D582}"/>
          </ac:picMkLst>
        </pc:picChg>
        <pc:picChg chg="del">
          <ac:chgData name="Dieter Beaven" userId="9bbdb69f-69d0-4759-aa9b-5c090a2da237" providerId="ADAL" clId="{4BBCAB78-591A-489E-BE0E-83B8C7C2D058}" dt="2025-09-30T15:23:55.316" v="221" actId="478"/>
          <ac:picMkLst>
            <pc:docMk/>
            <pc:sldMk cId="4197865794" sldId="723"/>
            <ac:picMk id="12" creationId="{4AAB752A-226B-1DA7-140B-80BB00A1A63E}"/>
          </ac:picMkLst>
        </pc:picChg>
      </pc:sldChg>
      <pc:sldChg chg="add del">
        <pc:chgData name="Dieter Beaven" userId="9bbdb69f-69d0-4759-aa9b-5c090a2da237" providerId="ADAL" clId="{4BBCAB78-591A-489E-BE0E-83B8C7C2D058}" dt="2025-09-30T15:24:52.622" v="225" actId="47"/>
        <pc:sldMkLst>
          <pc:docMk/>
          <pc:sldMk cId="722289556" sldId="724"/>
        </pc:sldMkLst>
      </pc:sldChg>
    </pc:docChg>
  </pc:docChgLst>
  <pc:docChgLst>
    <pc:chgData name="Dieter Beaven" userId="9bbdb69f-69d0-4759-aa9b-5c090a2da237" providerId="ADAL" clId="{D34E0421-F03F-43F5-BDD3-9D5B0F4E01F6}"/>
    <pc:docChg chg="undo custSel addSld delSld modSld">
      <pc:chgData name="Dieter Beaven" userId="9bbdb69f-69d0-4759-aa9b-5c090a2da237" providerId="ADAL" clId="{D34E0421-F03F-43F5-BDD3-9D5B0F4E01F6}" dt="2024-12-03T16:44:18.743" v="103" actId="1076"/>
      <pc:docMkLst>
        <pc:docMk/>
      </pc:docMkLst>
      <pc:sldChg chg="del">
        <pc:chgData name="Dieter Beaven" userId="9bbdb69f-69d0-4759-aa9b-5c090a2da237" providerId="ADAL" clId="{D34E0421-F03F-43F5-BDD3-9D5B0F4E01F6}" dt="2024-12-03T16:34:31.944" v="67" actId="47"/>
        <pc:sldMkLst>
          <pc:docMk/>
          <pc:sldMk cId="3130908362" sldId="525"/>
        </pc:sldMkLst>
      </pc:sldChg>
      <pc:sldChg chg="del">
        <pc:chgData name="Dieter Beaven" userId="9bbdb69f-69d0-4759-aa9b-5c090a2da237" providerId="ADAL" clId="{D34E0421-F03F-43F5-BDD3-9D5B0F4E01F6}" dt="2024-12-03T16:34:30.376" v="64" actId="47"/>
        <pc:sldMkLst>
          <pc:docMk/>
          <pc:sldMk cId="1349853522" sldId="529"/>
        </pc:sldMkLst>
      </pc:sldChg>
      <pc:sldChg chg="del">
        <pc:chgData name="Dieter Beaven" userId="9bbdb69f-69d0-4759-aa9b-5c090a2da237" providerId="ADAL" clId="{D34E0421-F03F-43F5-BDD3-9D5B0F4E01F6}" dt="2024-12-03T16:34:31.530" v="66" actId="47"/>
        <pc:sldMkLst>
          <pc:docMk/>
          <pc:sldMk cId="2314451268" sldId="530"/>
        </pc:sldMkLst>
      </pc:sldChg>
      <pc:sldChg chg="modSp mod">
        <pc:chgData name="Dieter Beaven" userId="9bbdb69f-69d0-4759-aa9b-5c090a2da237" providerId="ADAL" clId="{D34E0421-F03F-43F5-BDD3-9D5B0F4E01F6}" dt="2024-12-03T16:35:03.131" v="85" actId="20577"/>
        <pc:sldMkLst>
          <pc:docMk/>
          <pc:sldMk cId="2586607706" sldId="531"/>
        </pc:sldMkLst>
      </pc:sldChg>
      <pc:sldChg chg="del">
        <pc:chgData name="Dieter Beaven" userId="9bbdb69f-69d0-4759-aa9b-5c090a2da237" providerId="ADAL" clId="{D34E0421-F03F-43F5-BDD3-9D5B0F4E01F6}" dt="2024-12-03T16:34:30.992" v="65" actId="47"/>
        <pc:sldMkLst>
          <pc:docMk/>
          <pc:sldMk cId="3885846802" sldId="532"/>
        </pc:sldMkLst>
      </pc:sldChg>
      <pc:sldChg chg="addSp delSp modSp mod">
        <pc:chgData name="Dieter Beaven" userId="9bbdb69f-69d0-4759-aa9b-5c090a2da237" providerId="ADAL" clId="{D34E0421-F03F-43F5-BDD3-9D5B0F4E01F6}" dt="2024-12-03T16:43:49.853" v="101" actId="1076"/>
        <pc:sldMkLst>
          <pc:docMk/>
          <pc:sldMk cId="173887519" sldId="533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2702725889" sldId="565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628465465" sldId="566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026909746" sldId="567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536885959" sldId="568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1552281268" sldId="569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4134640982" sldId="570"/>
        </pc:sldMkLst>
      </pc:sldChg>
      <pc:sldChg chg="delSp mod">
        <pc:chgData name="Dieter Beaven" userId="9bbdb69f-69d0-4759-aa9b-5c090a2da237" providerId="ADAL" clId="{D34E0421-F03F-43F5-BDD3-9D5B0F4E01F6}" dt="2024-12-03T16:35:24.591" v="88" actId="478"/>
        <pc:sldMkLst>
          <pc:docMk/>
          <pc:sldMk cId="464788855" sldId="701"/>
        </pc:sldMkLst>
      </pc:sldChg>
      <pc:sldChg chg="modSp mod">
        <pc:chgData name="Dieter Beaven" userId="9bbdb69f-69d0-4759-aa9b-5c090a2da237" providerId="ADAL" clId="{D34E0421-F03F-43F5-BDD3-9D5B0F4E01F6}" dt="2024-12-03T16:35:36.263" v="92" actId="6549"/>
        <pc:sldMkLst>
          <pc:docMk/>
          <pc:sldMk cId="938785864" sldId="717"/>
        </pc:sldMkLst>
      </pc:sldChg>
      <pc:sldChg chg="addSp delSp modSp mod">
        <pc:chgData name="Dieter Beaven" userId="9bbdb69f-69d0-4759-aa9b-5c090a2da237" providerId="ADAL" clId="{D34E0421-F03F-43F5-BDD3-9D5B0F4E01F6}" dt="2024-12-03T16:44:18.743" v="103" actId="1076"/>
        <pc:sldMkLst>
          <pc:docMk/>
          <pc:sldMk cId="3902928920" sldId="718"/>
        </pc:sldMkLst>
      </pc:sldChg>
    </pc:docChg>
  </pc:docChgLst>
  <pc:docChgLst>
    <pc:chgData name="Dieter Beaven" userId="9bbdb69f-69d0-4759-aa9b-5c090a2da237" providerId="ADAL" clId="{776F8683-B1DE-47BD-A7F3-A22C59CDE936}"/>
    <pc:docChg chg="modSld">
      <pc:chgData name="Dieter Beaven" userId="9bbdb69f-69d0-4759-aa9b-5c090a2da237" providerId="ADAL" clId="{776F8683-B1DE-47BD-A7F3-A22C59CDE936}" dt="2025-01-13T15:04:08.701" v="31" actId="20577"/>
      <pc:docMkLst>
        <pc:docMk/>
      </pc:docMkLst>
      <pc:sldChg chg="modSp mod">
        <pc:chgData name="Dieter Beaven" userId="9bbdb69f-69d0-4759-aa9b-5c090a2da237" providerId="ADAL" clId="{776F8683-B1DE-47BD-A7F3-A22C59CDE936}" dt="2025-01-13T15:04:08.701" v="31" actId="20577"/>
        <pc:sldMkLst>
          <pc:docMk/>
          <pc:sldMk cId="2586607706" sldId="531"/>
        </pc:sldMkLst>
      </pc:sldChg>
      <pc:sldChg chg="modSp mod">
        <pc:chgData name="Dieter Beaven" userId="9bbdb69f-69d0-4759-aa9b-5c090a2da237" providerId="ADAL" clId="{776F8683-B1DE-47BD-A7F3-A22C59CDE936}" dt="2025-01-13T15:03:59.330" v="27" actId="20577"/>
        <pc:sldMkLst>
          <pc:docMk/>
          <pc:sldMk cId="938785864" sldId="717"/>
        </pc:sldMkLst>
      </pc:sldChg>
    </pc:docChg>
  </pc:docChgLst>
  <pc:docChgLst>
    <pc:chgData name="Dieter Beaven" userId="9bbdb69f-69d0-4759-aa9b-5c090a2da237" providerId="ADAL" clId="{ACABFA20-16A8-46C6-8968-7DACAACA1E1B}"/>
    <pc:docChg chg="custSel addSld modSld">
      <pc:chgData name="Dieter Beaven" userId="9bbdb69f-69d0-4759-aa9b-5c090a2da237" providerId="ADAL" clId="{ACABFA20-16A8-46C6-8968-7DACAACA1E1B}" dt="2025-01-08T17:26:43.786" v="72" actId="1076"/>
      <pc:docMkLst>
        <pc:docMk/>
      </pc:docMkLst>
      <pc:sldChg chg="modSp mod">
        <pc:chgData name="Dieter Beaven" userId="9bbdb69f-69d0-4759-aa9b-5c090a2da237" providerId="ADAL" clId="{ACABFA20-16A8-46C6-8968-7DACAACA1E1B}" dt="2025-01-08T17:13:15.692" v="61" actId="6549"/>
        <pc:sldMkLst>
          <pc:docMk/>
          <pc:sldMk cId="2586607706" sldId="531"/>
        </pc:sldMkLst>
      </pc:sldChg>
      <pc:sldChg chg="addSp modSp mod">
        <pc:chgData name="Dieter Beaven" userId="9bbdb69f-69d0-4759-aa9b-5c090a2da237" providerId="ADAL" clId="{ACABFA20-16A8-46C6-8968-7DACAACA1E1B}" dt="2025-01-08T17:15:03.651" v="63" actId="1076"/>
        <pc:sldMkLst>
          <pc:docMk/>
          <pc:sldMk cId="173887519" sldId="533"/>
        </pc:sldMkLst>
      </pc:sldChg>
      <pc:sldChg chg="modSp add mod">
        <pc:chgData name="Dieter Beaven" userId="9bbdb69f-69d0-4759-aa9b-5c090a2da237" providerId="ADAL" clId="{ACABFA20-16A8-46C6-8968-7DACAACA1E1B}" dt="2025-01-08T17:12:54.082" v="57" actId="20577"/>
        <pc:sldMkLst>
          <pc:docMk/>
          <pc:sldMk cId="1455416707" sldId="607"/>
        </pc:sldMkLst>
      </pc:sldChg>
      <pc:sldChg chg="add">
        <pc:chgData name="Dieter Beaven" userId="9bbdb69f-69d0-4759-aa9b-5c090a2da237" providerId="ADAL" clId="{ACABFA20-16A8-46C6-8968-7DACAACA1E1B}" dt="2025-01-08T17:09:43.156" v="0"/>
        <pc:sldMkLst>
          <pc:docMk/>
          <pc:sldMk cId="155006182" sldId="608"/>
        </pc:sldMkLst>
      </pc:sldChg>
      <pc:sldChg chg="addSp modSp mod">
        <pc:chgData name="Dieter Beaven" userId="9bbdb69f-69d0-4759-aa9b-5c090a2da237" providerId="ADAL" clId="{ACABFA20-16A8-46C6-8968-7DACAACA1E1B}" dt="2025-01-08T17:26:43.786" v="72" actId="1076"/>
        <pc:sldMkLst>
          <pc:docMk/>
          <pc:sldMk cId="464788855" sldId="701"/>
        </pc:sldMkLst>
      </pc:sldChg>
      <pc:sldChg chg="addSp modSp mod">
        <pc:chgData name="Dieter Beaven" userId="9bbdb69f-69d0-4759-aa9b-5c090a2da237" providerId="ADAL" clId="{ACABFA20-16A8-46C6-8968-7DACAACA1E1B}" dt="2025-01-08T17:15:51.848" v="65" actId="1076"/>
        <pc:sldMkLst>
          <pc:docMk/>
          <pc:sldMk cId="3902928920" sldId="718"/>
        </pc:sldMkLst>
      </pc:sldChg>
      <pc:sldChg chg="addSp delSp modSp add mod">
        <pc:chgData name="Dieter Beaven" userId="9bbdb69f-69d0-4759-aa9b-5c090a2da237" providerId="ADAL" clId="{ACABFA20-16A8-46C6-8968-7DACAACA1E1B}" dt="2025-01-08T17:16:52.360" v="69" actId="1076"/>
        <pc:sldMkLst>
          <pc:docMk/>
          <pc:sldMk cId="1701787432" sldId="719"/>
        </pc:sldMkLst>
      </pc:sldChg>
    </pc:docChg>
  </pc:docChgLst>
  <pc:docChgLst>
    <pc:chgData name="Dieter Beaven" userId="9bbdb69f-69d0-4759-aa9b-5c090a2da237" providerId="ADAL" clId="{726B594F-B2FE-4CFE-B840-5BCF92F9675E}"/>
    <pc:docChg chg="undo custSel addSld delSld modSld">
      <pc:chgData name="Dieter Beaven" userId="9bbdb69f-69d0-4759-aa9b-5c090a2da237" providerId="ADAL" clId="{726B594F-B2FE-4CFE-B840-5BCF92F9675E}" dt="2025-01-13T14:52:25.518" v="71"/>
      <pc:docMkLst>
        <pc:docMk/>
      </pc:docMkLst>
      <pc:sldChg chg="modSp mod">
        <pc:chgData name="Dieter Beaven" userId="9bbdb69f-69d0-4759-aa9b-5c090a2da237" providerId="ADAL" clId="{726B594F-B2FE-4CFE-B840-5BCF92F9675E}" dt="2025-01-13T14:51:28.209" v="63" actId="20577"/>
        <pc:sldMkLst>
          <pc:docMk/>
          <pc:sldMk cId="2586607706" sldId="531"/>
        </pc:sldMkLst>
      </pc:sldChg>
      <pc:sldChg chg="delSp mod">
        <pc:chgData name="Dieter Beaven" userId="9bbdb69f-69d0-4759-aa9b-5c090a2da237" providerId="ADAL" clId="{726B594F-B2FE-4CFE-B840-5BCF92F9675E}" dt="2025-01-13T14:51:59.140" v="64" actId="478"/>
        <pc:sldMkLst>
          <pc:docMk/>
          <pc:sldMk cId="173887519" sldId="533"/>
        </pc:sldMkLst>
      </pc:sldChg>
      <pc:sldChg chg="del">
        <pc:chgData name="Dieter Beaven" userId="9bbdb69f-69d0-4759-aa9b-5c090a2da237" providerId="ADAL" clId="{726B594F-B2FE-4CFE-B840-5BCF92F9675E}" dt="2025-01-13T14:50:59.776" v="49" actId="47"/>
        <pc:sldMkLst>
          <pc:docMk/>
          <pc:sldMk cId="1455416707" sldId="607"/>
        </pc:sldMkLst>
      </pc:sldChg>
      <pc:sldChg chg="delSp add del mod delAnim">
        <pc:chgData name="Dieter Beaven" userId="9bbdb69f-69d0-4759-aa9b-5c090a2da237" providerId="ADAL" clId="{726B594F-B2FE-4CFE-B840-5BCF92F9675E}" dt="2025-01-13T14:51:10.179" v="52" actId="478"/>
        <pc:sldMkLst>
          <pc:docMk/>
          <pc:sldMk cId="155006182" sldId="608"/>
        </pc:sldMkLst>
      </pc:sldChg>
      <pc:sldChg chg="addSp delSp modSp mod">
        <pc:chgData name="Dieter Beaven" userId="9bbdb69f-69d0-4759-aa9b-5c090a2da237" providerId="ADAL" clId="{726B594F-B2FE-4CFE-B840-5BCF92F9675E}" dt="2025-01-13T14:52:18.021" v="69"/>
        <pc:sldMkLst>
          <pc:docMk/>
          <pc:sldMk cId="464788855" sldId="701"/>
        </pc:sldMkLst>
      </pc:sldChg>
      <pc:sldChg chg="modSp mod">
        <pc:chgData name="Dieter Beaven" userId="9bbdb69f-69d0-4759-aa9b-5c090a2da237" providerId="ADAL" clId="{726B594F-B2FE-4CFE-B840-5BCF92F9675E}" dt="2025-01-13T14:50:55.013" v="48" actId="20577"/>
        <pc:sldMkLst>
          <pc:docMk/>
          <pc:sldMk cId="938785864" sldId="717"/>
        </pc:sldMkLst>
      </pc:sldChg>
      <pc:sldChg chg="delSp mod">
        <pc:chgData name="Dieter Beaven" userId="9bbdb69f-69d0-4759-aa9b-5c090a2da237" providerId="ADAL" clId="{726B594F-B2FE-4CFE-B840-5BCF92F9675E}" dt="2025-01-13T14:52:04.220" v="65" actId="478"/>
        <pc:sldMkLst>
          <pc:docMk/>
          <pc:sldMk cId="3902928920" sldId="718"/>
        </pc:sldMkLst>
      </pc:sldChg>
      <pc:sldChg chg="delSp mod">
        <pc:chgData name="Dieter Beaven" userId="9bbdb69f-69d0-4759-aa9b-5c090a2da237" providerId="ADAL" clId="{726B594F-B2FE-4CFE-B840-5BCF92F9675E}" dt="2025-01-13T14:52:07.357" v="66" actId="478"/>
        <pc:sldMkLst>
          <pc:docMk/>
          <pc:sldMk cId="1701787432" sldId="719"/>
        </pc:sldMkLst>
      </pc:sldChg>
      <pc:sldChg chg="add">
        <pc:chgData name="Dieter Beaven" userId="9bbdb69f-69d0-4759-aa9b-5c090a2da237" providerId="ADAL" clId="{726B594F-B2FE-4CFE-B840-5BCF92F9675E}" dt="2025-01-13T14:52:21.527" v="70"/>
        <pc:sldMkLst>
          <pc:docMk/>
          <pc:sldMk cId="2398901012" sldId="720"/>
        </pc:sldMkLst>
      </pc:sldChg>
      <pc:sldChg chg="add">
        <pc:chgData name="Dieter Beaven" userId="9bbdb69f-69d0-4759-aa9b-5c090a2da237" providerId="ADAL" clId="{726B594F-B2FE-4CFE-B840-5BCF92F9675E}" dt="2025-01-13T14:52:25.518" v="71"/>
        <pc:sldMkLst>
          <pc:docMk/>
          <pc:sldMk cId="1752525931" sldId="721"/>
        </pc:sldMkLst>
      </pc:sldChg>
    </pc:docChg>
  </pc:docChgLst>
  <pc:docChgLst>
    <pc:chgData name="Dieter Beaven" userId="9bbdb69f-69d0-4759-aa9b-5c090a2da237" providerId="ADAL" clId="{D2087311-8B8A-485F-A336-209E2CE491DB}"/>
    <pc:docChg chg="custSel modSld">
      <pc:chgData name="Dieter Beaven" userId="9bbdb69f-69d0-4759-aa9b-5c090a2da237" providerId="ADAL" clId="{D2087311-8B8A-485F-A336-209E2CE491DB}" dt="2025-01-08T15:03:22.056" v="39" actId="20577"/>
      <pc:docMkLst>
        <pc:docMk/>
      </pc:docMkLst>
      <pc:sldChg chg="modSp mod">
        <pc:chgData name="Dieter Beaven" userId="9bbdb69f-69d0-4759-aa9b-5c090a2da237" providerId="ADAL" clId="{D2087311-8B8A-485F-A336-209E2CE491DB}" dt="2025-01-08T15:03:22.056" v="39" actId="20577"/>
        <pc:sldMkLst>
          <pc:docMk/>
          <pc:sldMk cId="938785864" sldId="717"/>
        </pc:sldMkLst>
      </pc:sldChg>
    </pc:docChg>
  </pc:docChgLst>
  <pc:docChgLst>
    <pc:chgData name="Dieter Beaven" userId="9bbdb69f-69d0-4759-aa9b-5c090a2da237" providerId="ADAL" clId="{32DB2CB9-C7F2-4431-BC68-4529C6B171BB}"/>
    <pc:docChg chg="custSel addSld delSld modSld">
      <pc:chgData name="Dieter Beaven" userId="9bbdb69f-69d0-4759-aa9b-5c090a2da237" providerId="ADAL" clId="{32DB2CB9-C7F2-4431-BC68-4529C6B171BB}" dt="2025-01-15T16:54:52.452" v="14" actId="47"/>
      <pc:docMkLst>
        <pc:docMk/>
      </pc:docMkLst>
      <pc:sldChg chg="add">
        <pc:chgData name="Dieter Beaven" userId="9bbdb69f-69d0-4759-aa9b-5c090a2da237" providerId="ADAL" clId="{32DB2CB9-C7F2-4431-BC68-4529C6B171BB}" dt="2025-01-15T16:54:42.551" v="12"/>
        <pc:sldMkLst>
          <pc:docMk/>
          <pc:sldMk cId="1928948471" sldId="498"/>
        </pc:sldMkLst>
      </pc:sldChg>
      <pc:sldChg chg="add">
        <pc:chgData name="Dieter Beaven" userId="9bbdb69f-69d0-4759-aa9b-5c090a2da237" providerId="ADAL" clId="{32DB2CB9-C7F2-4431-BC68-4529C6B171BB}" dt="2025-01-15T16:54:42.551" v="12"/>
        <pc:sldMkLst>
          <pc:docMk/>
          <pc:sldMk cId="405968645" sldId="499"/>
        </pc:sldMkLst>
      </pc:sldChg>
      <pc:sldChg chg="addSp modSp modAnim">
        <pc:chgData name="Dieter Beaven" userId="9bbdb69f-69d0-4759-aa9b-5c090a2da237" providerId="ADAL" clId="{32DB2CB9-C7F2-4431-BC68-4529C6B171BB}" dt="2025-01-15T16:54:50.550" v="13"/>
        <pc:sldMkLst>
          <pc:docMk/>
          <pc:sldMk cId="2586607706" sldId="531"/>
        </pc:sldMkLst>
      </pc:sldChg>
      <pc:sldChg chg="addSp delSp modSp mod">
        <pc:chgData name="Dieter Beaven" userId="9bbdb69f-69d0-4759-aa9b-5c090a2da237" providerId="ADAL" clId="{32DB2CB9-C7F2-4431-BC68-4529C6B171BB}" dt="2025-01-15T16:52:49.711" v="6" actId="1076"/>
        <pc:sldMkLst>
          <pc:docMk/>
          <pc:sldMk cId="173887519" sldId="533"/>
        </pc:sldMkLst>
      </pc:sldChg>
      <pc:sldChg chg="add">
        <pc:chgData name="Dieter Beaven" userId="9bbdb69f-69d0-4759-aa9b-5c090a2da237" providerId="ADAL" clId="{32DB2CB9-C7F2-4431-BC68-4529C6B171BB}" dt="2025-01-15T16:54:42.551" v="12"/>
        <pc:sldMkLst>
          <pc:docMk/>
          <pc:sldMk cId="3218371740" sldId="545"/>
        </pc:sldMkLst>
      </pc:sldChg>
      <pc:sldChg chg="add del">
        <pc:chgData name="Dieter Beaven" userId="9bbdb69f-69d0-4759-aa9b-5c090a2da237" providerId="ADAL" clId="{32DB2CB9-C7F2-4431-BC68-4529C6B171BB}" dt="2025-01-15T16:54:52.452" v="14" actId="47"/>
        <pc:sldMkLst>
          <pc:docMk/>
          <pc:sldMk cId="2630104693" sldId="565"/>
        </pc:sldMkLst>
      </pc:sldChg>
      <pc:sldChg chg="add">
        <pc:chgData name="Dieter Beaven" userId="9bbdb69f-69d0-4759-aa9b-5c090a2da237" providerId="ADAL" clId="{32DB2CB9-C7F2-4431-BC68-4529C6B171BB}" dt="2025-01-15T16:54:42.551" v="12"/>
        <pc:sldMkLst>
          <pc:docMk/>
          <pc:sldMk cId="3448424687" sldId="566"/>
        </pc:sldMkLst>
      </pc:sldChg>
      <pc:sldChg chg="add">
        <pc:chgData name="Dieter Beaven" userId="9bbdb69f-69d0-4759-aa9b-5c090a2da237" providerId="ADAL" clId="{32DB2CB9-C7F2-4431-BC68-4529C6B171BB}" dt="2025-01-15T16:54:42.551" v="12"/>
        <pc:sldMkLst>
          <pc:docMk/>
          <pc:sldMk cId="1784941502" sldId="567"/>
        </pc:sldMkLst>
      </pc:sldChg>
      <pc:sldChg chg="del">
        <pc:chgData name="Dieter Beaven" userId="9bbdb69f-69d0-4759-aa9b-5c090a2da237" providerId="ADAL" clId="{32DB2CB9-C7F2-4431-BC68-4529C6B171BB}" dt="2025-01-15T16:53:56.626" v="11" actId="47"/>
        <pc:sldMkLst>
          <pc:docMk/>
          <pc:sldMk cId="155006182" sldId="608"/>
        </pc:sldMkLst>
      </pc:sldChg>
      <pc:sldChg chg="del">
        <pc:chgData name="Dieter Beaven" userId="9bbdb69f-69d0-4759-aa9b-5c090a2da237" providerId="ADAL" clId="{32DB2CB9-C7F2-4431-BC68-4529C6B171BB}" dt="2025-01-15T16:53:53.085" v="10" actId="47"/>
        <pc:sldMkLst>
          <pc:docMk/>
          <pc:sldMk cId="464788855" sldId="701"/>
        </pc:sldMkLst>
      </pc:sldChg>
      <pc:sldChg chg="addSp mod">
        <pc:chgData name="Dieter Beaven" userId="9bbdb69f-69d0-4759-aa9b-5c090a2da237" providerId="ADAL" clId="{32DB2CB9-C7F2-4431-BC68-4529C6B171BB}" dt="2025-01-15T16:53:46.982" v="7" actId="22"/>
        <pc:sldMkLst>
          <pc:docMk/>
          <pc:sldMk cId="3902928920" sldId="718"/>
        </pc:sldMkLst>
      </pc:sldChg>
      <pc:sldChg chg="del">
        <pc:chgData name="Dieter Beaven" userId="9bbdb69f-69d0-4759-aa9b-5c090a2da237" providerId="ADAL" clId="{32DB2CB9-C7F2-4431-BC68-4529C6B171BB}" dt="2025-01-15T16:53:51.279" v="8" actId="47"/>
        <pc:sldMkLst>
          <pc:docMk/>
          <pc:sldMk cId="1701787432" sldId="719"/>
        </pc:sldMkLst>
      </pc:sldChg>
      <pc:sldChg chg="del">
        <pc:chgData name="Dieter Beaven" userId="9bbdb69f-69d0-4759-aa9b-5c090a2da237" providerId="ADAL" clId="{32DB2CB9-C7F2-4431-BC68-4529C6B171BB}" dt="2025-01-15T16:53:51.857" v="9" actId="47"/>
        <pc:sldMkLst>
          <pc:docMk/>
          <pc:sldMk cId="1752525931" sldId="7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1.png"/><Relationship Id="rId3" Type="http://schemas.openxmlformats.org/officeDocument/2006/relationships/image" Target="../media/image6.png"/><Relationship Id="rId7" Type="http://schemas.openxmlformats.org/officeDocument/2006/relationships/image" Target="../media/image1900.png"/><Relationship Id="rId2" Type="http://schemas.openxmlformats.org/officeDocument/2006/relationships/image" Target="../media/image18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90.png"/><Relationship Id="rId5" Type="http://schemas.openxmlformats.org/officeDocument/2006/relationships/image" Target="../media/image1880.png"/><Relationship Id="rId4" Type="http://schemas.openxmlformats.org/officeDocument/2006/relationships/image" Target="../media/image187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0.png"/><Relationship Id="rId7" Type="http://schemas.openxmlformats.org/officeDocument/2006/relationships/image" Target="../media/image2020.png"/><Relationship Id="rId2" Type="http://schemas.openxmlformats.org/officeDocument/2006/relationships/image" Target="../media/image19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11.png"/><Relationship Id="rId5" Type="http://schemas.openxmlformats.org/officeDocument/2006/relationships/image" Target="../media/image2000.png"/><Relationship Id="rId4" Type="http://schemas.openxmlformats.org/officeDocument/2006/relationships/image" Target="../media/image19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image" Target="../media/image195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11: </a:t>
            </a:r>
            <a:r>
              <a:rPr lang="en-GB" dirty="0">
                <a:solidFill>
                  <a:schemeClr val="accent5"/>
                </a:solidFill>
              </a:rPr>
              <a:t>Integration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Solving Differential Equations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7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0B801-49E1-0B99-9F29-4691FC411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5B17745-AE1D-D133-BBD7-657548E498D9}"/>
              </a:ext>
            </a:extLst>
          </p:cNvPr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2F502553-3B1D-0D5E-FEB4-685CDCAEE3C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Introduction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7457A95-9B2C-A40C-82B0-20276DCE73F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EC8779-E612-6F1B-8484-290AD866C14F}"/>
                  </a:ext>
                </a:extLst>
              </p:cNvPr>
              <p:cNvSpPr txBox="1"/>
              <p:nvPr/>
            </p:nvSpPr>
            <p:spPr>
              <a:xfrm>
                <a:off x="755576" y="1195691"/>
                <a:ext cx="6552728" cy="53565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EC8779-E612-6F1B-8484-290AD866C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195691"/>
                <a:ext cx="6552728" cy="5356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86B3BBE8-A494-8043-493A-322099903677}"/>
              </a:ext>
            </a:extLst>
          </p:cNvPr>
          <p:cNvSpPr/>
          <p:nvPr/>
        </p:nvSpPr>
        <p:spPr>
          <a:xfrm>
            <a:off x="323528" y="1183859"/>
            <a:ext cx="432048" cy="54749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1F9F64-8F0D-FE9E-B588-7E52A7EC146D}"/>
                  </a:ext>
                </a:extLst>
              </p:cNvPr>
              <p:cNvSpPr txBox="1"/>
              <p:nvPr/>
            </p:nvSpPr>
            <p:spPr>
              <a:xfrm>
                <a:off x="755576" y="2210964"/>
                <a:ext cx="6552728" cy="56996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endParaRPr lang="en-GB" sz="2000" b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1F9F64-8F0D-FE9E-B588-7E52A7EC1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210964"/>
                <a:ext cx="6552728" cy="5699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4BF06ECF-FB78-97F6-301E-1C70D32AAF3F}"/>
              </a:ext>
            </a:extLst>
          </p:cNvPr>
          <p:cNvSpPr/>
          <p:nvPr/>
        </p:nvSpPr>
        <p:spPr>
          <a:xfrm>
            <a:off x="323528" y="2199132"/>
            <a:ext cx="432048" cy="58179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1E90F26-CE7F-4DB8-C75F-CC4689DC9E95}"/>
                  </a:ext>
                </a:extLst>
              </p:cNvPr>
              <p:cNvSpPr txBox="1"/>
              <p:nvPr/>
            </p:nvSpPr>
            <p:spPr>
              <a:xfrm>
                <a:off x="764352" y="3253381"/>
                <a:ext cx="6552728" cy="53565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b="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1E90F26-CE7F-4DB8-C75F-CC4689DC9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352" y="3253381"/>
                <a:ext cx="6552728" cy="5356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E75EEE9D-DBED-1598-4730-D3283E332C44}"/>
              </a:ext>
            </a:extLst>
          </p:cNvPr>
          <p:cNvSpPr/>
          <p:nvPr/>
        </p:nvSpPr>
        <p:spPr>
          <a:xfrm>
            <a:off x="332304" y="3241549"/>
            <a:ext cx="432048" cy="54749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65A30D2-58F8-894D-22F6-326C7D22DCB9}"/>
                  </a:ext>
                </a:extLst>
              </p:cNvPr>
              <p:cNvSpPr txBox="1"/>
              <p:nvPr/>
            </p:nvSpPr>
            <p:spPr>
              <a:xfrm>
                <a:off x="755576" y="4304928"/>
                <a:ext cx="6552728" cy="53565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𝑚𝑣</m:t>
                    </m:r>
                  </m:oMath>
                </a14:m>
                <a:endParaRPr lang="en-GB" sz="2000" b="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65A30D2-58F8-894D-22F6-326C7D22D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4304928"/>
                <a:ext cx="6552728" cy="5356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321CBAEF-B78C-E515-0020-709D0A442BC5}"/>
              </a:ext>
            </a:extLst>
          </p:cNvPr>
          <p:cNvSpPr/>
          <p:nvPr/>
        </p:nvSpPr>
        <p:spPr>
          <a:xfrm>
            <a:off x="323528" y="4293096"/>
            <a:ext cx="432048" cy="54749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2CC0299-B624-2DA4-74E5-25F6D35AF124}"/>
                  </a:ext>
                </a:extLst>
              </p:cNvPr>
              <p:cNvSpPr txBox="1"/>
              <p:nvPr/>
            </p:nvSpPr>
            <p:spPr>
              <a:xfrm>
                <a:off x="764352" y="5341613"/>
                <a:ext cx="6552728" cy="53565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𝑘𝑥</m:t>
                    </m:r>
                  </m:oMath>
                </a14:m>
                <a:endParaRPr lang="en-GB" sz="2000" b="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2CC0299-B624-2DA4-74E5-25F6D35AF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352" y="5341613"/>
                <a:ext cx="6552728" cy="53565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09CAABAE-90D3-E42E-0F35-CFA8D2BBB71E}"/>
              </a:ext>
            </a:extLst>
          </p:cNvPr>
          <p:cNvSpPr/>
          <p:nvPr/>
        </p:nvSpPr>
        <p:spPr>
          <a:xfrm>
            <a:off x="332304" y="5329781"/>
            <a:ext cx="432048" cy="54749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43356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Differential Equations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7544" y="908720"/>
                <a:ext cx="7632848" cy="1172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Differential equations are equations involving a mix of variables and derivatives, e.g.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b="1" dirty="0"/>
                  <a:t>,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𝒅𝒚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𝒅𝒙</m:t>
                        </m:r>
                      </m:den>
                    </m:f>
                  </m:oMath>
                </a14:m>
                <a:r>
                  <a:rPr lang="en-GB" b="1" dirty="0"/>
                  <a:t>.</a:t>
                </a:r>
              </a:p>
              <a:p>
                <a:r>
                  <a:rPr lang="en-GB" dirty="0"/>
                  <a:t>‘</a:t>
                </a:r>
                <a:r>
                  <a:rPr lang="en-GB" u="sng" dirty="0"/>
                  <a:t>Solving</a:t>
                </a:r>
                <a:r>
                  <a:rPr lang="en-GB" dirty="0"/>
                  <a:t>’ these equations means to get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in terms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(with no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).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908720"/>
                <a:ext cx="7632848" cy="1172629"/>
              </a:xfrm>
              <a:prstGeom prst="rect">
                <a:avLst/>
              </a:prstGeom>
              <a:blipFill>
                <a:blip r:embed="rId2"/>
                <a:stretch>
                  <a:fillRect l="-719" t="-2604" b="-26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115616" y="2409468"/>
                <a:ext cx="4824536" cy="53565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general solution to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2409468"/>
                <a:ext cx="4824536" cy="5356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683568" y="2397636"/>
            <a:ext cx="432048" cy="54749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175048" y="3039146"/>
                <a:ext cx="3456384" cy="38267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subHide m:val="on"/>
                              <m:sup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+1 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048" y="3039146"/>
                <a:ext cx="3456384" cy="38267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571891" y="3090995"/>
                <a:ext cx="4314934" cy="95295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STEP 1: </a:t>
                </a:r>
                <a:r>
                  <a:rPr lang="en-GB" dirty="0"/>
                  <a:t>Get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to the side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 by dividing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to the other side.</a:t>
                </a:r>
              </a:p>
              <a:p>
                <a:r>
                  <a:rPr lang="en-GB" sz="1200" dirty="0"/>
                  <a:t>(you may need to factorise to separate out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dirty="0"/>
                  <a:t> first)</a:t>
                </a:r>
                <a:endParaRPr lang="en-GB" sz="1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891" y="3090995"/>
                <a:ext cx="4314934" cy="952953"/>
              </a:xfrm>
              <a:prstGeom prst="rect">
                <a:avLst/>
              </a:prstGeom>
              <a:blipFill>
                <a:blip r:embed="rId5"/>
                <a:stretch>
                  <a:fillRect l="-983" b="-31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752644" y="4229261"/>
                <a:ext cx="4176464" cy="118134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STEP 2: </a:t>
                </a:r>
                <a:r>
                  <a:rPr lang="en-GB" dirty="0"/>
                  <a:t>Integrate both sides with respect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dirty="0"/>
                  <a:t> simplifies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𝑑𝑦</m:t>
                    </m:r>
                  </m:oMath>
                </a14:m>
                <a:r>
                  <a:rPr lang="en-GB" dirty="0"/>
                  <a:t> </a:t>
                </a:r>
                <a:r>
                  <a:rPr lang="en-GB" sz="1100" dirty="0"/>
                  <a:t>(recall that (implicitly) differentiating an expression in terms of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100" dirty="0"/>
                  <a:t> with respect to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100" dirty="0"/>
                  <a:t> introduces 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100" dirty="0"/>
                  <a:t>, so integrating similarly would get rid of it)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644" y="4229261"/>
                <a:ext cx="4176464" cy="1181349"/>
              </a:xfrm>
              <a:prstGeom prst="rect">
                <a:avLst/>
              </a:prstGeom>
              <a:blipFill>
                <a:blip r:embed="rId6"/>
                <a:stretch>
                  <a:fillRect l="-1016" t="-20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707791" y="5608880"/>
                <a:ext cx="4176464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STEP 3: </a:t>
                </a:r>
                <a:r>
                  <a:rPr lang="en-GB" dirty="0"/>
                  <a:t>Make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the subject, if the question asks.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791" y="5608880"/>
                <a:ext cx="4176464" cy="646331"/>
              </a:xfrm>
              <a:prstGeom prst="rect">
                <a:avLst/>
              </a:prstGeom>
              <a:blipFill>
                <a:blip r:embed="rId7"/>
                <a:stretch>
                  <a:fillRect l="-871" t="-2727" r="-1887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1267594" y="3026981"/>
            <a:ext cx="2303806" cy="1143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33" y="5969000"/>
            <a:ext cx="4307556" cy="83916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25D3F-0CCB-42A4-96DD-047746B2D76A}"/>
              </a:ext>
            </a:extLst>
          </p:cNvPr>
          <p:cNvSpPr txBox="1"/>
          <p:nvPr/>
        </p:nvSpPr>
        <p:spPr>
          <a:xfrm>
            <a:off x="67809" y="4158343"/>
            <a:ext cx="1116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I usually skip this line.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79EED5-93EB-4603-A1D8-9D5158DC020C}"/>
              </a:ext>
            </a:extLst>
          </p:cNvPr>
          <p:cNvCxnSpPr>
            <a:cxnSpLocks/>
          </p:cNvCxnSpPr>
          <p:nvPr/>
        </p:nvCxnSpPr>
        <p:spPr>
          <a:xfrm flipV="1">
            <a:off x="1181100" y="4470400"/>
            <a:ext cx="279400" cy="25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2377" y="4178300"/>
            <a:ext cx="4291667" cy="17907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2B27A4-FA77-403F-8EA0-94D04BCEE6AA}"/>
                  </a:ext>
                </a:extLst>
              </p:cNvPr>
              <p:cNvSpPr txBox="1"/>
              <p:nvPr/>
            </p:nvSpPr>
            <p:spPr>
              <a:xfrm>
                <a:off x="4621276" y="6265844"/>
                <a:ext cx="4536504" cy="474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Fro Tip</a:t>
                </a:r>
                <a:r>
                  <a:rPr lang="en-GB" sz="1200" dirty="0"/>
                  <a:t>: When you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GB" sz="1200" dirty="0"/>
                  <a:t>, it’s typical to write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p>
                    </m:sSup>
                  </m:oMath>
                </a14:m>
                <a:r>
                  <a:rPr lang="en-GB" sz="1200" dirty="0"/>
                  <a:t> where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GB" sz="1200" dirty="0"/>
                  <a:t> (noting that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200" dirty="0"/>
                  <a:t> is any positive constant 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sz="1200" dirty="0"/>
                  <a:t>)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2B27A4-FA77-403F-8EA0-94D04BCEE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276" y="6265844"/>
                <a:ext cx="4536504" cy="474169"/>
              </a:xfrm>
              <a:prstGeom prst="rect">
                <a:avLst/>
              </a:prstGeom>
              <a:blipFill>
                <a:blip r:embed="rId8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7444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Another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55576" y="907659"/>
                <a:ext cx="6552728" cy="53565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general solution to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0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0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func>
                      <m:func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907659"/>
                <a:ext cx="6552728" cy="53565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323528" y="895827"/>
            <a:ext cx="432048" cy="54749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716016" y="1682514"/>
                <a:ext cx="4176464" cy="95295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STEP 1: </a:t>
                </a:r>
                <a:r>
                  <a:rPr lang="en-GB" dirty="0"/>
                  <a:t>Get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to the side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 by dividing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to the other side.</a:t>
                </a:r>
              </a:p>
              <a:p>
                <a:r>
                  <a:rPr lang="en-GB" sz="1200" dirty="0"/>
                  <a:t>(you may need to factorise to separate out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dirty="0"/>
                  <a:t> first)</a:t>
                </a:r>
                <a:endParaRPr lang="en-GB" sz="1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1682514"/>
                <a:ext cx="4176464" cy="952953"/>
              </a:xfrm>
              <a:prstGeom prst="rect">
                <a:avLst/>
              </a:prstGeom>
              <a:blipFill>
                <a:blip r:embed="rId3"/>
                <a:stretch>
                  <a:fillRect l="-1016" b="-31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716016" y="2855159"/>
                <a:ext cx="3456384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STEP 2: </a:t>
                </a:r>
                <a:r>
                  <a:rPr lang="en-GB" dirty="0"/>
                  <a:t>Integrate both sides with respect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2855159"/>
                <a:ext cx="3456384" cy="646331"/>
              </a:xfrm>
              <a:prstGeom prst="rect">
                <a:avLst/>
              </a:prstGeom>
              <a:blipFill>
                <a:blip r:embed="rId4"/>
                <a:stretch>
                  <a:fillRect l="-1226" t="-2727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716016" y="4881852"/>
                <a:ext cx="4176464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STEP 3: </a:t>
                </a:r>
                <a:r>
                  <a:rPr lang="en-GB" dirty="0"/>
                  <a:t>Make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the subject, if the question asks.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4881852"/>
                <a:ext cx="4176464" cy="646331"/>
              </a:xfrm>
              <a:prstGeom prst="rect">
                <a:avLst/>
              </a:prstGeom>
              <a:blipFill rotWithShape="0">
                <a:blip r:embed="rId5"/>
                <a:stretch>
                  <a:fillRect l="-1016" t="-3636" r="-1742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55576" y="1772816"/>
                <a:ext cx="3816424" cy="3997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</m:den>
                      </m:f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  <a:p>
                <a:pPr/>
                <a:br>
                  <a:rPr lang="en-GB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cot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arcsin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</m:d>
                        </m:e>
                      </m:func>
                    </m:oMath>
                  </m:oMathPara>
                </a14:m>
                <a:endParaRPr lang="en-GB" b="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772816"/>
                <a:ext cx="3816424" cy="399782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716016" y="4031254"/>
                <a:ext cx="4176464" cy="861774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STEP 2b: </a:t>
                </a:r>
                <a:r>
                  <a:rPr lang="en-GB" dirty="0"/>
                  <a:t>If possible, try to combine your constant of integration with other terms</a:t>
                </a:r>
              </a:p>
              <a:p>
                <a:r>
                  <a:rPr lang="en-GB" sz="1400" dirty="0"/>
                  <a:t>(e.g. by letting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func>
                  </m:oMath>
                </a14:m>
                <a:r>
                  <a:rPr lang="en-GB" sz="1400" dirty="0"/>
                  <a:t> where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1400" dirty="0"/>
                  <a:t> is another constant)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4031254"/>
                <a:ext cx="4176464" cy="861774"/>
              </a:xfrm>
              <a:prstGeom prst="rect">
                <a:avLst/>
              </a:prstGeom>
              <a:blipFill rotWithShape="0">
                <a:blip r:embed="rId7"/>
                <a:stretch>
                  <a:fillRect l="-1016" t="-2055" b="-47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1115616" y="1682515"/>
            <a:ext cx="3600400" cy="10145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5616" y="2855159"/>
            <a:ext cx="3600400" cy="114534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15616" y="4031254"/>
            <a:ext cx="3600400" cy="87094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15616" y="4891775"/>
            <a:ext cx="3600400" cy="9837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58205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Differential Equations with Boundary Conditions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55576" y="907659"/>
                <a:ext cx="8208912" cy="89043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[Textbook] Find the general solution to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num>
                      <m:den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den>
                    </m:f>
                  </m:oMath>
                </a14:m>
                <a:endParaRPr lang="en-GB" sz="2000" dirty="0"/>
              </a:p>
              <a:p>
                <a:r>
                  <a:rPr lang="en-GB" sz="2000" dirty="0"/>
                  <a:t>Given that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2000" dirty="0"/>
                  <a:t> when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2000" dirty="0"/>
                  <a:t>. Leave your answer in the form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907659"/>
                <a:ext cx="8208912" cy="890437"/>
              </a:xfrm>
              <a:prstGeom prst="rect">
                <a:avLst/>
              </a:prstGeom>
              <a:blipFill>
                <a:blip r:embed="rId2"/>
                <a:stretch>
                  <a:fillRect b="-294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323528" y="895827"/>
            <a:ext cx="432048" cy="54749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99592" y="1844824"/>
                <a:ext cx="6624736" cy="5575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den>
                          </m:f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e>
                              </m:d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b="0" dirty="0"/>
              </a:p>
              <a:p>
                <a:r>
                  <a:rPr lang="en-GB" dirty="0"/>
                  <a:t>Use partial fractions to split up RHS.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num>
                        <m:den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=−2,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b="0" dirty="0"/>
              </a:p>
              <a:p>
                <a:endParaRPr lang="en-GB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den>
                          </m:f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+2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GB" b="0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b="0" dirty="0"/>
                  <a:t>: 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4−2=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1+2</m:t>
                            </m:r>
                          </m:e>
                        </m:d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2+1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   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br>
                  <a:rPr lang="en-GB" b="0" dirty="0"/>
                </a:br>
                <a:br>
                  <a:rPr lang="en-GB" b="0" dirty="0"/>
                </a:br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844824"/>
                <a:ext cx="6624736" cy="5575372"/>
              </a:xfrm>
              <a:prstGeom prst="rect">
                <a:avLst/>
              </a:prstGeom>
              <a:blipFill rotWithShape="0">
                <a:blip r:embed="rId3"/>
                <a:stretch>
                  <a:fillRect l="-8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624228" y="3694023"/>
            <a:ext cx="2340260" cy="230832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Bro Tip: </a:t>
            </a:r>
            <a:r>
              <a:rPr lang="en-GB" dirty="0"/>
              <a:t>While it doesn’t matter when you determine your constant using the boundary conditions, usually it’s easiest to determine it as soon as possible.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2628" y="1798096"/>
            <a:ext cx="8221860" cy="50599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54073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93C8FC5-0490-4F88-B62E-C18BDFDF7825}"/>
              </a:ext>
            </a:extLst>
          </p:cNvPr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8EE21353-86DA-47D5-A012-337056B447F7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882B79-1D8A-4F65-B3CA-6030F4229EE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407FD4F-380F-48DB-93D5-00A15DDC0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68" y="1121335"/>
            <a:ext cx="6859082" cy="146220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74CE3B-D8D1-4726-A158-D5E0CECA0172}"/>
              </a:ext>
            </a:extLst>
          </p:cNvPr>
          <p:cNvSpPr txBox="1"/>
          <p:nvPr/>
        </p:nvSpPr>
        <p:spPr>
          <a:xfrm>
            <a:off x="302568" y="752004"/>
            <a:ext cx="252028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C4 Jan 2012 Q4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1B9725-574A-4276-B370-374BE16B905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680" y="2776048"/>
            <a:ext cx="6135970" cy="341659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996BD44-7A1D-4C2D-83EE-6CF3DE8901C3}"/>
              </a:ext>
            </a:extLst>
          </p:cNvPr>
          <p:cNvSpPr/>
          <p:nvPr/>
        </p:nvSpPr>
        <p:spPr>
          <a:xfrm>
            <a:off x="940047" y="2720617"/>
            <a:ext cx="6331609" cy="356406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3497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 on Differential Equations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83568" y="908720"/>
                <a:ext cx="8136904" cy="4249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Get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/>
                  <a:t> on to LHS by dividing (possibly factorising first).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If after integrating you have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𝑙𝑛</m:t>
                    </m:r>
                  </m:oMath>
                </a14:m>
                <a:r>
                  <a:rPr lang="en-GB" sz="2400" dirty="0"/>
                  <a:t> on the RHS, make your constant of integration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func>
                  </m:oMath>
                </a14:m>
                <a:r>
                  <a:rPr lang="en-GB" sz="24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Be sure to combine all your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𝑙𝑛</m:t>
                    </m:r>
                  </m:oMath>
                </a14:m>
                <a:r>
                  <a:rPr lang="en-GB" sz="2400" dirty="0"/>
                  <a:t>’s together just as you did in C2.</a:t>
                </a:r>
                <a:br>
                  <a:rPr lang="en-GB" sz="2400" dirty="0"/>
                </a:br>
                <a:r>
                  <a:rPr lang="en-GB" sz="2400" dirty="0"/>
                  <a:t>E.g.:</a:t>
                </a:r>
                <a:br>
                  <a:rPr lang="en-GB" sz="2400" dirty="0"/>
                </a:b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</m:t>
                    </m:r>
                    <m:func>
                      <m:func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    →  </m:t>
                    </m:r>
                    <m:func>
                      <m:func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br>
                  <a:rPr lang="en-GB" sz="2400" dirty="0"/>
                </a:br>
                <a:endParaRPr lang="en-GB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Sub in boundary conditions to work out your constant – better to do sooner rather than later.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Exam questions </a:t>
                </a:r>
                <a:r>
                  <a:rPr lang="en-GB" sz="2400" dirty="0">
                    <a:sym typeface="Symbol" panose="05050102010706020507" pitchFamily="18" charset="2"/>
                  </a:rPr>
                  <a:t></a:t>
                </a:r>
                <a:r>
                  <a:rPr lang="en-GB" sz="2400" dirty="0"/>
                  <a:t> partial fractions combined with differential equations.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908720"/>
                <a:ext cx="8136904" cy="4249625"/>
              </a:xfrm>
              <a:prstGeom prst="rect">
                <a:avLst/>
              </a:prstGeom>
              <a:blipFill>
                <a:blip r:embed="rId2"/>
                <a:stretch>
                  <a:fillRect l="-974" t="-1148" r="-1124" b="-22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5364088" y="2708919"/>
            <a:ext cx="2088232" cy="90949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2975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Exercise 11.7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7B3D4EB-D2A9-4BCC-B402-8AAEDE7CB1A1}"/>
              </a:ext>
            </a:extLst>
          </p:cNvPr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3070792-982B-43DC-B3F0-C3F8AB041DB2}"/>
              </a:ext>
            </a:extLst>
          </p:cNvPr>
          <p:cNvSpPr txBox="1"/>
          <p:nvPr/>
        </p:nvSpPr>
        <p:spPr>
          <a:xfrm>
            <a:off x="374452" y="1806848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19A6DF-5FA7-4158-833F-7A66FB0F7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87" y="2205037"/>
            <a:ext cx="6524625" cy="458152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2A7CBB8-6B3A-40FD-9067-12ECB49B4BCB}"/>
              </a:ext>
            </a:extLst>
          </p:cNvPr>
          <p:cNvSpPr/>
          <p:nvPr/>
        </p:nvSpPr>
        <p:spPr>
          <a:xfrm>
            <a:off x="1109588" y="6426200"/>
            <a:ext cx="2217812" cy="3545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20DF93-74E1-BFD7-64FE-812D325A7BEB}"/>
              </a:ext>
            </a:extLst>
          </p:cNvPr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Year 2</a:t>
            </a:r>
          </a:p>
          <a:p>
            <a:r>
              <a:rPr lang="en-GB" sz="2400" dirty="0"/>
              <a:t>Page 95</a:t>
            </a:r>
          </a:p>
        </p:txBody>
      </p:sp>
    </p:spTree>
    <p:extLst>
      <p:ext uri="{BB962C8B-B14F-4D97-AF65-F5344CB8AC3E}">
        <p14:creationId xmlns:p14="http://schemas.microsoft.com/office/powerpoint/2010/main" val="392181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7D8CB498-4BE5-E721-3A0B-7C6DA15E9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908720"/>
            <a:ext cx="7639050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EC86EA37-6F82-991F-4D63-AED9502D7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65" y="764704"/>
            <a:ext cx="7781925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28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FA398-0641-5BD5-3B7D-D00F00BC2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C8B483C-ADA5-BD15-9401-386CFA0957D5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1DC5403A-CF2F-0F5B-AB84-F271C178944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B214CA8-6295-3906-464F-89F488DDD28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602C77B-8ED0-4269-4667-BB3E3461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90" y="908720"/>
            <a:ext cx="768667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865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500B5-B570-B107-9B4F-8E9FF851B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B3FEC8F-895D-BDE0-15AB-8D4CE6895487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90FA4E8-4B7E-AC18-C6BB-1CFF17B45D19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2D48786-6F2D-EAE3-232E-79D37785557E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4A56942-37B2-E5F4-468C-E8B8C5FC0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4744"/>
            <a:ext cx="9144000" cy="405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901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50663578-A72F-4CF5-86EB-49307922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A8A453-4F69-4ABD-93B0-CC23B8374D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3B3424-125D-4609-84E5-4A3F753A602C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22531</TotalTime>
  <Words>660</Words>
  <Application>Microsoft Office PowerPoint</Application>
  <PresentationFormat>On-screen Show (4:3)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Symbol</vt:lpstr>
      <vt:lpstr>Office Theme</vt:lpstr>
      <vt:lpstr>P2 Chapter 11: Integration  Solving Differential Equations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836</cp:revision>
  <dcterms:created xsi:type="dcterms:W3CDTF">2013-02-28T07:36:55Z</dcterms:created>
  <dcterms:modified xsi:type="dcterms:W3CDTF">2025-09-30T15:35:40Z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