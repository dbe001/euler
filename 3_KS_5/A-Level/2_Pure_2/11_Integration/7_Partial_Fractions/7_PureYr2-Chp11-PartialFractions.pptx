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717" r:id="rId5"/>
    <p:sldId id="498" r:id="rId6"/>
    <p:sldId id="499" r:id="rId7"/>
    <p:sldId id="545" r:id="rId8"/>
    <p:sldId id="566" r:id="rId9"/>
    <p:sldId id="567" r:id="rId10"/>
    <p:sldId id="531" r:id="rId11"/>
    <p:sldId id="533" r:id="rId12"/>
    <p:sldId id="718" r:id="rId13"/>
    <p:sldId id="72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B2CB9-C7F2-4431-BC68-4529C6B171BB}" v="2" dt="2025-01-15T16:54:50.5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776F8683-B1DE-47BD-A7F3-A22C59CDE936}"/>
    <pc:docChg chg="modSld">
      <pc:chgData name="Dieter Beaven" userId="9bbdb69f-69d0-4759-aa9b-5c090a2da237" providerId="ADAL" clId="{776F8683-B1DE-47BD-A7F3-A22C59CDE936}" dt="2025-01-13T15:04:08.701" v="31" actId="20577"/>
      <pc:docMkLst>
        <pc:docMk/>
      </pc:docMkLst>
      <pc:sldChg chg="modSp mod">
        <pc:chgData name="Dieter Beaven" userId="9bbdb69f-69d0-4759-aa9b-5c090a2da237" providerId="ADAL" clId="{776F8683-B1DE-47BD-A7F3-A22C59CDE936}" dt="2025-01-13T15:04:08.701" v="31" actId="20577"/>
        <pc:sldMkLst>
          <pc:docMk/>
          <pc:sldMk cId="2586607706" sldId="531"/>
        </pc:sldMkLst>
        <pc:spChg chg="mod">
          <ac:chgData name="Dieter Beaven" userId="9bbdb69f-69d0-4759-aa9b-5c090a2da237" providerId="ADAL" clId="{776F8683-B1DE-47BD-A7F3-A22C59CDE936}" dt="2025-01-13T15:04:05.449" v="29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776F8683-B1DE-47BD-A7F3-A22C59CDE936}" dt="2025-01-13T15:04:08.701" v="31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modSp mod">
        <pc:chgData name="Dieter Beaven" userId="9bbdb69f-69d0-4759-aa9b-5c090a2da237" providerId="ADAL" clId="{776F8683-B1DE-47BD-A7F3-A22C59CDE936}" dt="2025-01-13T15:03:59.330" v="27" actId="20577"/>
        <pc:sldMkLst>
          <pc:docMk/>
          <pc:sldMk cId="938785864" sldId="717"/>
        </pc:sldMkLst>
        <pc:spChg chg="mod">
          <ac:chgData name="Dieter Beaven" userId="9bbdb69f-69d0-4759-aa9b-5c090a2da237" providerId="ADAL" clId="{776F8683-B1DE-47BD-A7F3-A22C59CDE936}" dt="2025-01-13T15:03:59.330" v="27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ACABFA20-16A8-46C6-8968-7DACAACA1E1B}"/>
    <pc:docChg chg="custSel addSld modSld">
      <pc:chgData name="Dieter Beaven" userId="9bbdb69f-69d0-4759-aa9b-5c090a2da237" providerId="ADAL" clId="{ACABFA20-16A8-46C6-8968-7DACAACA1E1B}" dt="2025-01-08T17:26:43.786" v="72" actId="1076"/>
      <pc:docMkLst>
        <pc:docMk/>
      </pc:docMkLst>
      <pc:sldChg chg="modSp mod">
        <pc:chgData name="Dieter Beaven" userId="9bbdb69f-69d0-4759-aa9b-5c090a2da237" providerId="ADAL" clId="{ACABFA20-16A8-46C6-8968-7DACAACA1E1B}" dt="2025-01-08T17:13:15.692" v="61" actId="6549"/>
        <pc:sldMkLst>
          <pc:docMk/>
          <pc:sldMk cId="2586607706" sldId="531"/>
        </pc:sldMkLst>
        <pc:spChg chg="mod">
          <ac:chgData name="Dieter Beaven" userId="9bbdb69f-69d0-4759-aa9b-5c090a2da237" providerId="ADAL" clId="{ACABFA20-16A8-46C6-8968-7DACAACA1E1B}" dt="2025-01-08T17:13:12.486" v="59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ACABFA20-16A8-46C6-8968-7DACAACA1E1B}" dt="2025-01-08T17:13:15.692" v="61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modSp mod">
        <pc:chgData name="Dieter Beaven" userId="9bbdb69f-69d0-4759-aa9b-5c090a2da237" providerId="ADAL" clId="{ACABFA20-16A8-46C6-8968-7DACAACA1E1B}" dt="2025-01-08T17:15:03.651" v="63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ACABFA20-16A8-46C6-8968-7DACAACA1E1B}" dt="2025-01-08T17:15:03.651" v="63" actId="1076"/>
          <ac:picMkLst>
            <pc:docMk/>
            <pc:sldMk cId="173887519" sldId="533"/>
            <ac:picMk id="6" creationId="{916A5D9E-23CE-0389-B673-2A6ABADB4222}"/>
          </ac:picMkLst>
        </pc:picChg>
      </pc:sldChg>
      <pc:sldChg chg="modSp add mod">
        <pc:chgData name="Dieter Beaven" userId="9bbdb69f-69d0-4759-aa9b-5c090a2da237" providerId="ADAL" clId="{ACABFA20-16A8-46C6-8968-7DACAACA1E1B}" dt="2025-01-08T17:12:54.082" v="57" actId="20577"/>
        <pc:sldMkLst>
          <pc:docMk/>
          <pc:sldMk cId="1455416707" sldId="607"/>
        </pc:sldMkLst>
        <pc:spChg chg="mod">
          <ac:chgData name="Dieter Beaven" userId="9bbdb69f-69d0-4759-aa9b-5c090a2da237" providerId="ADAL" clId="{ACABFA20-16A8-46C6-8968-7DACAACA1E1B}" dt="2025-01-08T17:12:44.369" v="49" actId="20577"/>
          <ac:spMkLst>
            <pc:docMk/>
            <pc:sldMk cId="1455416707" sldId="607"/>
            <ac:spMk id="5" creationId="{77A5FAD5-3D0A-4BC9-92D1-98CB0DCFE6BF}"/>
          </ac:spMkLst>
        </pc:spChg>
        <pc:spChg chg="mod">
          <ac:chgData name="Dieter Beaven" userId="9bbdb69f-69d0-4759-aa9b-5c090a2da237" providerId="ADAL" clId="{ACABFA20-16A8-46C6-8968-7DACAACA1E1B}" dt="2025-01-08T17:12:54.082" v="57" actId="20577"/>
          <ac:spMkLst>
            <pc:docMk/>
            <pc:sldMk cId="1455416707" sldId="607"/>
            <ac:spMk id="20" creationId="{16EF886C-CE86-4754-AC53-7085E2A5F045}"/>
          </ac:spMkLst>
        </pc:spChg>
      </pc:sldChg>
      <pc:sldChg chg="add">
        <pc:chgData name="Dieter Beaven" userId="9bbdb69f-69d0-4759-aa9b-5c090a2da237" providerId="ADAL" clId="{ACABFA20-16A8-46C6-8968-7DACAACA1E1B}" dt="2025-01-08T17:09:43.156" v="0"/>
        <pc:sldMkLst>
          <pc:docMk/>
          <pc:sldMk cId="155006182" sldId="608"/>
        </pc:sldMkLst>
      </pc:sldChg>
      <pc:sldChg chg="addSp modSp mod">
        <pc:chgData name="Dieter Beaven" userId="9bbdb69f-69d0-4759-aa9b-5c090a2da237" providerId="ADAL" clId="{ACABFA20-16A8-46C6-8968-7DACAACA1E1B}" dt="2025-01-08T17:26:43.786" v="72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ACABFA20-16A8-46C6-8968-7DACAACA1E1B}" dt="2025-01-08T17:26:43.786" v="72" actId="1076"/>
          <ac:picMkLst>
            <pc:docMk/>
            <pc:sldMk cId="464788855" sldId="701"/>
            <ac:picMk id="6" creationId="{DDA5895F-7F9D-2D50-3979-5AAFA70DBC30}"/>
          </ac:picMkLst>
        </pc:picChg>
      </pc:sldChg>
      <pc:sldChg chg="addSp modSp mod">
        <pc:chgData name="Dieter Beaven" userId="9bbdb69f-69d0-4759-aa9b-5c090a2da237" providerId="ADAL" clId="{ACABFA20-16A8-46C6-8968-7DACAACA1E1B}" dt="2025-01-08T17:15:51.848" v="65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ACABFA20-16A8-46C6-8968-7DACAACA1E1B}" dt="2025-01-08T17:15:51.848" v="65" actId="1076"/>
          <ac:picMkLst>
            <pc:docMk/>
            <pc:sldMk cId="3902928920" sldId="718"/>
            <ac:picMk id="6" creationId="{9EF0AF7A-2ADA-5249-238A-B493E94A475B}"/>
          </ac:picMkLst>
        </pc:picChg>
      </pc:sldChg>
      <pc:sldChg chg="addSp delSp modSp add mod">
        <pc:chgData name="Dieter Beaven" userId="9bbdb69f-69d0-4759-aa9b-5c090a2da237" providerId="ADAL" clId="{ACABFA20-16A8-46C6-8968-7DACAACA1E1B}" dt="2025-01-08T17:16:52.360" v="69" actId="1076"/>
        <pc:sldMkLst>
          <pc:docMk/>
          <pc:sldMk cId="1701787432" sldId="719"/>
        </pc:sldMkLst>
        <pc:picChg chg="del">
          <ac:chgData name="Dieter Beaven" userId="9bbdb69f-69d0-4759-aa9b-5c090a2da237" providerId="ADAL" clId="{ACABFA20-16A8-46C6-8968-7DACAACA1E1B}" dt="2025-01-08T17:15:59.235" v="67" actId="478"/>
          <ac:picMkLst>
            <pc:docMk/>
            <pc:sldMk cId="1701787432" sldId="719"/>
            <ac:picMk id="6" creationId="{1C42D427-4D3B-8C9E-589A-58CADD7A22EE}"/>
          </ac:picMkLst>
        </pc:picChg>
        <pc:picChg chg="add mod">
          <ac:chgData name="Dieter Beaven" userId="9bbdb69f-69d0-4759-aa9b-5c090a2da237" providerId="ADAL" clId="{ACABFA20-16A8-46C6-8968-7DACAACA1E1B}" dt="2025-01-08T17:16:52.360" v="69" actId="1076"/>
          <ac:picMkLst>
            <pc:docMk/>
            <pc:sldMk cId="1701787432" sldId="719"/>
            <ac:picMk id="7" creationId="{E902FE23-9CD8-2E6B-E7D3-6A96610F5DFB}"/>
          </ac:picMkLst>
        </pc:picChg>
      </pc:sldChg>
    </pc:docChg>
  </pc:docChgLst>
  <pc:docChgLst>
    <pc:chgData name="Dieter Beaven" userId="9bbdb69f-69d0-4759-aa9b-5c090a2da237" providerId="ADAL" clId="{726B594F-B2FE-4CFE-B840-5BCF92F9675E}"/>
    <pc:docChg chg="undo custSel addSld delSld modSld">
      <pc:chgData name="Dieter Beaven" userId="9bbdb69f-69d0-4759-aa9b-5c090a2da237" providerId="ADAL" clId="{726B594F-B2FE-4CFE-B840-5BCF92F9675E}" dt="2025-01-13T14:52:25.518" v="71"/>
      <pc:docMkLst>
        <pc:docMk/>
      </pc:docMkLst>
      <pc:sldChg chg="modSp mod">
        <pc:chgData name="Dieter Beaven" userId="9bbdb69f-69d0-4759-aa9b-5c090a2da237" providerId="ADAL" clId="{726B594F-B2FE-4CFE-B840-5BCF92F9675E}" dt="2025-01-13T14:51:28.209" v="63" actId="20577"/>
        <pc:sldMkLst>
          <pc:docMk/>
          <pc:sldMk cId="2586607706" sldId="531"/>
        </pc:sldMkLst>
        <pc:spChg chg="mod">
          <ac:chgData name="Dieter Beaven" userId="9bbdb69f-69d0-4759-aa9b-5c090a2da237" providerId="ADAL" clId="{726B594F-B2FE-4CFE-B840-5BCF92F9675E}" dt="2025-01-13T14:51:20.328" v="59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726B594F-B2FE-4CFE-B840-5BCF92F9675E}" dt="2025-01-13T14:51:28.209" v="63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1:59.140" v="64" actId="478"/>
        <pc:sldMkLst>
          <pc:docMk/>
          <pc:sldMk cId="173887519" sldId="533"/>
        </pc:sldMkLst>
        <pc:picChg chg="del">
          <ac:chgData name="Dieter Beaven" userId="9bbdb69f-69d0-4759-aa9b-5c090a2da237" providerId="ADAL" clId="{726B594F-B2FE-4CFE-B840-5BCF92F9675E}" dt="2025-01-13T14:51:59.140" v="64" actId="478"/>
          <ac:picMkLst>
            <pc:docMk/>
            <pc:sldMk cId="173887519" sldId="533"/>
            <ac:picMk id="6" creationId="{916A5D9E-23CE-0389-B673-2A6ABADB4222}"/>
          </ac:picMkLst>
        </pc:picChg>
      </pc:sldChg>
      <pc:sldChg chg="del">
        <pc:chgData name="Dieter Beaven" userId="9bbdb69f-69d0-4759-aa9b-5c090a2da237" providerId="ADAL" clId="{726B594F-B2FE-4CFE-B840-5BCF92F9675E}" dt="2025-01-13T14:50:59.776" v="49" actId="47"/>
        <pc:sldMkLst>
          <pc:docMk/>
          <pc:sldMk cId="1455416707" sldId="607"/>
        </pc:sldMkLst>
      </pc:sldChg>
      <pc:sldChg chg="delSp add del mod delAnim">
        <pc:chgData name="Dieter Beaven" userId="9bbdb69f-69d0-4759-aa9b-5c090a2da237" providerId="ADAL" clId="{726B594F-B2FE-4CFE-B840-5BCF92F9675E}" dt="2025-01-13T14:51:10.179" v="52" actId="478"/>
        <pc:sldMkLst>
          <pc:docMk/>
          <pc:sldMk cId="155006182" sldId="608"/>
        </pc:sldMkLst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5" creationId="{E45AD68C-CCA4-4762-9682-66053118EE01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6" creationId="{85BCEEDC-9E09-449F-ADB6-80D02740131E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7" creationId="{7B72E047-33E9-4C2F-AB32-2E1D86F07D2B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8" creationId="{2E2BD5CE-2005-4BC8-9395-EF7C1765F96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9" creationId="{580EA649-14B5-4008-B2F3-815A1027C463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0" creationId="{EB9D517E-B3EB-4DE8-8609-50CAEAA68CE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1" creationId="{AF0EC974-20F0-4C66-93A7-9D08B4EEBC24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2" creationId="{C00E69DC-9EDE-47C1-B7B7-DD469CC9651A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3" creationId="{1A028CC3-A3ED-4402-A6D7-561E78698EE2}"/>
          </ac:spMkLst>
        </pc:spChg>
      </pc:sldChg>
      <pc:sldChg chg="addSp delSp modSp mod">
        <pc:chgData name="Dieter Beaven" userId="9bbdb69f-69d0-4759-aa9b-5c090a2da237" providerId="ADAL" clId="{726B594F-B2FE-4CFE-B840-5BCF92F9675E}" dt="2025-01-13T14:52:18.021" v="69"/>
        <pc:sldMkLst>
          <pc:docMk/>
          <pc:sldMk cId="464788855" sldId="701"/>
        </pc:sldMkLst>
        <pc:graphicFrameChg chg="add mod">
          <ac:chgData name="Dieter Beaven" userId="9bbdb69f-69d0-4759-aa9b-5c090a2da237" providerId="ADAL" clId="{726B594F-B2FE-4CFE-B840-5BCF92F9675E}" dt="2025-01-13T14:52:18.021" v="69"/>
          <ac:graphicFrameMkLst>
            <pc:docMk/>
            <pc:sldMk cId="464788855" sldId="701"/>
            <ac:graphicFrameMk id="5" creationId="{CA02A25D-8B7B-739F-827A-5EEA975513BF}"/>
          </ac:graphicFrameMkLst>
        </pc:graphicFrameChg>
        <pc:picChg chg="del">
          <ac:chgData name="Dieter Beaven" userId="9bbdb69f-69d0-4759-aa9b-5c090a2da237" providerId="ADAL" clId="{726B594F-B2FE-4CFE-B840-5BCF92F9675E}" dt="2025-01-13T14:52:12.297" v="67" actId="478"/>
          <ac:picMkLst>
            <pc:docMk/>
            <pc:sldMk cId="464788855" sldId="701"/>
            <ac:picMk id="6" creationId="{DDA5895F-7F9D-2D50-3979-5AAFA70DBC30}"/>
          </ac:picMkLst>
        </pc:picChg>
      </pc:sldChg>
      <pc:sldChg chg="modSp mod">
        <pc:chgData name="Dieter Beaven" userId="9bbdb69f-69d0-4759-aa9b-5c090a2da237" providerId="ADAL" clId="{726B594F-B2FE-4CFE-B840-5BCF92F9675E}" dt="2025-01-13T14:50:55.013" v="48" actId="20577"/>
        <pc:sldMkLst>
          <pc:docMk/>
          <pc:sldMk cId="938785864" sldId="717"/>
        </pc:sldMkLst>
        <pc:spChg chg="mod">
          <ac:chgData name="Dieter Beaven" userId="9bbdb69f-69d0-4759-aa9b-5c090a2da237" providerId="ADAL" clId="{726B594F-B2FE-4CFE-B840-5BCF92F9675E}" dt="2025-01-13T14:50:55.013" v="48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2:04.220" v="65" actId="478"/>
        <pc:sldMkLst>
          <pc:docMk/>
          <pc:sldMk cId="3902928920" sldId="718"/>
        </pc:sldMkLst>
        <pc:picChg chg="del">
          <ac:chgData name="Dieter Beaven" userId="9bbdb69f-69d0-4759-aa9b-5c090a2da237" providerId="ADAL" clId="{726B594F-B2FE-4CFE-B840-5BCF92F9675E}" dt="2025-01-13T14:52:04.220" v="65" actId="478"/>
          <ac:picMkLst>
            <pc:docMk/>
            <pc:sldMk cId="3902928920" sldId="718"/>
            <ac:picMk id="6" creationId="{9EF0AF7A-2ADA-5249-238A-B493E94A475B}"/>
          </ac:picMkLst>
        </pc:picChg>
      </pc:sldChg>
      <pc:sldChg chg="delSp mod">
        <pc:chgData name="Dieter Beaven" userId="9bbdb69f-69d0-4759-aa9b-5c090a2da237" providerId="ADAL" clId="{726B594F-B2FE-4CFE-B840-5BCF92F9675E}" dt="2025-01-13T14:52:07.357" v="66" actId="478"/>
        <pc:sldMkLst>
          <pc:docMk/>
          <pc:sldMk cId="1701787432" sldId="719"/>
        </pc:sldMkLst>
        <pc:picChg chg="del">
          <ac:chgData name="Dieter Beaven" userId="9bbdb69f-69d0-4759-aa9b-5c090a2da237" providerId="ADAL" clId="{726B594F-B2FE-4CFE-B840-5BCF92F9675E}" dt="2025-01-13T14:52:07.357" v="66" actId="478"/>
          <ac:picMkLst>
            <pc:docMk/>
            <pc:sldMk cId="1701787432" sldId="719"/>
            <ac:picMk id="7" creationId="{E902FE23-9CD8-2E6B-E7D3-6A96610F5DFB}"/>
          </ac:picMkLst>
        </pc:picChg>
      </pc:sldChg>
      <pc:sldChg chg="add">
        <pc:chgData name="Dieter Beaven" userId="9bbdb69f-69d0-4759-aa9b-5c090a2da237" providerId="ADAL" clId="{726B594F-B2FE-4CFE-B840-5BCF92F9675E}" dt="2025-01-13T14:52:21.527" v="70"/>
        <pc:sldMkLst>
          <pc:docMk/>
          <pc:sldMk cId="2398901012" sldId="720"/>
        </pc:sldMkLst>
      </pc:sldChg>
      <pc:sldChg chg="add">
        <pc:chgData name="Dieter Beaven" userId="9bbdb69f-69d0-4759-aa9b-5c090a2da237" providerId="ADAL" clId="{726B594F-B2FE-4CFE-B840-5BCF92F9675E}" dt="2025-01-13T14:52:25.518" v="71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2087311-8B8A-485F-A336-209E2CE491DB}"/>
    <pc:docChg chg="custSel modSld">
      <pc:chgData name="Dieter Beaven" userId="9bbdb69f-69d0-4759-aa9b-5c090a2da237" providerId="ADAL" clId="{D2087311-8B8A-485F-A336-209E2CE491DB}" dt="2025-01-08T15:03:22.056" v="39" actId="20577"/>
      <pc:docMkLst>
        <pc:docMk/>
      </pc:docMkLst>
      <pc:sldChg chg="modSp mod">
        <pc:chgData name="Dieter Beaven" userId="9bbdb69f-69d0-4759-aa9b-5c090a2da237" providerId="ADAL" clId="{D2087311-8B8A-485F-A336-209E2CE491DB}" dt="2025-01-08T15:03:22.056" v="39" actId="20577"/>
        <pc:sldMkLst>
          <pc:docMk/>
          <pc:sldMk cId="938785864" sldId="717"/>
        </pc:sldMkLst>
        <pc:spChg chg="mod">
          <ac:chgData name="Dieter Beaven" userId="9bbdb69f-69d0-4759-aa9b-5c090a2da237" providerId="ADAL" clId="{D2087311-8B8A-485F-A336-209E2CE491DB}" dt="2025-01-08T15:03:22.056" v="39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32DB2CB9-C7F2-4431-BC68-4529C6B171BB}"/>
    <pc:docChg chg="custSel addSld delSld modSld">
      <pc:chgData name="Dieter Beaven" userId="9bbdb69f-69d0-4759-aa9b-5c090a2da237" providerId="ADAL" clId="{32DB2CB9-C7F2-4431-BC68-4529C6B171BB}" dt="2025-01-15T16:54:52.452" v="14" actId="47"/>
      <pc:docMkLst>
        <pc:docMk/>
      </pc:docMkLst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1928948471" sldId="498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405968645" sldId="499"/>
        </pc:sldMkLst>
      </pc:sldChg>
      <pc:sldChg chg="addSp modSp modAnim">
        <pc:chgData name="Dieter Beaven" userId="9bbdb69f-69d0-4759-aa9b-5c090a2da237" providerId="ADAL" clId="{32DB2CB9-C7F2-4431-BC68-4529C6B171BB}" dt="2025-01-15T16:54:50.550" v="13"/>
        <pc:sldMkLst>
          <pc:docMk/>
          <pc:sldMk cId="2586607706" sldId="531"/>
        </pc:sldMkLst>
        <pc:spChg chg="add mod">
          <ac:chgData name="Dieter Beaven" userId="9bbdb69f-69d0-4759-aa9b-5c090a2da237" providerId="ADAL" clId="{32DB2CB9-C7F2-4431-BC68-4529C6B171BB}" dt="2025-01-15T16:54:50.550" v="13"/>
          <ac:spMkLst>
            <pc:docMk/>
            <pc:sldMk cId="2586607706" sldId="531"/>
            <ac:spMk id="8" creationId="{2113E461-ACDB-0A81-5041-F6385DB0AD6C}"/>
          </ac:spMkLst>
        </pc:spChg>
        <pc:spChg chg="add mod">
          <ac:chgData name="Dieter Beaven" userId="9bbdb69f-69d0-4759-aa9b-5c090a2da237" providerId="ADAL" clId="{32DB2CB9-C7F2-4431-BC68-4529C6B171BB}" dt="2025-01-15T16:54:50.550" v="13"/>
          <ac:spMkLst>
            <pc:docMk/>
            <pc:sldMk cId="2586607706" sldId="531"/>
            <ac:spMk id="9" creationId="{219ABB9A-C5CD-6969-5A86-39E0217673EB}"/>
          </ac:spMkLst>
        </pc:spChg>
        <pc:spChg chg="add mod">
          <ac:chgData name="Dieter Beaven" userId="9bbdb69f-69d0-4759-aa9b-5c090a2da237" providerId="ADAL" clId="{32DB2CB9-C7F2-4431-BC68-4529C6B171BB}" dt="2025-01-15T16:54:50.550" v="13"/>
          <ac:spMkLst>
            <pc:docMk/>
            <pc:sldMk cId="2586607706" sldId="531"/>
            <ac:spMk id="10" creationId="{121E0E2A-664C-83E9-8F90-483906939EF3}"/>
          </ac:spMkLst>
        </pc:spChg>
        <pc:picChg chg="add mod">
          <ac:chgData name="Dieter Beaven" userId="9bbdb69f-69d0-4759-aa9b-5c090a2da237" providerId="ADAL" clId="{32DB2CB9-C7F2-4431-BC68-4529C6B171BB}" dt="2025-01-15T16:54:50.550" v="13"/>
          <ac:picMkLst>
            <pc:docMk/>
            <pc:sldMk cId="2586607706" sldId="531"/>
            <ac:picMk id="7" creationId="{BD8F0957-06A5-6810-2F26-2B673540D85E}"/>
          </ac:picMkLst>
        </pc:picChg>
      </pc:sldChg>
      <pc:sldChg chg="addSp delSp modSp mod">
        <pc:chgData name="Dieter Beaven" userId="9bbdb69f-69d0-4759-aa9b-5c090a2da237" providerId="ADAL" clId="{32DB2CB9-C7F2-4431-BC68-4529C6B171BB}" dt="2025-01-15T16:52:49.711" v="6" actId="1076"/>
        <pc:sldMkLst>
          <pc:docMk/>
          <pc:sldMk cId="173887519" sldId="533"/>
        </pc:sldMkLst>
        <pc:picChg chg="add del mod">
          <ac:chgData name="Dieter Beaven" userId="9bbdb69f-69d0-4759-aa9b-5c090a2da237" providerId="ADAL" clId="{32DB2CB9-C7F2-4431-BC68-4529C6B171BB}" dt="2025-01-15T16:52:46.424" v="4" actId="478"/>
          <ac:picMkLst>
            <pc:docMk/>
            <pc:sldMk cId="173887519" sldId="533"/>
            <ac:picMk id="6" creationId="{04F615B3-DF2F-D3F4-B845-B4F4914DA1ED}"/>
          </ac:picMkLst>
        </pc:picChg>
        <pc:picChg chg="add mod">
          <ac:chgData name="Dieter Beaven" userId="9bbdb69f-69d0-4759-aa9b-5c090a2da237" providerId="ADAL" clId="{32DB2CB9-C7F2-4431-BC68-4529C6B171BB}" dt="2025-01-15T16:52:49.711" v="6" actId="1076"/>
          <ac:picMkLst>
            <pc:docMk/>
            <pc:sldMk cId="173887519" sldId="533"/>
            <ac:picMk id="8" creationId="{90A1020E-9833-14EE-AFB8-8566D2DE8743}"/>
          </ac:picMkLst>
        </pc:picChg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3218371740" sldId="545"/>
        </pc:sldMkLst>
      </pc:sldChg>
      <pc:sldChg chg="add del">
        <pc:chgData name="Dieter Beaven" userId="9bbdb69f-69d0-4759-aa9b-5c090a2da237" providerId="ADAL" clId="{32DB2CB9-C7F2-4431-BC68-4529C6B171BB}" dt="2025-01-15T16:54:52.452" v="14" actId="47"/>
        <pc:sldMkLst>
          <pc:docMk/>
          <pc:sldMk cId="2630104693" sldId="565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3448424687" sldId="566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1784941502" sldId="567"/>
        </pc:sldMkLst>
      </pc:sldChg>
      <pc:sldChg chg="del">
        <pc:chgData name="Dieter Beaven" userId="9bbdb69f-69d0-4759-aa9b-5c090a2da237" providerId="ADAL" clId="{32DB2CB9-C7F2-4431-BC68-4529C6B171BB}" dt="2025-01-15T16:53:56.626" v="11" actId="47"/>
        <pc:sldMkLst>
          <pc:docMk/>
          <pc:sldMk cId="155006182" sldId="608"/>
        </pc:sldMkLst>
      </pc:sldChg>
      <pc:sldChg chg="del">
        <pc:chgData name="Dieter Beaven" userId="9bbdb69f-69d0-4759-aa9b-5c090a2da237" providerId="ADAL" clId="{32DB2CB9-C7F2-4431-BC68-4529C6B171BB}" dt="2025-01-15T16:53:53.085" v="10" actId="47"/>
        <pc:sldMkLst>
          <pc:docMk/>
          <pc:sldMk cId="464788855" sldId="701"/>
        </pc:sldMkLst>
      </pc:sldChg>
      <pc:sldChg chg="addSp mod">
        <pc:chgData name="Dieter Beaven" userId="9bbdb69f-69d0-4759-aa9b-5c090a2da237" providerId="ADAL" clId="{32DB2CB9-C7F2-4431-BC68-4529C6B171BB}" dt="2025-01-15T16:53:46.982" v="7" actId="22"/>
        <pc:sldMkLst>
          <pc:docMk/>
          <pc:sldMk cId="3902928920" sldId="718"/>
        </pc:sldMkLst>
        <pc:picChg chg="add">
          <ac:chgData name="Dieter Beaven" userId="9bbdb69f-69d0-4759-aa9b-5c090a2da237" providerId="ADAL" clId="{32DB2CB9-C7F2-4431-BC68-4529C6B171BB}" dt="2025-01-15T16:53:46.982" v="7" actId="22"/>
          <ac:picMkLst>
            <pc:docMk/>
            <pc:sldMk cId="3902928920" sldId="718"/>
            <ac:picMk id="6" creationId="{563C3B27-2051-A680-C9E7-A78537F17D22}"/>
          </ac:picMkLst>
        </pc:picChg>
      </pc:sldChg>
      <pc:sldChg chg="del">
        <pc:chgData name="Dieter Beaven" userId="9bbdb69f-69d0-4759-aa9b-5c090a2da237" providerId="ADAL" clId="{32DB2CB9-C7F2-4431-BC68-4529C6B171BB}" dt="2025-01-15T16:53:51.279" v="8" actId="47"/>
        <pc:sldMkLst>
          <pc:docMk/>
          <pc:sldMk cId="1701787432" sldId="719"/>
        </pc:sldMkLst>
      </pc:sldChg>
      <pc:sldChg chg="del">
        <pc:chgData name="Dieter Beaven" userId="9bbdb69f-69d0-4759-aa9b-5c090a2da237" providerId="ADAL" clId="{32DB2CB9-C7F2-4431-BC68-4529C6B171BB}" dt="2025-01-15T16:53:51.857" v="9" actId="47"/>
        <pc:sldMkLst>
          <pc:docMk/>
          <pc:sldMk cId="1752525931" sldId="7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830.png"/><Relationship Id="rId7" Type="http://schemas.openxmlformats.org/officeDocument/2006/relationships/image" Target="../media/image109.png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90.png"/><Relationship Id="rId4" Type="http://schemas.openxmlformats.org/officeDocument/2006/relationships/image" Target="../media/image850.png"/><Relationship Id="rId9" Type="http://schemas.openxmlformats.org/officeDocument/2006/relationships/image" Target="../media/image1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Using Partial Fractions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SKILL #7</a:t>
              </a:r>
              <a:r>
                <a:rPr lang="en-GB" sz="3200" dirty="0"/>
                <a:t>: Using Partial Fractions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908720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saw earlier that we can split some expressions into partial fractions. This allows us to integrate some expressions with more complicated denominators.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43608" y="1833881"/>
                <a:ext cx="6120680" cy="61587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833881"/>
                <a:ext cx="6120680" cy="6158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43608" y="2564904"/>
                <a:ext cx="6696744" cy="3421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∫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𝒍𝒏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564904"/>
                <a:ext cx="6696744" cy="342170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032082" y="2475982"/>
            <a:ext cx="6132205" cy="35106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2894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Further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9" y="852100"/>
                <a:ext cx="3960440" cy="66954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−5</m:t>
                            </m:r>
                          </m:num>
                          <m:den>
                            <m:d>
                              <m:d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den>
                        </m:f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852100"/>
                <a:ext cx="3960440" cy="66954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4742" y="1901380"/>
                <a:ext cx="4045250" cy="241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den>
                          </m:f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=∫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sz="1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16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6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en-GB" sz="1600" b="1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sz="1600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42" y="1901380"/>
                <a:ext cx="4045250" cy="241822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11854" y="1521642"/>
            <a:ext cx="3972116" cy="36355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88024" y="852100"/>
                <a:ext cx="3960440" cy="7160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−19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d>
                              <m:d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852100"/>
                <a:ext cx="3960440" cy="71603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88024" y="1772816"/>
                <a:ext cx="3888432" cy="3216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−19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−19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1772816"/>
                <a:ext cx="3888432" cy="3216522"/>
              </a:xfrm>
              <a:prstGeom prst="rect">
                <a:avLst/>
              </a:prstGeom>
              <a:blipFill rotWithShape="0">
                <a:blip r:embed="rId7"/>
                <a:stretch>
                  <a:fillRect b="-1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782186" y="1528710"/>
            <a:ext cx="3972116" cy="44925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596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55C808-26CF-462F-8D39-B9189083BA4E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DBA7CCE-3B0D-4CAC-9215-E276EFFF5C4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DC396E1-3A0B-4DB8-8779-E7EC7CB38A1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9B9DEF6-31AE-482F-A97F-D893FBFA4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53537"/>
            <a:ext cx="6572250" cy="21526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42294C-7842-4FBC-8CC3-2183A295A7E7}"/>
              </a:ext>
            </a:extLst>
          </p:cNvPr>
          <p:cNvSpPr txBox="1"/>
          <p:nvPr/>
        </p:nvSpPr>
        <p:spPr>
          <a:xfrm>
            <a:off x="323528" y="760512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2009 Q3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2938A7-A9CE-459D-8381-8C52C8AA4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29" y="3444305"/>
            <a:ext cx="4824536" cy="17446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754CAB-F6DB-46F7-B893-D8F0E3971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43743"/>
            <a:ext cx="5130800" cy="10381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00D2D0-1142-4148-938E-31E75A70C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088" y="3578567"/>
            <a:ext cx="3657600" cy="17907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C4EDC5D-D85D-419E-BC81-71EBA62E51B6}"/>
              </a:ext>
            </a:extLst>
          </p:cNvPr>
          <p:cNvSpPr/>
          <p:nvPr/>
        </p:nvSpPr>
        <p:spPr>
          <a:xfrm>
            <a:off x="337254" y="3429000"/>
            <a:ext cx="4590346" cy="17789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E38778-98D2-422A-AB6C-83361E659E0D}"/>
              </a:ext>
            </a:extLst>
          </p:cNvPr>
          <p:cNvSpPr/>
          <p:nvPr/>
        </p:nvSpPr>
        <p:spPr>
          <a:xfrm>
            <a:off x="337254" y="5223297"/>
            <a:ext cx="4844346" cy="13934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216549-371D-4203-A77C-A48AE58137A0}"/>
              </a:ext>
            </a:extLst>
          </p:cNvPr>
          <p:cNvSpPr/>
          <p:nvPr/>
        </p:nvSpPr>
        <p:spPr>
          <a:xfrm>
            <a:off x="5592812" y="3548300"/>
            <a:ext cx="3525788" cy="1925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1837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SKILL #8</a:t>
              </a:r>
              <a:r>
                <a:rPr lang="en-GB" sz="3200" dirty="0"/>
                <a:t>: Integrating top-heavy algebraic fractions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99792" y="1228760"/>
                <a:ext cx="2880320" cy="1053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= ?</m:t>
                          </m:r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1228760"/>
                <a:ext cx="2880320" cy="105375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11560" y="2492896"/>
            <a:ext cx="72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How would we deal with this? (the clue’s in the title)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51720" y="3761682"/>
                <a:ext cx="27363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+0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3761682"/>
                <a:ext cx="2736304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1520" y="3761682"/>
                <a:ext cx="14401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761682"/>
                <a:ext cx="1440160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23728" y="3120470"/>
                <a:ext cx="14401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  −1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3120470"/>
                <a:ext cx="1440160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107504" y="4481762"/>
            <a:ext cx="16561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63688" y="3761682"/>
            <a:ext cx="0" cy="720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1763688" y="3761682"/>
            <a:ext cx="27363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78862" y="4372166"/>
                <a:ext cx="24211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862" y="4372166"/>
                <a:ext cx="2421130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726934" y="4892980"/>
                <a:ext cx="19170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+0</m:t>
                      </m:r>
                    </m:oMath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34" y="4892980"/>
                <a:ext cx="1917074" cy="120032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825505" y="6052537"/>
                <a:ext cx="81850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505" y="6052537"/>
                <a:ext cx="818503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 flipH="1">
            <a:off x="2051720" y="5018497"/>
            <a:ext cx="16561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2735796" y="6080311"/>
            <a:ext cx="16561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292080" y="3209708"/>
                <a:ext cx="3779694" cy="3197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−1+</m:t>
                          </m:r>
                          <m:f>
                            <m:f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br>
                  <a:rPr lang="en-GB" sz="2800" b="0" i="1" dirty="0">
                    <a:latin typeface="Cambria Math" panose="02040503050406030204" pitchFamily="18" charset="0"/>
                  </a:rPr>
                </a:br>
                <a:r>
                  <a:rPr lang="en-GB" sz="2800" b="0" i="1" dirty="0">
                    <a:latin typeface="Cambria Math" panose="02040503050406030204" pitchFamily="18" charset="0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3209708"/>
                <a:ext cx="3779694" cy="319754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07503" y="3059131"/>
            <a:ext cx="4694545" cy="35783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Some manipulation to simplify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13973" y="3059132"/>
            <a:ext cx="4010899" cy="35783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Now integrate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4842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8428" y="1108838"/>
                <a:ext cx="4208171" cy="167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0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28" y="1108838"/>
                <a:ext cx="4208171" cy="16768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756317" y="969138"/>
                <a:ext cx="3888432" cy="1979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br>
                  <a:rPr lang="en-GB" sz="2400" b="1" i="1" dirty="0">
                    <a:latin typeface="Cambria Math" panose="02040503050406030204" pitchFamily="18" charset="0"/>
                  </a:rPr>
                </a:br>
                <a:r>
                  <a:rPr lang="en-GB" sz="2400" b="1" i="1" dirty="0">
                    <a:latin typeface="Cambria Math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2400" b="1" i="0" smtClean="0">
                            <a:latin typeface="Cambria Math" panose="02040503050406030204" pitchFamily="18" charset="0"/>
                          </a:rPr>
                          <m:t>𝐥𝐧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func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317" y="969138"/>
                <a:ext cx="3888432" cy="19796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17104" y="1777672"/>
            <a:ext cx="3804096" cy="1193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5741021" y="1866032"/>
            <a:ext cx="2691780" cy="13089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E44EC0-8C12-437C-A8BB-3F904B6A48E4}"/>
                  </a:ext>
                </a:extLst>
              </p:cNvPr>
              <p:cNvSpPr txBox="1"/>
              <p:nvPr/>
            </p:nvSpPr>
            <p:spPr>
              <a:xfrm>
                <a:off x="852984" y="4407148"/>
                <a:ext cx="4824536" cy="1344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Contrast this with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dirty="0"/>
                  <a:t> which can be integrated more simply: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E44EC0-8C12-437C-A8BB-3F904B6A4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84" y="4407148"/>
                <a:ext cx="4824536" cy="1344663"/>
              </a:xfrm>
              <a:prstGeom prst="rect">
                <a:avLst/>
              </a:prstGeom>
              <a:blipFill>
                <a:blip r:embed="rId4"/>
                <a:stretch>
                  <a:fillRect l="-1138" t="-366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E9AD61-4B63-4259-8660-1EEA7AF9086B}"/>
              </a:ext>
            </a:extLst>
          </p:cNvPr>
          <p:cNvCxnSpPr/>
          <p:nvPr/>
        </p:nvCxnSpPr>
        <p:spPr>
          <a:xfrm flipV="1">
            <a:off x="2915816" y="3263228"/>
            <a:ext cx="72008" cy="957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94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11.7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/>
              <a:t>Page 95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D8F0957-06A5-6810-2F26-2B673540D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636912"/>
            <a:ext cx="3667125" cy="16287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13E461-ACDB-0A81-5041-F6385DB0AD6C}"/>
                  </a:ext>
                </a:extLst>
              </p:cNvPr>
              <p:cNvSpPr txBox="1"/>
              <p:nvPr/>
            </p:nvSpPr>
            <p:spPr>
              <a:xfrm>
                <a:off x="535484" y="4648944"/>
                <a:ext cx="2376264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Solution: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num>
                              <m:den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13E461-ACDB-0A81-5041-F6385DB0A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4" y="4648944"/>
                <a:ext cx="2376264" cy="506870"/>
              </a:xfrm>
              <a:prstGeom prst="rect">
                <a:avLst/>
              </a:prstGeom>
              <a:blipFill>
                <a:blip r:embed="rId3"/>
                <a:stretch>
                  <a:fillRect l="-2308" b="-60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19ABB9A-C5CD-6969-5A86-39E0217673EB}"/>
              </a:ext>
            </a:extLst>
          </p:cNvPr>
          <p:cNvSpPr txBox="1"/>
          <p:nvPr/>
        </p:nvSpPr>
        <p:spPr>
          <a:xfrm>
            <a:off x="458168" y="216775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1E0E2A-664C-83E9-8F90-483906939EF3}"/>
              </a:ext>
            </a:extLst>
          </p:cNvPr>
          <p:cNvSpPr/>
          <p:nvPr/>
        </p:nvSpPr>
        <p:spPr>
          <a:xfrm>
            <a:off x="1537321" y="4609232"/>
            <a:ext cx="1332879" cy="7247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0A1020E-9833-14EE-AFB8-8566D2DE8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" y="1124744"/>
            <a:ext cx="69056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63C3B27-2051-A680-C9E7-A78537F17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085850"/>
            <a:ext cx="68389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22509</TotalTime>
  <Words>328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P2 Chapter 11: Integration  Using Partial Fractions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2025-01-15T16:55:03Z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