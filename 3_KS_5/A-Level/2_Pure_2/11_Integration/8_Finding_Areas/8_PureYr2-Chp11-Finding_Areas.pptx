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717" r:id="rId5"/>
    <p:sldId id="568" r:id="rId6"/>
    <p:sldId id="569" r:id="rId7"/>
    <p:sldId id="570" r:id="rId8"/>
    <p:sldId id="571" r:id="rId9"/>
    <p:sldId id="533" r:id="rId10"/>
    <p:sldId id="718" r:id="rId11"/>
    <p:sldId id="721" r:id="rId12"/>
    <p:sldId id="722" r:id="rId13"/>
    <p:sldId id="723" r:id="rId14"/>
    <p:sldId id="724" r:id="rId15"/>
    <p:sldId id="720" r:id="rId16"/>
    <p:sldId id="72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5B4281-4B1A-4C62-B9C6-749517E78F80}" v="5" dt="2026-03-12T13:43:38.9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2D8212FC-6CF0-4EAC-9F59-B520D2D2E3F2}"/>
    <pc:docChg chg="addSld delSld modSld">
      <pc:chgData name="Dieter Beaven" userId="9bbdb69f-69d0-4759-aa9b-5c090a2da237" providerId="ADAL" clId="{2D8212FC-6CF0-4EAC-9F59-B520D2D2E3F2}" dt="2026-03-10T10:47:33.979" v="36" actId="6549"/>
      <pc:docMkLst>
        <pc:docMk/>
      </pc:docMkLst>
      <pc:sldChg chg="add">
        <pc:chgData name="Dieter Beaven" userId="9bbdb69f-69d0-4759-aa9b-5c090a2da237" providerId="ADAL" clId="{2D8212FC-6CF0-4EAC-9F59-B520D2D2E3F2}" dt="2026-03-10T10:44:03.300" v="16"/>
        <pc:sldMkLst>
          <pc:docMk/>
          <pc:sldMk cId="3076665614" sldId="568"/>
        </pc:sldMkLst>
      </pc:sldChg>
      <pc:sldChg chg="add">
        <pc:chgData name="Dieter Beaven" userId="9bbdb69f-69d0-4759-aa9b-5c090a2da237" providerId="ADAL" clId="{2D8212FC-6CF0-4EAC-9F59-B520D2D2E3F2}" dt="2026-03-10T10:44:03.300" v="16"/>
        <pc:sldMkLst>
          <pc:docMk/>
          <pc:sldMk cId="2906751139" sldId="569"/>
        </pc:sldMkLst>
      </pc:sldChg>
      <pc:sldChg chg="add">
        <pc:chgData name="Dieter Beaven" userId="9bbdb69f-69d0-4759-aa9b-5c090a2da237" providerId="ADAL" clId="{2D8212FC-6CF0-4EAC-9F59-B520D2D2E3F2}" dt="2026-03-10T10:44:03.300" v="16"/>
        <pc:sldMkLst>
          <pc:docMk/>
          <pc:sldMk cId="1694086220" sldId="570"/>
        </pc:sldMkLst>
      </pc:sldChg>
      <pc:sldChg chg="modSp add mod">
        <pc:chgData name="Dieter Beaven" userId="9bbdb69f-69d0-4759-aa9b-5c090a2da237" providerId="ADAL" clId="{2D8212FC-6CF0-4EAC-9F59-B520D2D2E3F2}" dt="2026-03-10T10:47:33.979" v="36" actId="6549"/>
        <pc:sldMkLst>
          <pc:docMk/>
          <pc:sldMk cId="2904595081" sldId="571"/>
        </pc:sldMkLst>
        <pc:spChg chg="mod">
          <ac:chgData name="Dieter Beaven" userId="9bbdb69f-69d0-4759-aa9b-5c090a2da237" providerId="ADAL" clId="{2D8212FC-6CF0-4EAC-9F59-B520D2D2E3F2}" dt="2026-03-10T10:44:40.907" v="23" actId="20577"/>
          <ac:spMkLst>
            <pc:docMk/>
            <pc:sldMk cId="2904595081" sldId="571"/>
            <ac:spMk id="3" creationId="{00000000-0000-0000-0000-000000000000}"/>
          </ac:spMkLst>
        </pc:spChg>
        <pc:spChg chg="mod">
          <ac:chgData name="Dieter Beaven" userId="9bbdb69f-69d0-4759-aa9b-5c090a2da237" providerId="ADAL" clId="{2D8212FC-6CF0-4EAC-9F59-B520D2D2E3F2}" dt="2026-03-10T10:47:33.979" v="36" actId="6549"/>
          <ac:spMkLst>
            <pc:docMk/>
            <pc:sldMk cId="2904595081" sldId="571"/>
            <ac:spMk id="28" creationId="{AB409FA8-34C4-4FDD-966B-EFA5D58ECFF6}"/>
          </ac:spMkLst>
        </pc:spChg>
      </pc:sldChg>
      <pc:sldChg chg="modSp mod">
        <pc:chgData name="Dieter Beaven" userId="9bbdb69f-69d0-4759-aa9b-5c090a2da237" providerId="ADAL" clId="{2D8212FC-6CF0-4EAC-9F59-B520D2D2E3F2}" dt="2026-03-10T10:43:14.793" v="14" actId="20577"/>
        <pc:sldMkLst>
          <pc:docMk/>
          <pc:sldMk cId="938785864" sldId="717"/>
        </pc:sldMkLst>
        <pc:spChg chg="mod">
          <ac:chgData name="Dieter Beaven" userId="9bbdb69f-69d0-4759-aa9b-5c090a2da237" providerId="ADAL" clId="{2D8212FC-6CF0-4EAC-9F59-B520D2D2E3F2}" dt="2026-03-10T10:43:14.793" v="14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B47B330E-67D7-47E6-A6C8-686253D34652}"/>
    <pc:docChg chg="undo custSel addSld modSld">
      <pc:chgData name="Dieter Beaven" userId="9bbdb69f-69d0-4759-aa9b-5c090a2da237" providerId="ADAL" clId="{B47B330E-67D7-47E6-A6C8-686253D34652}" dt="2026-03-12T13:46:10.455" v="65" actId="1076"/>
      <pc:docMkLst>
        <pc:docMk/>
      </pc:docMkLst>
      <pc:sldChg chg="addSp modSp mod">
        <pc:chgData name="Dieter Beaven" userId="9bbdb69f-69d0-4759-aa9b-5c090a2da237" providerId="ADAL" clId="{B47B330E-67D7-47E6-A6C8-686253D34652}" dt="2026-03-10T13:44:09.669" v="37" actId="1035"/>
        <pc:sldMkLst>
          <pc:docMk/>
          <pc:sldMk cId="173887519" sldId="533"/>
        </pc:sldMkLst>
        <pc:picChg chg="add mod">
          <ac:chgData name="Dieter Beaven" userId="9bbdb69f-69d0-4759-aa9b-5c090a2da237" providerId="ADAL" clId="{B47B330E-67D7-47E6-A6C8-686253D34652}" dt="2026-03-10T13:44:09.669" v="37" actId="1035"/>
          <ac:picMkLst>
            <pc:docMk/>
            <pc:sldMk cId="173887519" sldId="533"/>
            <ac:picMk id="6" creationId="{C3DD41B2-3FFC-1EB3-E9EA-0B90C524A765}"/>
          </ac:picMkLst>
        </pc:picChg>
      </pc:sldChg>
      <pc:sldChg chg="modSp mod">
        <pc:chgData name="Dieter Beaven" userId="9bbdb69f-69d0-4759-aa9b-5c090a2da237" providerId="ADAL" clId="{B47B330E-67D7-47E6-A6C8-686253D34652}" dt="2026-03-10T13:41:07.580" v="19" actId="1076"/>
        <pc:sldMkLst>
          <pc:docMk/>
          <pc:sldMk cId="2906751139" sldId="569"/>
        </pc:sldMkLst>
        <pc:spChg chg="mod">
          <ac:chgData name="Dieter Beaven" userId="9bbdb69f-69d0-4759-aa9b-5c090a2da237" providerId="ADAL" clId="{B47B330E-67D7-47E6-A6C8-686253D34652}" dt="2026-03-10T13:41:00.160" v="13" actId="20577"/>
          <ac:spMkLst>
            <pc:docMk/>
            <pc:sldMk cId="2906751139" sldId="569"/>
            <ac:spMk id="3" creationId="{E8089987-E24C-4479-A6DE-1750A6A4B0E3}"/>
          </ac:spMkLst>
        </pc:spChg>
        <pc:spChg chg="mod">
          <ac:chgData name="Dieter Beaven" userId="9bbdb69f-69d0-4759-aa9b-5c090a2da237" providerId="ADAL" clId="{B47B330E-67D7-47E6-A6C8-686253D34652}" dt="2026-03-10T13:41:04.081" v="17" actId="20577"/>
          <ac:spMkLst>
            <pc:docMk/>
            <pc:sldMk cId="2906751139" sldId="569"/>
            <ac:spMk id="26" creationId="{2008C823-C698-46B4-9124-33281D847739}"/>
          </ac:spMkLst>
        </pc:spChg>
        <pc:spChg chg="mod">
          <ac:chgData name="Dieter Beaven" userId="9bbdb69f-69d0-4759-aa9b-5c090a2da237" providerId="ADAL" clId="{B47B330E-67D7-47E6-A6C8-686253D34652}" dt="2026-03-10T13:41:07.580" v="19" actId="1076"/>
          <ac:spMkLst>
            <pc:docMk/>
            <pc:sldMk cId="2906751139" sldId="569"/>
            <ac:spMk id="45" creationId="{DBCFD489-5D51-4F7B-8080-F23D9B63A05C}"/>
          </ac:spMkLst>
        </pc:spChg>
      </pc:sldChg>
      <pc:sldChg chg="addSp modSp mod">
        <pc:chgData name="Dieter Beaven" userId="9bbdb69f-69d0-4759-aa9b-5c090a2da237" providerId="ADAL" clId="{B47B330E-67D7-47E6-A6C8-686253D34652}" dt="2026-03-10T13:44:08.191" v="36" actId="1035"/>
        <pc:sldMkLst>
          <pc:docMk/>
          <pc:sldMk cId="3902928920" sldId="718"/>
        </pc:sldMkLst>
        <pc:picChg chg="add mod">
          <ac:chgData name="Dieter Beaven" userId="9bbdb69f-69d0-4759-aa9b-5c090a2da237" providerId="ADAL" clId="{B47B330E-67D7-47E6-A6C8-686253D34652}" dt="2026-03-10T13:44:08.191" v="36" actId="1035"/>
          <ac:picMkLst>
            <pc:docMk/>
            <pc:sldMk cId="3902928920" sldId="718"/>
            <ac:picMk id="6" creationId="{D3C8F888-0975-197E-1DA5-8E58DED753B2}"/>
          </ac:picMkLst>
        </pc:picChg>
      </pc:sldChg>
      <pc:sldChg chg="addSp modSp mod">
        <pc:chgData name="Dieter Beaven" userId="9bbdb69f-69d0-4759-aa9b-5c090a2da237" providerId="ADAL" clId="{B47B330E-67D7-47E6-A6C8-686253D34652}" dt="2026-03-12T13:45:26.769" v="61" actId="962"/>
        <pc:sldMkLst>
          <pc:docMk/>
          <pc:sldMk cId="2398901012" sldId="720"/>
        </pc:sldMkLst>
        <pc:picChg chg="add mod">
          <ac:chgData name="Dieter Beaven" userId="9bbdb69f-69d0-4759-aa9b-5c090a2da237" providerId="ADAL" clId="{B47B330E-67D7-47E6-A6C8-686253D34652}" dt="2026-03-12T13:45:26.769" v="61" actId="962"/>
          <ac:picMkLst>
            <pc:docMk/>
            <pc:sldMk cId="2398901012" sldId="720"/>
            <ac:picMk id="6" creationId="{FDAD15F4-83BC-E2BB-86BF-2D0D5FA71FBA}"/>
          </ac:picMkLst>
        </pc:picChg>
      </pc:sldChg>
      <pc:sldChg chg="addSp modSp add mod">
        <pc:chgData name="Dieter Beaven" userId="9bbdb69f-69d0-4759-aa9b-5c090a2da237" providerId="ADAL" clId="{B47B330E-67D7-47E6-A6C8-686253D34652}" dt="2026-03-10T13:44:02.170" v="35" actId="1036"/>
        <pc:sldMkLst>
          <pc:docMk/>
          <pc:sldMk cId="4032252391" sldId="721"/>
        </pc:sldMkLst>
        <pc:picChg chg="add mod">
          <ac:chgData name="Dieter Beaven" userId="9bbdb69f-69d0-4759-aa9b-5c090a2da237" providerId="ADAL" clId="{B47B330E-67D7-47E6-A6C8-686253D34652}" dt="2026-03-10T13:44:02.170" v="35" actId="1036"/>
          <ac:picMkLst>
            <pc:docMk/>
            <pc:sldMk cId="4032252391" sldId="721"/>
            <ac:picMk id="6" creationId="{CE6620D3-3B1F-18CA-342E-5B7D8955FEA9}"/>
          </ac:picMkLst>
        </pc:picChg>
      </pc:sldChg>
      <pc:sldChg chg="addSp modSp add mod">
        <pc:chgData name="Dieter Beaven" userId="9bbdb69f-69d0-4759-aa9b-5c090a2da237" providerId="ADAL" clId="{B47B330E-67D7-47E6-A6C8-686253D34652}" dt="2026-03-10T13:44:54.133" v="42" actId="1076"/>
        <pc:sldMkLst>
          <pc:docMk/>
          <pc:sldMk cId="3202950244" sldId="722"/>
        </pc:sldMkLst>
        <pc:picChg chg="add mod">
          <ac:chgData name="Dieter Beaven" userId="9bbdb69f-69d0-4759-aa9b-5c090a2da237" providerId="ADAL" clId="{B47B330E-67D7-47E6-A6C8-686253D34652}" dt="2026-03-10T13:44:54.133" v="42" actId="1076"/>
          <ac:picMkLst>
            <pc:docMk/>
            <pc:sldMk cId="3202950244" sldId="722"/>
            <ac:picMk id="6" creationId="{5C09409D-2BD0-4A5B-CB0C-D0F7570FC3BF}"/>
          </ac:picMkLst>
        </pc:picChg>
      </pc:sldChg>
      <pc:sldChg chg="addSp modSp add mod">
        <pc:chgData name="Dieter Beaven" userId="9bbdb69f-69d0-4759-aa9b-5c090a2da237" providerId="ADAL" clId="{B47B330E-67D7-47E6-A6C8-686253D34652}" dt="2026-03-10T13:46:02.639" v="52" actId="1076"/>
        <pc:sldMkLst>
          <pc:docMk/>
          <pc:sldMk cId="921639794" sldId="723"/>
        </pc:sldMkLst>
        <pc:picChg chg="add mod">
          <ac:chgData name="Dieter Beaven" userId="9bbdb69f-69d0-4759-aa9b-5c090a2da237" providerId="ADAL" clId="{B47B330E-67D7-47E6-A6C8-686253D34652}" dt="2026-03-10T13:46:02.639" v="52" actId="1076"/>
          <ac:picMkLst>
            <pc:docMk/>
            <pc:sldMk cId="921639794" sldId="723"/>
            <ac:picMk id="6" creationId="{F6248C39-A182-2BFE-2BDD-44A426134C82}"/>
          </ac:picMkLst>
        </pc:picChg>
      </pc:sldChg>
      <pc:sldChg chg="addSp modSp add mod">
        <pc:chgData name="Dieter Beaven" userId="9bbdb69f-69d0-4759-aa9b-5c090a2da237" providerId="ADAL" clId="{B47B330E-67D7-47E6-A6C8-686253D34652}" dt="2026-03-10T13:46:38.525" v="57" actId="1076"/>
        <pc:sldMkLst>
          <pc:docMk/>
          <pc:sldMk cId="1896813435" sldId="724"/>
        </pc:sldMkLst>
        <pc:picChg chg="add mod">
          <ac:chgData name="Dieter Beaven" userId="9bbdb69f-69d0-4759-aa9b-5c090a2da237" providerId="ADAL" clId="{B47B330E-67D7-47E6-A6C8-686253D34652}" dt="2026-03-10T13:46:38.525" v="57" actId="1076"/>
          <ac:picMkLst>
            <pc:docMk/>
            <pc:sldMk cId="1896813435" sldId="724"/>
            <ac:picMk id="6" creationId="{C6866B96-565E-82EF-43DB-C8CC93E03506}"/>
          </ac:picMkLst>
        </pc:picChg>
      </pc:sldChg>
      <pc:sldChg chg="addSp modSp add mod">
        <pc:chgData name="Dieter Beaven" userId="9bbdb69f-69d0-4759-aa9b-5c090a2da237" providerId="ADAL" clId="{B47B330E-67D7-47E6-A6C8-686253D34652}" dt="2026-03-12T13:46:10.455" v="65" actId="1076"/>
        <pc:sldMkLst>
          <pc:docMk/>
          <pc:sldMk cId="201125118" sldId="725"/>
        </pc:sldMkLst>
        <pc:picChg chg="add mod">
          <ac:chgData name="Dieter Beaven" userId="9bbdb69f-69d0-4759-aa9b-5c090a2da237" providerId="ADAL" clId="{B47B330E-67D7-47E6-A6C8-686253D34652}" dt="2026-03-12T13:46:10.455" v="65" actId="1076"/>
          <ac:picMkLst>
            <pc:docMk/>
            <pc:sldMk cId="201125118" sldId="725"/>
            <ac:picMk id="6" creationId="{D393B229-1497-2645-ED1B-D6718DC857F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15.png"/><Relationship Id="rId7" Type="http://schemas.openxmlformats.org/officeDocument/2006/relationships/image" Target="../media/image122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png"/><Relationship Id="rId5" Type="http://schemas.openxmlformats.org/officeDocument/2006/relationships/image" Target="../media/image119.png"/><Relationship Id="rId10" Type="http://schemas.openxmlformats.org/officeDocument/2006/relationships/image" Target="../media/image130.png"/><Relationship Id="rId4" Type="http://schemas.openxmlformats.org/officeDocument/2006/relationships/image" Target="../media/image117.png"/><Relationship Id="rId9" Type="http://schemas.openxmlformats.org/officeDocument/2006/relationships/image" Target="../media/image1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21.png"/><Relationship Id="rId3" Type="http://schemas.openxmlformats.org/officeDocument/2006/relationships/image" Target="../media/image132.png"/><Relationship Id="rId7" Type="http://schemas.openxmlformats.org/officeDocument/2006/relationships/image" Target="../media/image137.png"/><Relationship Id="rId12" Type="http://schemas.openxmlformats.org/officeDocument/2006/relationships/image" Target="../media/image119.png"/><Relationship Id="rId2" Type="http://schemas.openxmlformats.org/officeDocument/2006/relationships/image" Target="../media/image131.png"/><Relationship Id="rId16" Type="http://schemas.openxmlformats.org/officeDocument/2006/relationships/image" Target="../media/image1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5" Type="http://schemas.openxmlformats.org/officeDocument/2006/relationships/image" Target="../media/image135.png"/><Relationship Id="rId15" Type="http://schemas.openxmlformats.org/officeDocument/2006/relationships/image" Target="../media/image143.png"/><Relationship Id="rId10" Type="http://schemas.openxmlformats.org/officeDocument/2006/relationships/image" Target="../media/image140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Relationship Id="rId14" Type="http://schemas.openxmlformats.org/officeDocument/2006/relationships/image" Target="../media/image14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11: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Finding Areas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FF63A61-16D0-44EA-A82E-C9B38FCD5C0E}"/>
                  </a:ext>
                </a:extLst>
              </p:cNvPr>
              <p:cNvSpPr/>
              <p:nvPr/>
            </p:nvSpPr>
            <p:spPr>
              <a:xfrm>
                <a:off x="7232650" y="2381250"/>
                <a:ext cx="1063625" cy="1117600"/>
              </a:xfrm>
              <a:custGeom>
                <a:avLst/>
                <a:gdLst>
                  <a:gd name="connsiteX0" fmla="*/ 0 w 1063625"/>
                  <a:gd name="connsiteY0" fmla="*/ 0 h 1117600"/>
                  <a:gd name="connsiteX1" fmla="*/ 184150 w 1063625"/>
                  <a:gd name="connsiteY1" fmla="*/ 149225 h 1117600"/>
                  <a:gd name="connsiteX2" fmla="*/ 352425 w 1063625"/>
                  <a:gd name="connsiteY2" fmla="*/ 273050 h 1117600"/>
                  <a:gd name="connsiteX3" fmla="*/ 463550 w 1063625"/>
                  <a:gd name="connsiteY3" fmla="*/ 349250 h 1117600"/>
                  <a:gd name="connsiteX4" fmla="*/ 593725 w 1063625"/>
                  <a:gd name="connsiteY4" fmla="*/ 419100 h 1117600"/>
                  <a:gd name="connsiteX5" fmla="*/ 720725 w 1063625"/>
                  <a:gd name="connsiteY5" fmla="*/ 466725 h 1117600"/>
                  <a:gd name="connsiteX6" fmla="*/ 844550 w 1063625"/>
                  <a:gd name="connsiteY6" fmla="*/ 504825 h 1117600"/>
                  <a:gd name="connsiteX7" fmla="*/ 984250 w 1063625"/>
                  <a:gd name="connsiteY7" fmla="*/ 530225 h 1117600"/>
                  <a:gd name="connsiteX8" fmla="*/ 1063625 w 1063625"/>
                  <a:gd name="connsiteY8" fmla="*/ 539750 h 1117600"/>
                  <a:gd name="connsiteX9" fmla="*/ 1057275 w 1063625"/>
                  <a:gd name="connsiteY9" fmla="*/ 1114425 h 1117600"/>
                  <a:gd name="connsiteX10" fmla="*/ 6350 w 1063625"/>
                  <a:gd name="connsiteY10" fmla="*/ 1117600 h 1117600"/>
                  <a:gd name="connsiteX11" fmla="*/ 0 w 1063625"/>
                  <a:gd name="connsiteY11" fmla="*/ 0 h 1117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63625" h="1117600">
                    <a:moveTo>
                      <a:pt x="0" y="0"/>
                    </a:moveTo>
                    <a:lnTo>
                      <a:pt x="184150" y="149225"/>
                    </a:lnTo>
                    <a:lnTo>
                      <a:pt x="352425" y="273050"/>
                    </a:lnTo>
                    <a:lnTo>
                      <a:pt x="463550" y="349250"/>
                    </a:lnTo>
                    <a:lnTo>
                      <a:pt x="593725" y="419100"/>
                    </a:lnTo>
                    <a:lnTo>
                      <a:pt x="720725" y="466725"/>
                    </a:lnTo>
                    <a:lnTo>
                      <a:pt x="844550" y="504825"/>
                    </a:lnTo>
                    <a:lnTo>
                      <a:pt x="984250" y="530225"/>
                    </a:lnTo>
                    <a:lnTo>
                      <a:pt x="1063625" y="539750"/>
                    </a:lnTo>
                    <a:cubicBezTo>
                      <a:pt x="1061508" y="731308"/>
                      <a:pt x="1059392" y="922867"/>
                      <a:pt x="1057275" y="1114425"/>
                    </a:cubicBezTo>
                    <a:lnTo>
                      <a:pt x="6350" y="1117600"/>
                    </a:lnTo>
                    <a:cubicBezTo>
                      <a:pt x="4233" y="745067"/>
                      <a:pt x="2117" y="372533"/>
                      <a:pt x="0" y="0"/>
                    </a:cubicBez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FF63A61-16D0-44EA-A82E-C9B38FCD5C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650" y="2381250"/>
                <a:ext cx="1063625" cy="1117600"/>
              </a:xfrm>
              <a:custGeom>
                <a:avLst/>
                <a:gdLst>
                  <a:gd name="connsiteX0" fmla="*/ 0 w 1063625"/>
                  <a:gd name="connsiteY0" fmla="*/ 0 h 1117600"/>
                  <a:gd name="connsiteX1" fmla="*/ 184150 w 1063625"/>
                  <a:gd name="connsiteY1" fmla="*/ 149225 h 1117600"/>
                  <a:gd name="connsiteX2" fmla="*/ 352425 w 1063625"/>
                  <a:gd name="connsiteY2" fmla="*/ 273050 h 1117600"/>
                  <a:gd name="connsiteX3" fmla="*/ 463550 w 1063625"/>
                  <a:gd name="connsiteY3" fmla="*/ 349250 h 1117600"/>
                  <a:gd name="connsiteX4" fmla="*/ 593725 w 1063625"/>
                  <a:gd name="connsiteY4" fmla="*/ 419100 h 1117600"/>
                  <a:gd name="connsiteX5" fmla="*/ 720725 w 1063625"/>
                  <a:gd name="connsiteY5" fmla="*/ 466725 h 1117600"/>
                  <a:gd name="connsiteX6" fmla="*/ 844550 w 1063625"/>
                  <a:gd name="connsiteY6" fmla="*/ 504825 h 1117600"/>
                  <a:gd name="connsiteX7" fmla="*/ 984250 w 1063625"/>
                  <a:gd name="connsiteY7" fmla="*/ 530225 h 1117600"/>
                  <a:gd name="connsiteX8" fmla="*/ 1063625 w 1063625"/>
                  <a:gd name="connsiteY8" fmla="*/ 539750 h 1117600"/>
                  <a:gd name="connsiteX9" fmla="*/ 1057275 w 1063625"/>
                  <a:gd name="connsiteY9" fmla="*/ 1114425 h 1117600"/>
                  <a:gd name="connsiteX10" fmla="*/ 6350 w 1063625"/>
                  <a:gd name="connsiteY10" fmla="*/ 1117600 h 1117600"/>
                  <a:gd name="connsiteX11" fmla="*/ 0 w 1063625"/>
                  <a:gd name="connsiteY11" fmla="*/ 0 h 1117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63625" h="1117600">
                    <a:moveTo>
                      <a:pt x="0" y="0"/>
                    </a:moveTo>
                    <a:lnTo>
                      <a:pt x="184150" y="149225"/>
                    </a:lnTo>
                    <a:lnTo>
                      <a:pt x="352425" y="273050"/>
                    </a:lnTo>
                    <a:lnTo>
                      <a:pt x="463550" y="349250"/>
                    </a:lnTo>
                    <a:lnTo>
                      <a:pt x="593725" y="419100"/>
                    </a:lnTo>
                    <a:lnTo>
                      <a:pt x="720725" y="466725"/>
                    </a:lnTo>
                    <a:lnTo>
                      <a:pt x="844550" y="504825"/>
                    </a:lnTo>
                    <a:lnTo>
                      <a:pt x="984250" y="530225"/>
                    </a:lnTo>
                    <a:lnTo>
                      <a:pt x="1063625" y="539750"/>
                    </a:lnTo>
                    <a:cubicBezTo>
                      <a:pt x="1061508" y="731308"/>
                      <a:pt x="1059392" y="922867"/>
                      <a:pt x="1057275" y="1114425"/>
                    </a:cubicBezTo>
                    <a:lnTo>
                      <a:pt x="6350" y="1117600"/>
                    </a:lnTo>
                    <a:cubicBezTo>
                      <a:pt x="4233" y="745067"/>
                      <a:pt x="2117" y="372533"/>
                      <a:pt x="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1D87AD65-BFE2-4495-BA9A-82056C3BAA3F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F5CE405-984A-4810-BF72-1B2B2D96865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Finding Areas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A491E9C-DC19-4675-982E-5F0B55719F3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F1FC74-8980-4B58-946C-9110DCE9B17F}"/>
                  </a:ext>
                </a:extLst>
              </p:cNvPr>
              <p:cNvSpPr txBox="1"/>
              <p:nvPr/>
            </p:nvSpPr>
            <p:spPr>
              <a:xfrm>
                <a:off x="310828" y="760512"/>
                <a:ext cx="748883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You’re already familiar with the idea that definite integration gives you the (signed) area bound between the curve and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-axis.</a:t>
                </a:r>
              </a:p>
              <a:p>
                <a:r>
                  <a:rPr lang="en-GB" dirty="0"/>
                  <a:t>Given your expanded integration skills, you can now find the area under a greater variety of curves.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F1FC74-8980-4B58-946C-9110DCE9B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8" y="760512"/>
                <a:ext cx="7488832" cy="1200329"/>
              </a:xfrm>
              <a:prstGeom prst="rect">
                <a:avLst/>
              </a:prstGeom>
              <a:blipFill>
                <a:blip r:embed="rId3"/>
                <a:stretch>
                  <a:fillRect l="-733" t="-3046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D03DCD-C781-4587-A456-DCC5C57A4C9E}"/>
                  </a:ext>
                </a:extLst>
              </p:cNvPr>
              <p:cNvSpPr txBox="1"/>
              <p:nvPr/>
            </p:nvSpPr>
            <p:spPr>
              <a:xfrm>
                <a:off x="429444" y="2162572"/>
                <a:ext cx="6086772" cy="133267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The diagram shows part of the curve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4+3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The region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 is bounded by the curve,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 and the lines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dirty="0"/>
                  <a:t>, as shown in the diagram. Use integration to find the area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D03DCD-C781-4587-A456-DCC5C57A4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4" y="2162572"/>
                <a:ext cx="6086772" cy="1332673"/>
              </a:xfrm>
              <a:prstGeom prst="rect">
                <a:avLst/>
              </a:prstGeom>
              <a:blipFill>
                <a:blip r:embed="rId4"/>
                <a:stretch>
                  <a:fillRect b="-82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E34EF0-71BB-4073-8B55-486DA6953E88}"/>
              </a:ext>
            </a:extLst>
          </p:cNvPr>
          <p:cNvCxnSpPr/>
          <p:nvPr/>
        </p:nvCxnSpPr>
        <p:spPr>
          <a:xfrm flipV="1">
            <a:off x="7236296" y="2162572"/>
            <a:ext cx="0" cy="1332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88E31C-4155-4E42-A720-AD481A1D0707}"/>
              </a:ext>
            </a:extLst>
          </p:cNvPr>
          <p:cNvCxnSpPr>
            <a:cxnSpLocks/>
          </p:cNvCxnSpPr>
          <p:nvPr/>
        </p:nvCxnSpPr>
        <p:spPr>
          <a:xfrm>
            <a:off x="7236296" y="3495245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FC5263-6423-446D-B0A6-22100ACE4418}"/>
                  </a:ext>
                </a:extLst>
              </p:cNvPr>
              <p:cNvSpPr txBox="1"/>
              <p:nvPr/>
            </p:nvSpPr>
            <p:spPr>
              <a:xfrm>
                <a:off x="8509198" y="3318892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FC5263-6423-446D-B0A6-22100ACE4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198" y="3318892"/>
                <a:ext cx="4320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BAE2B7-5AA2-4418-8774-F0470C9A9C9B}"/>
                  </a:ext>
                </a:extLst>
              </p:cNvPr>
              <p:cNvSpPr txBox="1"/>
              <p:nvPr/>
            </p:nvSpPr>
            <p:spPr>
              <a:xfrm>
                <a:off x="7020272" y="1893297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BAE2B7-5AA2-4418-8774-F0470C9A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1893297"/>
                <a:ext cx="432048" cy="307777"/>
              </a:xfrm>
              <a:prstGeom prst="rect">
                <a:avLst/>
              </a:prstGeom>
              <a:blipFill>
                <a:blip r:embed="rId6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1C050B6-73BD-4F86-A3E2-7B60C7086BC3}"/>
              </a:ext>
            </a:extLst>
          </p:cNvPr>
          <p:cNvSpPr/>
          <p:nvPr/>
        </p:nvSpPr>
        <p:spPr>
          <a:xfrm>
            <a:off x="7239000" y="2381250"/>
            <a:ext cx="1266825" cy="552450"/>
          </a:xfrm>
          <a:custGeom>
            <a:avLst/>
            <a:gdLst>
              <a:gd name="connsiteX0" fmla="*/ 0 w 1266825"/>
              <a:gd name="connsiteY0" fmla="*/ 0 h 552450"/>
              <a:gd name="connsiteX1" fmla="*/ 609600 w 1266825"/>
              <a:gd name="connsiteY1" fmla="*/ 428625 h 552450"/>
              <a:gd name="connsiteX2" fmla="*/ 1266825 w 1266825"/>
              <a:gd name="connsiteY2" fmla="*/ 552450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6825" h="552450">
                <a:moveTo>
                  <a:pt x="0" y="0"/>
                </a:moveTo>
                <a:cubicBezTo>
                  <a:pt x="199231" y="168275"/>
                  <a:pt x="398463" y="336550"/>
                  <a:pt x="609600" y="428625"/>
                </a:cubicBezTo>
                <a:cubicBezTo>
                  <a:pt x="820737" y="520700"/>
                  <a:pt x="1043781" y="536575"/>
                  <a:pt x="1266825" y="55245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D0D083-6509-4B14-BBF2-897BB29BF248}"/>
              </a:ext>
            </a:extLst>
          </p:cNvPr>
          <p:cNvCxnSpPr/>
          <p:nvPr/>
        </p:nvCxnSpPr>
        <p:spPr>
          <a:xfrm>
            <a:off x="8290128" y="2926080"/>
            <a:ext cx="0" cy="561545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59E6911-1D2D-4516-AFA5-4F872808B10A}"/>
                  </a:ext>
                </a:extLst>
              </p:cNvPr>
              <p:cNvSpPr txBox="1"/>
              <p:nvPr/>
            </p:nvSpPr>
            <p:spPr>
              <a:xfrm>
                <a:off x="6865590" y="2244923"/>
                <a:ext cx="432048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59E6911-1D2D-4516-AFA5-4F872808B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5590" y="2244923"/>
                <a:ext cx="432048" cy="495649"/>
              </a:xfrm>
              <a:prstGeom prst="rect">
                <a:avLst/>
              </a:prstGeom>
              <a:blipFill>
                <a:blip r:embed="rId7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F1A6C3D-2550-42B2-8833-AF465B9A0703}"/>
                  </a:ext>
                </a:extLst>
              </p:cNvPr>
              <p:cNvSpPr txBox="1"/>
              <p:nvPr/>
            </p:nvSpPr>
            <p:spPr>
              <a:xfrm>
                <a:off x="8058427" y="3451788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F1A6C3D-2550-42B2-8833-AF465B9A0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8427" y="3451788"/>
                <a:ext cx="432048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E8D9332-A9C7-44DB-AC1E-4AD324AC3E23}"/>
                  </a:ext>
                </a:extLst>
              </p:cNvPr>
              <p:cNvSpPr txBox="1"/>
              <p:nvPr/>
            </p:nvSpPr>
            <p:spPr>
              <a:xfrm>
                <a:off x="899592" y="3759565"/>
                <a:ext cx="3155652" cy="2137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𝑨𝒓𝒆𝒂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rad>
                            </m:den>
                          </m:f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𝟗</m:t>
                      </m:r>
                      <m:nary>
                        <m:nary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sSubSup>
                        <m:sSub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=…=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E8D9332-A9C7-44DB-AC1E-4AD324AC3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759565"/>
                <a:ext cx="3155652" cy="21378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0B5215-A6B6-4564-BFB5-6177E784CE56}"/>
                  </a:ext>
                </a:extLst>
              </p:cNvPr>
              <p:cNvSpPr txBox="1"/>
              <p:nvPr/>
            </p:nvSpPr>
            <p:spPr>
              <a:xfrm>
                <a:off x="4571891" y="4581128"/>
                <a:ext cx="3024445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Recall that when we integrate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𝑏𝑥</m:t>
                            </m:r>
                          </m:e>
                        </m:d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400" dirty="0"/>
                  <a:t>, we divide both by the increased power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1400" dirty="0"/>
                  <a:t>, but also by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0B5215-A6B6-4564-BFB5-6177E784C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891" y="4581128"/>
                <a:ext cx="3024445" cy="738664"/>
              </a:xfrm>
              <a:prstGeom prst="rect">
                <a:avLst/>
              </a:prstGeom>
              <a:blipFill>
                <a:blip r:embed="rId10"/>
                <a:stretch>
                  <a:fillRect l="-200" b="-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C298071-24DE-474F-AE6F-F3A2BD406226}"/>
              </a:ext>
            </a:extLst>
          </p:cNvPr>
          <p:cNvCxnSpPr>
            <a:stCxn id="21" idx="1"/>
          </p:cNvCxnSpPr>
          <p:nvPr/>
        </p:nvCxnSpPr>
        <p:spPr>
          <a:xfrm flipH="1">
            <a:off x="3495675" y="4950460"/>
            <a:ext cx="1076216" cy="193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B3ABB81-7DC2-4718-98B4-4424C0384357}"/>
              </a:ext>
            </a:extLst>
          </p:cNvPr>
          <p:cNvSpPr/>
          <p:nvPr/>
        </p:nvSpPr>
        <p:spPr>
          <a:xfrm>
            <a:off x="400496" y="3688250"/>
            <a:ext cx="7555879" cy="233303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7666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F09C506C-AD45-4067-AE8D-7DFD059F5C6E}"/>
                  </a:ext>
                </a:extLst>
              </p:cNvPr>
              <p:cNvSpPr/>
              <p:nvPr/>
            </p:nvSpPr>
            <p:spPr>
              <a:xfrm>
                <a:off x="6262688" y="4124325"/>
                <a:ext cx="1885950" cy="1343025"/>
              </a:xfrm>
              <a:custGeom>
                <a:avLst/>
                <a:gdLst>
                  <a:gd name="connsiteX0" fmla="*/ 0 w 1885950"/>
                  <a:gd name="connsiteY0" fmla="*/ 1343025 h 1343025"/>
                  <a:gd name="connsiteX1" fmla="*/ 123825 w 1885950"/>
                  <a:gd name="connsiteY1" fmla="*/ 1176338 h 1343025"/>
                  <a:gd name="connsiteX2" fmla="*/ 223837 w 1885950"/>
                  <a:gd name="connsiteY2" fmla="*/ 1028700 h 1343025"/>
                  <a:gd name="connsiteX3" fmla="*/ 371475 w 1885950"/>
                  <a:gd name="connsiteY3" fmla="*/ 871538 h 1343025"/>
                  <a:gd name="connsiteX4" fmla="*/ 504825 w 1885950"/>
                  <a:gd name="connsiteY4" fmla="*/ 757238 h 1343025"/>
                  <a:gd name="connsiteX5" fmla="*/ 671512 w 1885950"/>
                  <a:gd name="connsiteY5" fmla="*/ 690563 h 1343025"/>
                  <a:gd name="connsiteX6" fmla="*/ 809625 w 1885950"/>
                  <a:gd name="connsiteY6" fmla="*/ 719138 h 1343025"/>
                  <a:gd name="connsiteX7" fmla="*/ 981075 w 1885950"/>
                  <a:gd name="connsiteY7" fmla="*/ 828675 h 1343025"/>
                  <a:gd name="connsiteX8" fmla="*/ 1157287 w 1885950"/>
                  <a:gd name="connsiteY8" fmla="*/ 981075 h 1343025"/>
                  <a:gd name="connsiteX9" fmla="*/ 1343025 w 1885950"/>
                  <a:gd name="connsiteY9" fmla="*/ 1090613 h 1343025"/>
                  <a:gd name="connsiteX10" fmla="*/ 1547812 w 1885950"/>
                  <a:gd name="connsiteY10" fmla="*/ 1195388 h 1343025"/>
                  <a:gd name="connsiteX11" fmla="*/ 1781175 w 1885950"/>
                  <a:gd name="connsiteY11" fmla="*/ 1285875 h 1343025"/>
                  <a:gd name="connsiteX12" fmla="*/ 1885950 w 1885950"/>
                  <a:gd name="connsiteY12" fmla="*/ 1319213 h 1343025"/>
                  <a:gd name="connsiteX13" fmla="*/ 1800225 w 1885950"/>
                  <a:gd name="connsiteY13" fmla="*/ 1133475 h 1343025"/>
                  <a:gd name="connsiteX14" fmla="*/ 1724025 w 1885950"/>
                  <a:gd name="connsiteY14" fmla="*/ 952500 h 1343025"/>
                  <a:gd name="connsiteX15" fmla="*/ 1652587 w 1885950"/>
                  <a:gd name="connsiteY15" fmla="*/ 790575 h 1343025"/>
                  <a:gd name="connsiteX16" fmla="*/ 1547812 w 1885950"/>
                  <a:gd name="connsiteY16" fmla="*/ 595313 h 1343025"/>
                  <a:gd name="connsiteX17" fmla="*/ 1457325 w 1885950"/>
                  <a:gd name="connsiteY17" fmla="*/ 428625 h 1343025"/>
                  <a:gd name="connsiteX18" fmla="*/ 1371600 w 1885950"/>
                  <a:gd name="connsiteY18" fmla="*/ 290513 h 1343025"/>
                  <a:gd name="connsiteX19" fmla="*/ 1252537 w 1885950"/>
                  <a:gd name="connsiteY19" fmla="*/ 133350 h 1343025"/>
                  <a:gd name="connsiteX20" fmla="*/ 1152525 w 1885950"/>
                  <a:gd name="connsiteY20" fmla="*/ 38100 h 1343025"/>
                  <a:gd name="connsiteX21" fmla="*/ 1033462 w 1885950"/>
                  <a:gd name="connsiteY21" fmla="*/ 0 h 1343025"/>
                  <a:gd name="connsiteX22" fmla="*/ 904875 w 1885950"/>
                  <a:gd name="connsiteY22" fmla="*/ 9525 h 1343025"/>
                  <a:gd name="connsiteX23" fmla="*/ 823912 w 1885950"/>
                  <a:gd name="connsiteY23" fmla="*/ 42863 h 1343025"/>
                  <a:gd name="connsiteX24" fmla="*/ 690562 w 1885950"/>
                  <a:gd name="connsiteY24" fmla="*/ 166688 h 1343025"/>
                  <a:gd name="connsiteX25" fmla="*/ 566737 w 1885950"/>
                  <a:gd name="connsiteY25" fmla="*/ 319088 h 1343025"/>
                  <a:gd name="connsiteX26" fmla="*/ 481012 w 1885950"/>
                  <a:gd name="connsiteY26" fmla="*/ 447675 h 1343025"/>
                  <a:gd name="connsiteX27" fmla="*/ 400050 w 1885950"/>
                  <a:gd name="connsiteY27" fmla="*/ 576263 h 1343025"/>
                  <a:gd name="connsiteX28" fmla="*/ 295275 w 1885950"/>
                  <a:gd name="connsiteY28" fmla="*/ 747713 h 1343025"/>
                  <a:gd name="connsiteX29" fmla="*/ 185737 w 1885950"/>
                  <a:gd name="connsiteY29" fmla="*/ 952500 h 1343025"/>
                  <a:gd name="connsiteX30" fmla="*/ 104775 w 1885950"/>
                  <a:gd name="connsiteY30" fmla="*/ 1114425 h 1343025"/>
                  <a:gd name="connsiteX31" fmla="*/ 0 w 1885950"/>
                  <a:gd name="connsiteY31" fmla="*/ 1343025 h 134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85950" h="1343025">
                    <a:moveTo>
                      <a:pt x="0" y="1343025"/>
                    </a:moveTo>
                    <a:lnTo>
                      <a:pt x="123825" y="1176338"/>
                    </a:lnTo>
                    <a:lnTo>
                      <a:pt x="223837" y="1028700"/>
                    </a:lnTo>
                    <a:lnTo>
                      <a:pt x="371475" y="871538"/>
                    </a:lnTo>
                    <a:lnTo>
                      <a:pt x="504825" y="757238"/>
                    </a:lnTo>
                    <a:lnTo>
                      <a:pt x="671512" y="690563"/>
                    </a:lnTo>
                    <a:lnTo>
                      <a:pt x="809625" y="719138"/>
                    </a:lnTo>
                    <a:lnTo>
                      <a:pt x="981075" y="828675"/>
                    </a:lnTo>
                    <a:lnTo>
                      <a:pt x="1157287" y="981075"/>
                    </a:lnTo>
                    <a:lnTo>
                      <a:pt x="1343025" y="1090613"/>
                    </a:lnTo>
                    <a:lnTo>
                      <a:pt x="1547812" y="1195388"/>
                    </a:lnTo>
                    <a:lnTo>
                      <a:pt x="1781175" y="1285875"/>
                    </a:lnTo>
                    <a:lnTo>
                      <a:pt x="1885950" y="1319213"/>
                    </a:lnTo>
                    <a:lnTo>
                      <a:pt x="1800225" y="1133475"/>
                    </a:lnTo>
                    <a:lnTo>
                      <a:pt x="1724025" y="952500"/>
                    </a:lnTo>
                    <a:lnTo>
                      <a:pt x="1652587" y="790575"/>
                    </a:lnTo>
                    <a:lnTo>
                      <a:pt x="1547812" y="595313"/>
                    </a:lnTo>
                    <a:lnTo>
                      <a:pt x="1457325" y="428625"/>
                    </a:lnTo>
                    <a:lnTo>
                      <a:pt x="1371600" y="290513"/>
                    </a:lnTo>
                    <a:lnTo>
                      <a:pt x="1252537" y="133350"/>
                    </a:lnTo>
                    <a:lnTo>
                      <a:pt x="1152525" y="38100"/>
                    </a:lnTo>
                    <a:lnTo>
                      <a:pt x="1033462" y="0"/>
                    </a:lnTo>
                    <a:lnTo>
                      <a:pt x="904875" y="9525"/>
                    </a:lnTo>
                    <a:lnTo>
                      <a:pt x="823912" y="42863"/>
                    </a:lnTo>
                    <a:lnTo>
                      <a:pt x="690562" y="166688"/>
                    </a:lnTo>
                    <a:lnTo>
                      <a:pt x="566737" y="319088"/>
                    </a:lnTo>
                    <a:lnTo>
                      <a:pt x="481012" y="447675"/>
                    </a:lnTo>
                    <a:lnTo>
                      <a:pt x="400050" y="576263"/>
                    </a:lnTo>
                    <a:lnTo>
                      <a:pt x="295275" y="747713"/>
                    </a:lnTo>
                    <a:lnTo>
                      <a:pt x="185737" y="952500"/>
                    </a:lnTo>
                    <a:lnTo>
                      <a:pt x="104775" y="1114425"/>
                    </a:lnTo>
                    <a:lnTo>
                      <a:pt x="0" y="1343025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dirty="0"/>
              </a:p>
              <a:p>
                <a:pPr algn="ctr"/>
                <a:endParaRPr lang="en-GB" dirty="0"/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F09C506C-AD45-4067-AE8D-7DFD059F5C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688" y="4124325"/>
                <a:ext cx="1885950" cy="1343025"/>
              </a:xfrm>
              <a:custGeom>
                <a:avLst/>
                <a:gdLst>
                  <a:gd name="connsiteX0" fmla="*/ 0 w 1885950"/>
                  <a:gd name="connsiteY0" fmla="*/ 1343025 h 1343025"/>
                  <a:gd name="connsiteX1" fmla="*/ 123825 w 1885950"/>
                  <a:gd name="connsiteY1" fmla="*/ 1176338 h 1343025"/>
                  <a:gd name="connsiteX2" fmla="*/ 223837 w 1885950"/>
                  <a:gd name="connsiteY2" fmla="*/ 1028700 h 1343025"/>
                  <a:gd name="connsiteX3" fmla="*/ 371475 w 1885950"/>
                  <a:gd name="connsiteY3" fmla="*/ 871538 h 1343025"/>
                  <a:gd name="connsiteX4" fmla="*/ 504825 w 1885950"/>
                  <a:gd name="connsiteY4" fmla="*/ 757238 h 1343025"/>
                  <a:gd name="connsiteX5" fmla="*/ 671512 w 1885950"/>
                  <a:gd name="connsiteY5" fmla="*/ 690563 h 1343025"/>
                  <a:gd name="connsiteX6" fmla="*/ 809625 w 1885950"/>
                  <a:gd name="connsiteY6" fmla="*/ 719138 h 1343025"/>
                  <a:gd name="connsiteX7" fmla="*/ 981075 w 1885950"/>
                  <a:gd name="connsiteY7" fmla="*/ 828675 h 1343025"/>
                  <a:gd name="connsiteX8" fmla="*/ 1157287 w 1885950"/>
                  <a:gd name="connsiteY8" fmla="*/ 981075 h 1343025"/>
                  <a:gd name="connsiteX9" fmla="*/ 1343025 w 1885950"/>
                  <a:gd name="connsiteY9" fmla="*/ 1090613 h 1343025"/>
                  <a:gd name="connsiteX10" fmla="*/ 1547812 w 1885950"/>
                  <a:gd name="connsiteY10" fmla="*/ 1195388 h 1343025"/>
                  <a:gd name="connsiteX11" fmla="*/ 1781175 w 1885950"/>
                  <a:gd name="connsiteY11" fmla="*/ 1285875 h 1343025"/>
                  <a:gd name="connsiteX12" fmla="*/ 1885950 w 1885950"/>
                  <a:gd name="connsiteY12" fmla="*/ 1319213 h 1343025"/>
                  <a:gd name="connsiteX13" fmla="*/ 1800225 w 1885950"/>
                  <a:gd name="connsiteY13" fmla="*/ 1133475 h 1343025"/>
                  <a:gd name="connsiteX14" fmla="*/ 1724025 w 1885950"/>
                  <a:gd name="connsiteY14" fmla="*/ 952500 h 1343025"/>
                  <a:gd name="connsiteX15" fmla="*/ 1652587 w 1885950"/>
                  <a:gd name="connsiteY15" fmla="*/ 790575 h 1343025"/>
                  <a:gd name="connsiteX16" fmla="*/ 1547812 w 1885950"/>
                  <a:gd name="connsiteY16" fmla="*/ 595313 h 1343025"/>
                  <a:gd name="connsiteX17" fmla="*/ 1457325 w 1885950"/>
                  <a:gd name="connsiteY17" fmla="*/ 428625 h 1343025"/>
                  <a:gd name="connsiteX18" fmla="*/ 1371600 w 1885950"/>
                  <a:gd name="connsiteY18" fmla="*/ 290513 h 1343025"/>
                  <a:gd name="connsiteX19" fmla="*/ 1252537 w 1885950"/>
                  <a:gd name="connsiteY19" fmla="*/ 133350 h 1343025"/>
                  <a:gd name="connsiteX20" fmla="*/ 1152525 w 1885950"/>
                  <a:gd name="connsiteY20" fmla="*/ 38100 h 1343025"/>
                  <a:gd name="connsiteX21" fmla="*/ 1033462 w 1885950"/>
                  <a:gd name="connsiteY21" fmla="*/ 0 h 1343025"/>
                  <a:gd name="connsiteX22" fmla="*/ 904875 w 1885950"/>
                  <a:gd name="connsiteY22" fmla="*/ 9525 h 1343025"/>
                  <a:gd name="connsiteX23" fmla="*/ 823912 w 1885950"/>
                  <a:gd name="connsiteY23" fmla="*/ 42863 h 1343025"/>
                  <a:gd name="connsiteX24" fmla="*/ 690562 w 1885950"/>
                  <a:gd name="connsiteY24" fmla="*/ 166688 h 1343025"/>
                  <a:gd name="connsiteX25" fmla="*/ 566737 w 1885950"/>
                  <a:gd name="connsiteY25" fmla="*/ 319088 h 1343025"/>
                  <a:gd name="connsiteX26" fmla="*/ 481012 w 1885950"/>
                  <a:gd name="connsiteY26" fmla="*/ 447675 h 1343025"/>
                  <a:gd name="connsiteX27" fmla="*/ 400050 w 1885950"/>
                  <a:gd name="connsiteY27" fmla="*/ 576263 h 1343025"/>
                  <a:gd name="connsiteX28" fmla="*/ 295275 w 1885950"/>
                  <a:gd name="connsiteY28" fmla="*/ 747713 h 1343025"/>
                  <a:gd name="connsiteX29" fmla="*/ 185737 w 1885950"/>
                  <a:gd name="connsiteY29" fmla="*/ 952500 h 1343025"/>
                  <a:gd name="connsiteX30" fmla="*/ 104775 w 1885950"/>
                  <a:gd name="connsiteY30" fmla="*/ 1114425 h 1343025"/>
                  <a:gd name="connsiteX31" fmla="*/ 0 w 1885950"/>
                  <a:gd name="connsiteY31" fmla="*/ 1343025 h 134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85950" h="1343025">
                    <a:moveTo>
                      <a:pt x="0" y="1343025"/>
                    </a:moveTo>
                    <a:lnTo>
                      <a:pt x="123825" y="1176338"/>
                    </a:lnTo>
                    <a:lnTo>
                      <a:pt x="223837" y="1028700"/>
                    </a:lnTo>
                    <a:lnTo>
                      <a:pt x="371475" y="871538"/>
                    </a:lnTo>
                    <a:lnTo>
                      <a:pt x="504825" y="757238"/>
                    </a:lnTo>
                    <a:lnTo>
                      <a:pt x="671512" y="690563"/>
                    </a:lnTo>
                    <a:lnTo>
                      <a:pt x="809625" y="719138"/>
                    </a:lnTo>
                    <a:lnTo>
                      <a:pt x="981075" y="828675"/>
                    </a:lnTo>
                    <a:lnTo>
                      <a:pt x="1157287" y="981075"/>
                    </a:lnTo>
                    <a:lnTo>
                      <a:pt x="1343025" y="1090613"/>
                    </a:lnTo>
                    <a:lnTo>
                      <a:pt x="1547812" y="1195388"/>
                    </a:lnTo>
                    <a:lnTo>
                      <a:pt x="1781175" y="1285875"/>
                    </a:lnTo>
                    <a:lnTo>
                      <a:pt x="1885950" y="1319213"/>
                    </a:lnTo>
                    <a:lnTo>
                      <a:pt x="1800225" y="1133475"/>
                    </a:lnTo>
                    <a:lnTo>
                      <a:pt x="1724025" y="952500"/>
                    </a:lnTo>
                    <a:lnTo>
                      <a:pt x="1652587" y="790575"/>
                    </a:lnTo>
                    <a:lnTo>
                      <a:pt x="1547812" y="595313"/>
                    </a:lnTo>
                    <a:lnTo>
                      <a:pt x="1457325" y="428625"/>
                    </a:lnTo>
                    <a:lnTo>
                      <a:pt x="1371600" y="290513"/>
                    </a:lnTo>
                    <a:lnTo>
                      <a:pt x="1252537" y="133350"/>
                    </a:lnTo>
                    <a:lnTo>
                      <a:pt x="1152525" y="38100"/>
                    </a:lnTo>
                    <a:lnTo>
                      <a:pt x="1033462" y="0"/>
                    </a:lnTo>
                    <a:lnTo>
                      <a:pt x="904875" y="9525"/>
                    </a:lnTo>
                    <a:lnTo>
                      <a:pt x="823912" y="42863"/>
                    </a:lnTo>
                    <a:lnTo>
                      <a:pt x="690562" y="166688"/>
                    </a:lnTo>
                    <a:lnTo>
                      <a:pt x="566737" y="319088"/>
                    </a:lnTo>
                    <a:lnTo>
                      <a:pt x="481012" y="447675"/>
                    </a:lnTo>
                    <a:lnTo>
                      <a:pt x="400050" y="576263"/>
                    </a:lnTo>
                    <a:lnTo>
                      <a:pt x="295275" y="747713"/>
                    </a:lnTo>
                    <a:lnTo>
                      <a:pt x="185737" y="952500"/>
                    </a:lnTo>
                    <a:lnTo>
                      <a:pt x="104775" y="1114425"/>
                    </a:lnTo>
                    <a:lnTo>
                      <a:pt x="0" y="1343025"/>
                    </a:ln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E1C02C0-B295-4BB3-AFB1-74F6CA3418CD}"/>
                  </a:ext>
                </a:extLst>
              </p:cNvPr>
              <p:cNvSpPr/>
              <p:nvPr/>
            </p:nvSpPr>
            <p:spPr>
              <a:xfrm>
                <a:off x="1228725" y="1247775"/>
                <a:ext cx="1581150" cy="1038225"/>
              </a:xfrm>
              <a:custGeom>
                <a:avLst/>
                <a:gdLst>
                  <a:gd name="connsiteX0" fmla="*/ 28575 w 1581150"/>
                  <a:gd name="connsiteY0" fmla="*/ 38100 h 1038225"/>
                  <a:gd name="connsiteX1" fmla="*/ 0 w 1581150"/>
                  <a:gd name="connsiteY1" fmla="*/ 1038225 h 1038225"/>
                  <a:gd name="connsiteX2" fmla="*/ 533400 w 1581150"/>
                  <a:gd name="connsiteY2" fmla="*/ 923925 h 1038225"/>
                  <a:gd name="connsiteX3" fmla="*/ 962025 w 1581150"/>
                  <a:gd name="connsiteY3" fmla="*/ 790575 h 1038225"/>
                  <a:gd name="connsiteX4" fmla="*/ 1428750 w 1581150"/>
                  <a:gd name="connsiteY4" fmla="*/ 552450 h 1038225"/>
                  <a:gd name="connsiteX5" fmla="*/ 1581150 w 1581150"/>
                  <a:gd name="connsiteY5" fmla="*/ 466725 h 1038225"/>
                  <a:gd name="connsiteX6" fmla="*/ 1571625 w 1581150"/>
                  <a:gd name="connsiteY6" fmla="*/ 85725 h 1038225"/>
                  <a:gd name="connsiteX7" fmla="*/ 1200150 w 1581150"/>
                  <a:gd name="connsiteY7" fmla="*/ 238125 h 1038225"/>
                  <a:gd name="connsiteX8" fmla="*/ 1009650 w 1581150"/>
                  <a:gd name="connsiteY8" fmla="*/ 323850 h 1038225"/>
                  <a:gd name="connsiteX9" fmla="*/ 876300 w 1581150"/>
                  <a:gd name="connsiteY9" fmla="*/ 333375 h 1038225"/>
                  <a:gd name="connsiteX10" fmla="*/ 723900 w 1581150"/>
                  <a:gd name="connsiteY10" fmla="*/ 342900 h 1038225"/>
                  <a:gd name="connsiteX11" fmla="*/ 485775 w 1581150"/>
                  <a:gd name="connsiteY11" fmla="*/ 209550 h 1038225"/>
                  <a:gd name="connsiteX12" fmla="*/ 352425 w 1581150"/>
                  <a:gd name="connsiteY12" fmla="*/ 66675 h 1038225"/>
                  <a:gd name="connsiteX13" fmla="*/ 219075 w 1581150"/>
                  <a:gd name="connsiteY13" fmla="*/ 0 h 1038225"/>
                  <a:gd name="connsiteX14" fmla="*/ 104775 w 1581150"/>
                  <a:gd name="connsiteY14" fmla="*/ 19050 h 1038225"/>
                  <a:gd name="connsiteX15" fmla="*/ 28575 w 1581150"/>
                  <a:gd name="connsiteY15" fmla="*/ 38100 h 103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81150" h="1038225">
                    <a:moveTo>
                      <a:pt x="28575" y="38100"/>
                    </a:moveTo>
                    <a:lnTo>
                      <a:pt x="0" y="1038225"/>
                    </a:lnTo>
                    <a:lnTo>
                      <a:pt x="533400" y="923925"/>
                    </a:lnTo>
                    <a:lnTo>
                      <a:pt x="962025" y="790575"/>
                    </a:lnTo>
                    <a:lnTo>
                      <a:pt x="1428750" y="552450"/>
                    </a:lnTo>
                    <a:lnTo>
                      <a:pt x="1581150" y="466725"/>
                    </a:lnTo>
                    <a:lnTo>
                      <a:pt x="1571625" y="85725"/>
                    </a:lnTo>
                    <a:lnTo>
                      <a:pt x="1200150" y="238125"/>
                    </a:lnTo>
                    <a:lnTo>
                      <a:pt x="1009650" y="323850"/>
                    </a:lnTo>
                    <a:lnTo>
                      <a:pt x="876300" y="333375"/>
                    </a:lnTo>
                    <a:lnTo>
                      <a:pt x="723900" y="342900"/>
                    </a:lnTo>
                    <a:lnTo>
                      <a:pt x="485775" y="209550"/>
                    </a:lnTo>
                    <a:lnTo>
                      <a:pt x="352425" y="66675"/>
                    </a:lnTo>
                    <a:lnTo>
                      <a:pt x="219075" y="0"/>
                    </a:lnTo>
                    <a:lnTo>
                      <a:pt x="104775" y="19050"/>
                    </a:lnTo>
                    <a:lnTo>
                      <a:pt x="28575" y="3810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E1C02C0-B295-4BB3-AFB1-74F6CA3418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725" y="1247775"/>
                <a:ext cx="1581150" cy="1038225"/>
              </a:xfrm>
              <a:custGeom>
                <a:avLst/>
                <a:gdLst>
                  <a:gd name="connsiteX0" fmla="*/ 28575 w 1581150"/>
                  <a:gd name="connsiteY0" fmla="*/ 38100 h 1038225"/>
                  <a:gd name="connsiteX1" fmla="*/ 0 w 1581150"/>
                  <a:gd name="connsiteY1" fmla="*/ 1038225 h 1038225"/>
                  <a:gd name="connsiteX2" fmla="*/ 533400 w 1581150"/>
                  <a:gd name="connsiteY2" fmla="*/ 923925 h 1038225"/>
                  <a:gd name="connsiteX3" fmla="*/ 962025 w 1581150"/>
                  <a:gd name="connsiteY3" fmla="*/ 790575 h 1038225"/>
                  <a:gd name="connsiteX4" fmla="*/ 1428750 w 1581150"/>
                  <a:gd name="connsiteY4" fmla="*/ 552450 h 1038225"/>
                  <a:gd name="connsiteX5" fmla="*/ 1581150 w 1581150"/>
                  <a:gd name="connsiteY5" fmla="*/ 466725 h 1038225"/>
                  <a:gd name="connsiteX6" fmla="*/ 1571625 w 1581150"/>
                  <a:gd name="connsiteY6" fmla="*/ 85725 h 1038225"/>
                  <a:gd name="connsiteX7" fmla="*/ 1200150 w 1581150"/>
                  <a:gd name="connsiteY7" fmla="*/ 238125 h 1038225"/>
                  <a:gd name="connsiteX8" fmla="*/ 1009650 w 1581150"/>
                  <a:gd name="connsiteY8" fmla="*/ 323850 h 1038225"/>
                  <a:gd name="connsiteX9" fmla="*/ 876300 w 1581150"/>
                  <a:gd name="connsiteY9" fmla="*/ 333375 h 1038225"/>
                  <a:gd name="connsiteX10" fmla="*/ 723900 w 1581150"/>
                  <a:gd name="connsiteY10" fmla="*/ 342900 h 1038225"/>
                  <a:gd name="connsiteX11" fmla="*/ 485775 w 1581150"/>
                  <a:gd name="connsiteY11" fmla="*/ 209550 h 1038225"/>
                  <a:gd name="connsiteX12" fmla="*/ 352425 w 1581150"/>
                  <a:gd name="connsiteY12" fmla="*/ 66675 h 1038225"/>
                  <a:gd name="connsiteX13" fmla="*/ 219075 w 1581150"/>
                  <a:gd name="connsiteY13" fmla="*/ 0 h 1038225"/>
                  <a:gd name="connsiteX14" fmla="*/ 104775 w 1581150"/>
                  <a:gd name="connsiteY14" fmla="*/ 19050 h 1038225"/>
                  <a:gd name="connsiteX15" fmla="*/ 28575 w 1581150"/>
                  <a:gd name="connsiteY15" fmla="*/ 38100 h 103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81150" h="1038225">
                    <a:moveTo>
                      <a:pt x="28575" y="38100"/>
                    </a:moveTo>
                    <a:lnTo>
                      <a:pt x="0" y="1038225"/>
                    </a:lnTo>
                    <a:lnTo>
                      <a:pt x="533400" y="923925"/>
                    </a:lnTo>
                    <a:lnTo>
                      <a:pt x="962025" y="790575"/>
                    </a:lnTo>
                    <a:lnTo>
                      <a:pt x="1428750" y="552450"/>
                    </a:lnTo>
                    <a:lnTo>
                      <a:pt x="1581150" y="466725"/>
                    </a:lnTo>
                    <a:lnTo>
                      <a:pt x="1571625" y="85725"/>
                    </a:lnTo>
                    <a:lnTo>
                      <a:pt x="1200150" y="238125"/>
                    </a:lnTo>
                    <a:lnTo>
                      <a:pt x="1009650" y="323850"/>
                    </a:lnTo>
                    <a:lnTo>
                      <a:pt x="876300" y="333375"/>
                    </a:lnTo>
                    <a:lnTo>
                      <a:pt x="723900" y="342900"/>
                    </a:lnTo>
                    <a:lnTo>
                      <a:pt x="485775" y="209550"/>
                    </a:lnTo>
                    <a:lnTo>
                      <a:pt x="352425" y="66675"/>
                    </a:lnTo>
                    <a:lnTo>
                      <a:pt x="219075" y="0"/>
                    </a:lnTo>
                    <a:lnTo>
                      <a:pt x="104775" y="19050"/>
                    </a:lnTo>
                    <a:lnTo>
                      <a:pt x="28575" y="3810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D7C36A21-502F-4497-B660-5351EE65040C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8089987-E24C-4479-A6DE-1750A6A4B0E3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Area between Two Curves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0ECBBA4-3DCD-42C3-AA8A-E35A68381B8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EE4192-FDFA-492C-A8FB-FBF95FCBD3F9}"/>
              </a:ext>
            </a:extLst>
          </p:cNvPr>
          <p:cNvCxnSpPr>
            <a:cxnSpLocks/>
          </p:cNvCxnSpPr>
          <p:nvPr/>
        </p:nvCxnSpPr>
        <p:spPr>
          <a:xfrm flipV="1">
            <a:off x="867393" y="1163111"/>
            <a:ext cx="0" cy="1625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538455-4D89-4E2F-9D00-12E581D949E8}"/>
                  </a:ext>
                </a:extLst>
              </p:cNvPr>
              <p:cNvSpPr txBox="1"/>
              <p:nvPr/>
            </p:nvSpPr>
            <p:spPr>
              <a:xfrm>
                <a:off x="2895206" y="2468287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538455-4D89-4E2F-9D00-12E581D94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206" y="2468287"/>
                <a:ext cx="4320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8F9DBDE-248B-4A74-B256-25D87FCB694E}"/>
              </a:ext>
            </a:extLst>
          </p:cNvPr>
          <p:cNvCxnSpPr>
            <a:cxnSpLocks/>
          </p:cNvCxnSpPr>
          <p:nvPr/>
        </p:nvCxnSpPr>
        <p:spPr>
          <a:xfrm>
            <a:off x="811158" y="2644171"/>
            <a:ext cx="2160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ED4058-9853-4BCF-B145-0429DD43644A}"/>
                  </a:ext>
                </a:extLst>
              </p:cNvPr>
              <p:cNvSpPr txBox="1"/>
              <p:nvPr/>
            </p:nvSpPr>
            <p:spPr>
              <a:xfrm>
                <a:off x="651369" y="86747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ED4058-9853-4BCF-B145-0429DD43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69" y="867471"/>
                <a:ext cx="4320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F70C131-A1AF-4B33-9A23-8192E051B3EE}"/>
              </a:ext>
            </a:extLst>
          </p:cNvPr>
          <p:cNvSpPr/>
          <p:nvPr/>
        </p:nvSpPr>
        <p:spPr>
          <a:xfrm>
            <a:off x="723014" y="1520456"/>
            <a:ext cx="2445488" cy="818707"/>
          </a:xfrm>
          <a:custGeom>
            <a:avLst/>
            <a:gdLst>
              <a:gd name="connsiteX0" fmla="*/ 0 w 2445488"/>
              <a:gd name="connsiteY0" fmla="*/ 818707 h 818707"/>
              <a:gd name="connsiteX1" fmla="*/ 1244009 w 2445488"/>
              <a:gd name="connsiteY1" fmla="*/ 584791 h 818707"/>
              <a:gd name="connsiteX2" fmla="*/ 2445488 w 2445488"/>
              <a:gd name="connsiteY2" fmla="*/ 0 h 818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5488" h="818707">
                <a:moveTo>
                  <a:pt x="0" y="818707"/>
                </a:moveTo>
                <a:cubicBezTo>
                  <a:pt x="418214" y="769974"/>
                  <a:pt x="836428" y="721242"/>
                  <a:pt x="1244009" y="584791"/>
                </a:cubicBezTo>
                <a:cubicBezTo>
                  <a:pt x="1651590" y="448340"/>
                  <a:pt x="2048539" y="224170"/>
                  <a:pt x="2445488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A00F20B-A829-450D-A631-3565DEEA4E20}"/>
              </a:ext>
            </a:extLst>
          </p:cNvPr>
          <p:cNvSpPr/>
          <p:nvPr/>
        </p:nvSpPr>
        <p:spPr>
          <a:xfrm>
            <a:off x="786809" y="1190847"/>
            <a:ext cx="2275368" cy="648586"/>
          </a:xfrm>
          <a:custGeom>
            <a:avLst/>
            <a:gdLst>
              <a:gd name="connsiteX0" fmla="*/ 0 w 2275368"/>
              <a:gd name="connsiteY0" fmla="*/ 648586 h 648586"/>
              <a:gd name="connsiteX1" fmla="*/ 595424 w 2275368"/>
              <a:gd name="connsiteY1" fmla="*/ 53162 h 648586"/>
              <a:gd name="connsiteX2" fmla="*/ 1265275 w 2275368"/>
              <a:gd name="connsiteY2" fmla="*/ 404037 h 648586"/>
              <a:gd name="connsiteX3" fmla="*/ 2275368 w 2275368"/>
              <a:gd name="connsiteY3" fmla="*/ 0 h 648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5368" h="648586">
                <a:moveTo>
                  <a:pt x="0" y="648586"/>
                </a:moveTo>
                <a:cubicBezTo>
                  <a:pt x="192272" y="371253"/>
                  <a:pt x="384545" y="93920"/>
                  <a:pt x="595424" y="53162"/>
                </a:cubicBezTo>
                <a:cubicBezTo>
                  <a:pt x="806303" y="12404"/>
                  <a:pt x="985285" y="412897"/>
                  <a:pt x="1265275" y="404037"/>
                </a:cubicBezTo>
                <a:cubicBezTo>
                  <a:pt x="1545265" y="395177"/>
                  <a:pt x="1910316" y="197588"/>
                  <a:pt x="2275368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811195-5424-4071-AB8E-E38EF9831028}"/>
                  </a:ext>
                </a:extLst>
              </p:cNvPr>
              <p:cNvSpPr txBox="1"/>
              <p:nvPr/>
            </p:nvSpPr>
            <p:spPr>
              <a:xfrm>
                <a:off x="2577454" y="2621683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811195-5424-4071-AB8E-E38EF9831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454" y="2621683"/>
                <a:ext cx="432048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671F19-582A-47FE-ADDF-3166E648074C}"/>
              </a:ext>
            </a:extLst>
          </p:cNvPr>
          <p:cNvCxnSpPr>
            <a:cxnSpLocks/>
          </p:cNvCxnSpPr>
          <p:nvPr/>
        </p:nvCxnSpPr>
        <p:spPr>
          <a:xfrm flipH="1">
            <a:off x="2800350" y="1362075"/>
            <a:ext cx="9525" cy="1285875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513003C-803B-4565-A2E1-28E3401FD572}"/>
              </a:ext>
            </a:extLst>
          </p:cNvPr>
          <p:cNvCxnSpPr>
            <a:cxnSpLocks/>
          </p:cNvCxnSpPr>
          <p:nvPr/>
        </p:nvCxnSpPr>
        <p:spPr>
          <a:xfrm flipH="1">
            <a:off x="1228725" y="1292183"/>
            <a:ext cx="19051" cy="136529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B07DBB1-9886-4F95-AC78-2F6F978FBBA9}"/>
                  </a:ext>
                </a:extLst>
              </p:cNvPr>
              <p:cNvSpPr txBox="1"/>
              <p:nvPr/>
            </p:nvSpPr>
            <p:spPr>
              <a:xfrm>
                <a:off x="1011773" y="2583952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B07DBB1-9886-4F95-AC78-2F6F978FB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773" y="2583952"/>
                <a:ext cx="432048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FF6F5EA-3CE4-4973-B92A-06C6AA60E1DD}"/>
                  </a:ext>
                </a:extLst>
              </p:cNvPr>
              <p:cNvSpPr txBox="1"/>
              <p:nvPr/>
            </p:nvSpPr>
            <p:spPr>
              <a:xfrm>
                <a:off x="2971402" y="1029494"/>
                <a:ext cx="9144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FF6F5EA-3CE4-4973-B92A-06C6AA60E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402" y="1029494"/>
                <a:ext cx="914426" cy="276999"/>
              </a:xfrm>
              <a:prstGeom prst="rect">
                <a:avLst/>
              </a:prstGeom>
              <a:blipFill>
                <a:blip r:embed="rId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E51908-B130-48A3-8067-FD69B839595A}"/>
                  </a:ext>
                </a:extLst>
              </p:cNvPr>
              <p:cNvSpPr txBox="1"/>
              <p:nvPr/>
            </p:nvSpPr>
            <p:spPr>
              <a:xfrm>
                <a:off x="3111230" y="1396266"/>
                <a:ext cx="9144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E51908-B130-48A3-8067-FD69B8395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230" y="1396266"/>
                <a:ext cx="914426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23F02BF-3056-4536-BDF3-581D9E40D5F9}"/>
                  </a:ext>
                </a:extLst>
              </p:cNvPr>
              <p:cNvSpPr txBox="1"/>
              <p:nvPr/>
            </p:nvSpPr>
            <p:spPr>
              <a:xfrm>
                <a:off x="4448066" y="858044"/>
                <a:ext cx="3816533" cy="2718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i="1" dirty="0"/>
                  <a:t>(This was presented in my Year 1 slides as an ‘alternative method’)</a:t>
                </a:r>
              </a:p>
              <a:p>
                <a:r>
                  <a:rPr lang="en-GB" sz="1600" dirty="0"/>
                  <a:t>The areas under the two curves are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GB" sz="1600" dirty="0"/>
                  <a:t>. It therefore follows the area between them (provided the curves don’t overlap)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23F02BF-3056-4536-BDF3-581D9E40D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066" y="858044"/>
                <a:ext cx="3816533" cy="2718116"/>
              </a:xfrm>
              <a:prstGeom prst="rect">
                <a:avLst/>
              </a:prstGeom>
              <a:blipFill>
                <a:blip r:embed="rId10"/>
                <a:stretch>
                  <a:fillRect l="-9265" t="-4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2008C823-C698-46B4-9124-33281D847739}"/>
              </a:ext>
            </a:extLst>
          </p:cNvPr>
          <p:cNvSpPr txBox="1"/>
          <p:nvPr/>
        </p:nvSpPr>
        <p:spPr>
          <a:xfrm>
            <a:off x="1114426" y="2956942"/>
            <a:ext cx="2460128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Tip</a:t>
            </a:r>
            <a:r>
              <a:rPr lang="en-GB" sz="1400" dirty="0"/>
              <a:t>: Ensure you have top curve minus bottom curve.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01C7EF9-77DE-4A15-890C-E853FE1C0270}"/>
              </a:ext>
            </a:extLst>
          </p:cNvPr>
          <p:cNvCxnSpPr>
            <a:cxnSpLocks/>
          </p:cNvCxnSpPr>
          <p:nvPr/>
        </p:nvCxnSpPr>
        <p:spPr>
          <a:xfrm flipV="1">
            <a:off x="3581400" y="3067050"/>
            <a:ext cx="790575" cy="190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F156B8D-815F-4823-A6F5-7E6959166005}"/>
                  </a:ext>
                </a:extLst>
              </p:cNvPr>
              <p:cNvSpPr txBox="1"/>
              <p:nvPr/>
            </p:nvSpPr>
            <p:spPr>
              <a:xfrm>
                <a:off x="467545" y="3789040"/>
                <a:ext cx="4968552" cy="80900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[Textbook] The diagram shows part of the curves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400" dirty="0"/>
                  <a:t> where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400" dirty="0"/>
                  <a:t>. The region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1400" dirty="0"/>
                  <a:t> is bounded by the two curves. Use integration to find the area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F156B8D-815F-4823-A6F5-7E6959166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5" y="3789040"/>
                <a:ext cx="4968552" cy="8090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40978B6-838E-4ABC-922A-FEF1853FE4A5}"/>
              </a:ext>
            </a:extLst>
          </p:cNvPr>
          <p:cNvCxnSpPr>
            <a:cxnSpLocks/>
          </p:cNvCxnSpPr>
          <p:nvPr/>
        </p:nvCxnSpPr>
        <p:spPr>
          <a:xfrm>
            <a:off x="6260951" y="5452095"/>
            <a:ext cx="2160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48A0CD0-9BEE-4187-8322-5FED360026AB}"/>
              </a:ext>
            </a:extLst>
          </p:cNvPr>
          <p:cNvCxnSpPr>
            <a:cxnSpLocks/>
          </p:cNvCxnSpPr>
          <p:nvPr/>
        </p:nvCxnSpPr>
        <p:spPr>
          <a:xfrm flipV="1">
            <a:off x="6260951" y="4005064"/>
            <a:ext cx="0" cy="1447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5E91B9E-4E8B-44D5-819C-9275A95D113F}"/>
                  </a:ext>
                </a:extLst>
              </p:cNvPr>
              <p:cNvSpPr txBox="1"/>
              <p:nvPr/>
            </p:nvSpPr>
            <p:spPr>
              <a:xfrm>
                <a:off x="8270671" y="5298206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5E91B9E-4E8B-44D5-819C-9275A95D1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671" y="5298206"/>
                <a:ext cx="432048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A6785A1-3758-408B-B9E4-7AB8756C185E}"/>
                  </a:ext>
                </a:extLst>
              </p:cNvPr>
              <p:cNvSpPr txBox="1"/>
              <p:nvPr/>
            </p:nvSpPr>
            <p:spPr>
              <a:xfrm>
                <a:off x="6044927" y="3697287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A6785A1-3758-408B-B9E4-7AB8756C1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927" y="3697287"/>
                <a:ext cx="432048" cy="307777"/>
              </a:xfrm>
              <a:prstGeom prst="rect">
                <a:avLst/>
              </a:prstGeom>
              <a:blipFill>
                <a:blip r:embed="rId1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7463FF4-4663-43CD-8FD9-8DBF3346ADD3}"/>
              </a:ext>
            </a:extLst>
          </p:cNvPr>
          <p:cNvSpPr/>
          <p:nvPr/>
        </p:nvSpPr>
        <p:spPr>
          <a:xfrm>
            <a:off x="6257925" y="4824879"/>
            <a:ext cx="1914525" cy="642471"/>
          </a:xfrm>
          <a:custGeom>
            <a:avLst/>
            <a:gdLst>
              <a:gd name="connsiteX0" fmla="*/ 0 w 1914525"/>
              <a:gd name="connsiteY0" fmla="*/ 642471 h 642471"/>
              <a:gd name="connsiteX1" fmla="*/ 647700 w 1914525"/>
              <a:gd name="connsiteY1" fmla="*/ 4296 h 642471"/>
              <a:gd name="connsiteX2" fmla="*/ 1314450 w 1914525"/>
              <a:gd name="connsiteY2" fmla="*/ 375771 h 642471"/>
              <a:gd name="connsiteX3" fmla="*/ 1914525 w 1914525"/>
              <a:gd name="connsiteY3" fmla="*/ 623421 h 64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4525" h="642471">
                <a:moveTo>
                  <a:pt x="0" y="642471"/>
                </a:moveTo>
                <a:cubicBezTo>
                  <a:pt x="214312" y="345608"/>
                  <a:pt x="428625" y="48746"/>
                  <a:pt x="647700" y="4296"/>
                </a:cubicBezTo>
                <a:cubicBezTo>
                  <a:pt x="866775" y="-40154"/>
                  <a:pt x="1103312" y="272583"/>
                  <a:pt x="1314450" y="375771"/>
                </a:cubicBezTo>
                <a:cubicBezTo>
                  <a:pt x="1525588" y="478959"/>
                  <a:pt x="1720056" y="551190"/>
                  <a:pt x="1914525" y="6234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813D1B4-4B06-4787-9F5A-3F69CD27F6E3}"/>
              </a:ext>
            </a:extLst>
          </p:cNvPr>
          <p:cNvSpPr/>
          <p:nvPr/>
        </p:nvSpPr>
        <p:spPr>
          <a:xfrm>
            <a:off x="6248400" y="4114798"/>
            <a:ext cx="1905000" cy="1352552"/>
          </a:xfrm>
          <a:custGeom>
            <a:avLst/>
            <a:gdLst>
              <a:gd name="connsiteX0" fmla="*/ 0 w 1905000"/>
              <a:gd name="connsiteY0" fmla="*/ 1352552 h 1352552"/>
              <a:gd name="connsiteX1" fmla="*/ 1000125 w 1905000"/>
              <a:gd name="connsiteY1" fmla="*/ 2 h 1352552"/>
              <a:gd name="connsiteX2" fmla="*/ 1905000 w 1905000"/>
              <a:gd name="connsiteY2" fmla="*/ 1343027 h 13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0" h="1352552">
                <a:moveTo>
                  <a:pt x="0" y="1352552"/>
                </a:moveTo>
                <a:cubicBezTo>
                  <a:pt x="341312" y="677071"/>
                  <a:pt x="682625" y="1590"/>
                  <a:pt x="1000125" y="2"/>
                </a:cubicBezTo>
                <a:cubicBezTo>
                  <a:pt x="1317625" y="-1586"/>
                  <a:pt x="1611312" y="670720"/>
                  <a:pt x="1905000" y="134302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8495F3E-828E-42F6-97D4-D61FEACC35B1}"/>
                  </a:ext>
                </a:extLst>
              </p:cNvPr>
              <p:cNvSpPr txBox="1"/>
              <p:nvPr/>
            </p:nvSpPr>
            <p:spPr>
              <a:xfrm>
                <a:off x="7503694" y="4084223"/>
                <a:ext cx="9144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8495F3E-828E-42F6-97D4-D61FEACC3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694" y="4084223"/>
                <a:ext cx="91442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BE8A40D-5271-4598-9F84-19B36A5C4E4E}"/>
                  </a:ext>
                </a:extLst>
              </p:cNvPr>
              <p:cNvSpPr txBox="1"/>
              <p:nvPr/>
            </p:nvSpPr>
            <p:spPr>
              <a:xfrm>
                <a:off x="6637306" y="4900682"/>
                <a:ext cx="12945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BE8A40D-5271-4598-9F84-19B36A5C4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7306" y="4900682"/>
                <a:ext cx="1294581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0602D04-F0A2-4BA4-AB7A-E94667E55FF4}"/>
                  </a:ext>
                </a:extLst>
              </p:cNvPr>
              <p:cNvSpPr txBox="1"/>
              <p:nvPr/>
            </p:nvSpPr>
            <p:spPr>
              <a:xfrm>
                <a:off x="696146" y="4857749"/>
                <a:ext cx="3961580" cy="1173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𝑨𝒓𝒆𝒂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  <m:e>
                          <m:func>
                            <m:func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1400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1400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b="1" i="0" smtClean="0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GB" sz="1400" b="1" i="0" smtClean="0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</m:fName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func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sz="1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400" b="1" i="0" smtClean="0">
                                          <a:latin typeface="Cambria Math" panose="02040503050406030204" pitchFamily="18" charset="0"/>
                                        </a:rPr>
                                        <m:t>𝐜𝐨𝐬</m:t>
                                      </m:r>
                                    </m:e>
                                    <m:sup>
                                      <m:r>
                                        <a:rPr lang="en-GB" sz="1400" b="1" i="1" smtClean="0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func>
                            </m:e>
                          </m:d>
                        </m:e>
                        <m:sub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b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=…=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0602D04-F0A2-4BA4-AB7A-E94667E55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46" y="4857749"/>
                <a:ext cx="3961580" cy="117301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>
            <a:extLst>
              <a:ext uri="{FF2B5EF4-FFF2-40B4-BE49-F238E27FC236}">
                <a16:creationId xmlns:a16="http://schemas.microsoft.com/office/drawing/2014/main" id="{DBCFD489-5D51-4F7B-8080-F23D9B63A05C}"/>
              </a:ext>
            </a:extLst>
          </p:cNvPr>
          <p:cNvSpPr/>
          <p:nvPr/>
        </p:nvSpPr>
        <p:spPr>
          <a:xfrm>
            <a:off x="467545" y="4598044"/>
            <a:ext cx="4968552" cy="15919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0675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4373F23-DE7E-4532-AE01-C024DBDBB874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3575D1B-D1FF-4597-A2CF-329B235DA28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358E765-B359-4A93-8981-BCA88E8422D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75D8A64-AC50-45A9-9430-B4D0EC0F1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12" y="1121336"/>
            <a:ext cx="6000750" cy="31623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98A832-0A0E-4776-A0CF-2D0C217BF4AE}"/>
              </a:ext>
            </a:extLst>
          </p:cNvPr>
          <p:cNvSpPr txBox="1"/>
          <p:nvPr/>
        </p:nvSpPr>
        <p:spPr>
          <a:xfrm>
            <a:off x="302568" y="752004"/>
            <a:ext cx="25202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Jan 2009 Q2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4E9D4E-6D42-44BE-AA77-9368A76ED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4381471"/>
            <a:ext cx="5410870" cy="244262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4E4CB8-66E0-40D7-852C-96516734BD41}"/>
              </a:ext>
            </a:extLst>
          </p:cNvPr>
          <p:cNvSpPr/>
          <p:nvPr/>
        </p:nvSpPr>
        <p:spPr>
          <a:xfrm>
            <a:off x="825600" y="4316480"/>
            <a:ext cx="6410696" cy="25415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9408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Exercise 11.8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B409FA8-34C4-4FDD-966B-EFA5D58ECFF6}"/>
              </a:ext>
            </a:extLst>
          </p:cNvPr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</a:t>
            </a:r>
            <a:r>
              <a:rPr lang="en-GB" sz="2400"/>
              <a:t>Year 2</a:t>
            </a:r>
            <a:endParaRPr lang="en-GB" sz="2400" dirty="0"/>
          </a:p>
          <a:p>
            <a:r>
              <a:rPr lang="en-GB" sz="2400" dirty="0"/>
              <a:t>Pages 96-98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7B3D4EB-D2A9-4BCC-B402-8AAEDE7CB1A1}"/>
              </a:ext>
            </a:extLst>
          </p:cNvPr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595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C3DD41B2-3FFC-1EB3-E9EA-0B90C524A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" y="908720"/>
            <a:ext cx="776287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D3C8F888-0975-197E-1DA5-8E58DED75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15" y="836712"/>
            <a:ext cx="759142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5BCD2-66D4-1C39-CC5B-6AA24CC8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6D9908F-E1A8-6904-317B-FD2089A33FA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239BC7A-C414-1E08-1F5E-69F5FF82180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490F8B8-550E-F9F8-13E8-A9C5C466D27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graph and diagram of a function&#10;&#10;AI-generated content may be incorrect.">
            <a:extLst>
              <a:ext uri="{FF2B5EF4-FFF2-40B4-BE49-F238E27FC236}">
                <a16:creationId xmlns:a16="http://schemas.microsoft.com/office/drawing/2014/main" id="{CE6620D3-3B1F-18CA-342E-5B7D8955F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03" y="882352"/>
            <a:ext cx="77152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52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30990-74A3-E015-5228-EC134C00F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FB64CC-5BB0-D0BC-22CF-52FC7D17AE21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51639B7-7988-2957-613B-2CFFD5FB6F4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B35C641-50FB-E4E5-DE44-723A00CE1E2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graph of a graph of a function&#10;&#10;AI-generated content may be incorrect.">
            <a:extLst>
              <a:ext uri="{FF2B5EF4-FFF2-40B4-BE49-F238E27FC236}">
                <a16:creationId xmlns:a16="http://schemas.microsoft.com/office/drawing/2014/main" id="{5C09409D-2BD0-4A5B-CB0C-D0F7570FC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5" y="980728"/>
            <a:ext cx="766762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50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F576F-D264-D8FD-F82F-64326C3E7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CD537E4-514D-19A8-690D-C178695F4BD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1EB6627-5B40-4FC2-2648-99616858CE1C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3483D8A-CB89-1AE1-7544-8E61D3302B3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equations and graphs&#10;&#10;AI-generated content may be incorrect.">
            <a:extLst>
              <a:ext uri="{FF2B5EF4-FFF2-40B4-BE49-F238E27FC236}">
                <a16:creationId xmlns:a16="http://schemas.microsoft.com/office/drawing/2014/main" id="{F6248C39-A182-2BFE-2BDD-44A426134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80728"/>
            <a:ext cx="746760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39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1001C-D714-776E-BD41-FA59BB3DD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6410454-E99F-D431-D24A-AC749C55A354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C1E6604-A195-4988-1413-0B509648711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4DC2746-95AB-87EB-F546-F4A4BEED5C9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a graph and a diagram&#10;&#10;AI-generated content may be incorrect.">
            <a:extLst>
              <a:ext uri="{FF2B5EF4-FFF2-40B4-BE49-F238E27FC236}">
                <a16:creationId xmlns:a16="http://schemas.microsoft.com/office/drawing/2014/main" id="{C6866B96-565E-82EF-43DB-C8CC93E03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53" y="908720"/>
            <a:ext cx="760095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13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00B5-B570-B107-9B4F-8E9FF851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3FEC8F-895D-BDE0-15AB-8D4CE6895487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90FA4E8-4B7E-AC18-C6BB-1CFF17B45D19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2D48786-6F2D-EAE3-232E-79D37785557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s with a red circle&#10;&#10;AI-generated content may be incorrect.">
            <a:extLst>
              <a:ext uri="{FF2B5EF4-FFF2-40B4-BE49-F238E27FC236}">
                <a16:creationId xmlns:a16="http://schemas.microsoft.com/office/drawing/2014/main" id="{FDAD15F4-83BC-E2BB-86BF-2D0D5FA71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5292"/>
            <a:ext cx="9144000" cy="496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01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62FF8-D6B7-C363-787A-B6A9B503D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2932A93-8441-E5C3-54BB-5FC9BE006CA8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73FBA2E-173A-E619-1A85-67CD7E0B182E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59A68F4-36E1-9484-452F-5363FED5351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D393B229-1497-2645-ED1B-D6718DC85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472440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5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22520</TotalTime>
  <Words>326</Words>
  <Application>Microsoft Office PowerPoint</Application>
  <PresentationFormat>On-screen Show (4:3)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P2 Chapter 11: Integration  Finding Areas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2026-03-12T13:46:19Z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