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717" r:id="rId5"/>
    <p:sldId id="495" r:id="rId6"/>
    <p:sldId id="496" r:id="rId7"/>
    <p:sldId id="531" r:id="rId8"/>
    <p:sldId id="533" r:id="rId9"/>
    <p:sldId id="72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8B0F0B-4A0A-400C-B49A-16C1993244DC}" v="1" dt="2025-01-14T16:52:01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0D1C2259-104A-43FC-984A-1210888F8C87}"/>
    <pc:docChg chg="modSld">
      <pc:chgData name="Dieter Beaven" userId="9bbdb69f-69d0-4759-aa9b-5c090a2da237" providerId="ADAL" clId="{0D1C2259-104A-43FC-984A-1210888F8C87}" dt="2025-01-13T14:57:34.580" v="40" actId="20577"/>
      <pc:docMkLst>
        <pc:docMk/>
      </pc:docMkLst>
      <pc:sldChg chg="modSp mod">
        <pc:chgData name="Dieter Beaven" userId="9bbdb69f-69d0-4759-aa9b-5c090a2da237" providerId="ADAL" clId="{0D1C2259-104A-43FC-984A-1210888F8C87}" dt="2025-01-13T14:57:34.580" v="4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0D1C2259-104A-43FC-984A-1210888F8C87}" dt="2025-01-13T14:57:31.098" v="3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0D1C2259-104A-43FC-984A-1210888F8C87}" dt="2025-01-13T14:57:34.580" v="4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modSp mod">
        <pc:chgData name="Dieter Beaven" userId="9bbdb69f-69d0-4759-aa9b-5c090a2da237" providerId="ADAL" clId="{0D1C2259-104A-43FC-984A-1210888F8C87}" dt="2025-01-13T14:57:24.019" v="36" actId="20577"/>
        <pc:sldMkLst>
          <pc:docMk/>
          <pc:sldMk cId="938785864" sldId="717"/>
        </pc:sldMkLst>
        <pc:spChg chg="mod">
          <ac:chgData name="Dieter Beaven" userId="9bbdb69f-69d0-4759-aa9b-5c090a2da237" providerId="ADAL" clId="{0D1C2259-104A-43FC-984A-1210888F8C87}" dt="2025-01-13T14:57:24.019" v="36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ACABFA20-16A8-46C6-8968-7DACAACA1E1B}"/>
    <pc:docChg chg="custSel addSld modSld">
      <pc:chgData name="Dieter Beaven" userId="9bbdb69f-69d0-4759-aa9b-5c090a2da237" providerId="ADAL" clId="{ACABFA20-16A8-46C6-8968-7DACAACA1E1B}" dt="2025-01-08T17:26:43.786" v="72" actId="1076"/>
      <pc:docMkLst>
        <pc:docMk/>
      </pc:docMkLst>
      <pc:sldChg chg="modSp mod">
        <pc:chgData name="Dieter Beaven" userId="9bbdb69f-69d0-4759-aa9b-5c090a2da237" providerId="ADAL" clId="{ACABFA20-16A8-46C6-8968-7DACAACA1E1B}" dt="2025-01-08T17:13:15.692" v="61" actId="6549"/>
        <pc:sldMkLst>
          <pc:docMk/>
          <pc:sldMk cId="2586607706" sldId="531"/>
        </pc:sldMkLst>
        <pc:spChg chg="mod">
          <ac:chgData name="Dieter Beaven" userId="9bbdb69f-69d0-4759-aa9b-5c090a2da237" providerId="ADAL" clId="{ACABFA20-16A8-46C6-8968-7DACAACA1E1B}" dt="2025-01-08T17:13:12.486" v="59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ACABFA20-16A8-46C6-8968-7DACAACA1E1B}" dt="2025-01-08T17:13:15.692" v="61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modSp mod">
        <pc:chgData name="Dieter Beaven" userId="9bbdb69f-69d0-4759-aa9b-5c090a2da237" providerId="ADAL" clId="{ACABFA20-16A8-46C6-8968-7DACAACA1E1B}" dt="2025-01-08T17:15:03.651" v="63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ACABFA20-16A8-46C6-8968-7DACAACA1E1B}" dt="2025-01-08T17:15:03.651" v="63" actId="1076"/>
          <ac:picMkLst>
            <pc:docMk/>
            <pc:sldMk cId="173887519" sldId="533"/>
            <ac:picMk id="6" creationId="{916A5D9E-23CE-0389-B673-2A6ABADB4222}"/>
          </ac:picMkLst>
        </pc:picChg>
      </pc:sldChg>
      <pc:sldChg chg="modSp add mod">
        <pc:chgData name="Dieter Beaven" userId="9bbdb69f-69d0-4759-aa9b-5c090a2da237" providerId="ADAL" clId="{ACABFA20-16A8-46C6-8968-7DACAACA1E1B}" dt="2025-01-08T17:12:54.082" v="57" actId="20577"/>
        <pc:sldMkLst>
          <pc:docMk/>
          <pc:sldMk cId="1455416707" sldId="607"/>
        </pc:sldMkLst>
        <pc:spChg chg="mod">
          <ac:chgData name="Dieter Beaven" userId="9bbdb69f-69d0-4759-aa9b-5c090a2da237" providerId="ADAL" clId="{ACABFA20-16A8-46C6-8968-7DACAACA1E1B}" dt="2025-01-08T17:12:44.369" v="49" actId="20577"/>
          <ac:spMkLst>
            <pc:docMk/>
            <pc:sldMk cId="1455416707" sldId="607"/>
            <ac:spMk id="5" creationId="{77A5FAD5-3D0A-4BC9-92D1-98CB0DCFE6BF}"/>
          </ac:spMkLst>
        </pc:spChg>
        <pc:spChg chg="mod">
          <ac:chgData name="Dieter Beaven" userId="9bbdb69f-69d0-4759-aa9b-5c090a2da237" providerId="ADAL" clId="{ACABFA20-16A8-46C6-8968-7DACAACA1E1B}" dt="2025-01-08T17:12:54.082" v="57" actId="20577"/>
          <ac:spMkLst>
            <pc:docMk/>
            <pc:sldMk cId="1455416707" sldId="607"/>
            <ac:spMk id="20" creationId="{16EF886C-CE86-4754-AC53-7085E2A5F045}"/>
          </ac:spMkLst>
        </pc:spChg>
      </pc:sldChg>
      <pc:sldChg chg="add">
        <pc:chgData name="Dieter Beaven" userId="9bbdb69f-69d0-4759-aa9b-5c090a2da237" providerId="ADAL" clId="{ACABFA20-16A8-46C6-8968-7DACAACA1E1B}" dt="2025-01-08T17:09:43.156" v="0"/>
        <pc:sldMkLst>
          <pc:docMk/>
          <pc:sldMk cId="155006182" sldId="608"/>
        </pc:sldMkLst>
      </pc:sldChg>
      <pc:sldChg chg="addSp modSp mod">
        <pc:chgData name="Dieter Beaven" userId="9bbdb69f-69d0-4759-aa9b-5c090a2da237" providerId="ADAL" clId="{ACABFA20-16A8-46C6-8968-7DACAACA1E1B}" dt="2025-01-08T17:26:43.786" v="72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ACABFA20-16A8-46C6-8968-7DACAACA1E1B}" dt="2025-01-08T17:26:43.786" v="72" actId="1076"/>
          <ac:picMkLst>
            <pc:docMk/>
            <pc:sldMk cId="464788855" sldId="701"/>
            <ac:picMk id="6" creationId="{DDA5895F-7F9D-2D50-3979-5AAFA70DBC30}"/>
          </ac:picMkLst>
        </pc:picChg>
      </pc:sldChg>
      <pc:sldChg chg="addSp modSp mod">
        <pc:chgData name="Dieter Beaven" userId="9bbdb69f-69d0-4759-aa9b-5c090a2da237" providerId="ADAL" clId="{ACABFA20-16A8-46C6-8968-7DACAACA1E1B}" dt="2025-01-08T17:15:51.848" v="65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ACABFA20-16A8-46C6-8968-7DACAACA1E1B}" dt="2025-01-08T17:15:51.848" v="65" actId="1076"/>
          <ac:picMkLst>
            <pc:docMk/>
            <pc:sldMk cId="3902928920" sldId="718"/>
            <ac:picMk id="6" creationId="{9EF0AF7A-2ADA-5249-238A-B493E94A475B}"/>
          </ac:picMkLst>
        </pc:picChg>
      </pc:sldChg>
      <pc:sldChg chg="addSp delSp modSp add mod">
        <pc:chgData name="Dieter Beaven" userId="9bbdb69f-69d0-4759-aa9b-5c090a2da237" providerId="ADAL" clId="{ACABFA20-16A8-46C6-8968-7DACAACA1E1B}" dt="2025-01-08T17:16:52.360" v="69" actId="1076"/>
        <pc:sldMkLst>
          <pc:docMk/>
          <pc:sldMk cId="1701787432" sldId="719"/>
        </pc:sldMkLst>
        <pc:picChg chg="del">
          <ac:chgData name="Dieter Beaven" userId="9bbdb69f-69d0-4759-aa9b-5c090a2da237" providerId="ADAL" clId="{ACABFA20-16A8-46C6-8968-7DACAACA1E1B}" dt="2025-01-08T17:15:59.235" v="67" actId="478"/>
          <ac:picMkLst>
            <pc:docMk/>
            <pc:sldMk cId="1701787432" sldId="719"/>
            <ac:picMk id="6" creationId="{1C42D427-4D3B-8C9E-589A-58CADD7A22EE}"/>
          </ac:picMkLst>
        </pc:picChg>
        <pc:picChg chg="add mod">
          <ac:chgData name="Dieter Beaven" userId="9bbdb69f-69d0-4759-aa9b-5c090a2da237" providerId="ADAL" clId="{ACABFA20-16A8-46C6-8968-7DACAACA1E1B}" dt="2025-01-08T17:16:52.360" v="69" actId="1076"/>
          <ac:picMkLst>
            <pc:docMk/>
            <pc:sldMk cId="1701787432" sldId="719"/>
            <ac:picMk id="7" creationId="{E902FE23-9CD8-2E6B-E7D3-6A96610F5DFB}"/>
          </ac:picMkLst>
        </pc:picChg>
      </pc:sldChg>
    </pc:docChg>
  </pc:docChgLst>
  <pc:docChgLst>
    <pc:chgData name="Dieter Beaven" userId="9bbdb69f-69d0-4759-aa9b-5c090a2da237" providerId="ADAL" clId="{726B594F-B2FE-4CFE-B840-5BCF92F9675E}"/>
    <pc:docChg chg="undo custSel addSld delSld modSld">
      <pc:chgData name="Dieter Beaven" userId="9bbdb69f-69d0-4759-aa9b-5c090a2da237" providerId="ADAL" clId="{726B594F-B2FE-4CFE-B840-5BCF92F9675E}" dt="2025-01-13T14:52:25.518" v="71"/>
      <pc:docMkLst>
        <pc:docMk/>
      </pc:docMkLst>
      <pc:sldChg chg="modSp mod">
        <pc:chgData name="Dieter Beaven" userId="9bbdb69f-69d0-4759-aa9b-5c090a2da237" providerId="ADAL" clId="{726B594F-B2FE-4CFE-B840-5BCF92F9675E}" dt="2025-01-13T14:51:28.209" v="63" actId="20577"/>
        <pc:sldMkLst>
          <pc:docMk/>
          <pc:sldMk cId="2586607706" sldId="531"/>
        </pc:sldMkLst>
        <pc:spChg chg="mod">
          <ac:chgData name="Dieter Beaven" userId="9bbdb69f-69d0-4759-aa9b-5c090a2da237" providerId="ADAL" clId="{726B594F-B2FE-4CFE-B840-5BCF92F9675E}" dt="2025-01-13T14:51:20.328" v="59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726B594F-B2FE-4CFE-B840-5BCF92F9675E}" dt="2025-01-13T14:51:28.209" v="63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726B594F-B2FE-4CFE-B840-5BCF92F9675E}" dt="2025-01-13T14:51:59.140" v="64" actId="478"/>
        <pc:sldMkLst>
          <pc:docMk/>
          <pc:sldMk cId="173887519" sldId="533"/>
        </pc:sldMkLst>
        <pc:picChg chg="del">
          <ac:chgData name="Dieter Beaven" userId="9bbdb69f-69d0-4759-aa9b-5c090a2da237" providerId="ADAL" clId="{726B594F-B2FE-4CFE-B840-5BCF92F9675E}" dt="2025-01-13T14:51:59.140" v="64" actId="478"/>
          <ac:picMkLst>
            <pc:docMk/>
            <pc:sldMk cId="173887519" sldId="533"/>
            <ac:picMk id="6" creationId="{916A5D9E-23CE-0389-B673-2A6ABADB4222}"/>
          </ac:picMkLst>
        </pc:picChg>
      </pc:sldChg>
      <pc:sldChg chg="del">
        <pc:chgData name="Dieter Beaven" userId="9bbdb69f-69d0-4759-aa9b-5c090a2da237" providerId="ADAL" clId="{726B594F-B2FE-4CFE-B840-5BCF92F9675E}" dt="2025-01-13T14:50:59.776" v="49" actId="47"/>
        <pc:sldMkLst>
          <pc:docMk/>
          <pc:sldMk cId="1455416707" sldId="607"/>
        </pc:sldMkLst>
      </pc:sldChg>
      <pc:sldChg chg="delSp add del mod delAnim">
        <pc:chgData name="Dieter Beaven" userId="9bbdb69f-69d0-4759-aa9b-5c090a2da237" providerId="ADAL" clId="{726B594F-B2FE-4CFE-B840-5BCF92F9675E}" dt="2025-01-13T14:51:10.179" v="52" actId="478"/>
        <pc:sldMkLst>
          <pc:docMk/>
          <pc:sldMk cId="155006182" sldId="608"/>
        </pc:sldMkLst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5" creationId="{E45AD68C-CCA4-4762-9682-66053118EE01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6" creationId="{85BCEEDC-9E09-449F-ADB6-80D02740131E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7" creationId="{7B72E047-33E9-4C2F-AB32-2E1D86F07D2B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8" creationId="{2E2BD5CE-2005-4BC8-9395-EF7C1765F969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9" creationId="{580EA649-14B5-4008-B2F3-815A1027C463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0" creationId="{EB9D517E-B3EB-4DE8-8609-50CAEAA68CE9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1" creationId="{AF0EC974-20F0-4C66-93A7-9D08B4EEBC24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2" creationId="{C00E69DC-9EDE-47C1-B7B7-DD469CC9651A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3" creationId="{1A028CC3-A3ED-4402-A6D7-561E78698EE2}"/>
          </ac:spMkLst>
        </pc:spChg>
      </pc:sldChg>
      <pc:sldChg chg="addSp delSp modSp mod">
        <pc:chgData name="Dieter Beaven" userId="9bbdb69f-69d0-4759-aa9b-5c090a2da237" providerId="ADAL" clId="{726B594F-B2FE-4CFE-B840-5BCF92F9675E}" dt="2025-01-13T14:52:18.021" v="69"/>
        <pc:sldMkLst>
          <pc:docMk/>
          <pc:sldMk cId="464788855" sldId="701"/>
        </pc:sldMkLst>
        <pc:graphicFrameChg chg="add mod">
          <ac:chgData name="Dieter Beaven" userId="9bbdb69f-69d0-4759-aa9b-5c090a2da237" providerId="ADAL" clId="{726B594F-B2FE-4CFE-B840-5BCF92F9675E}" dt="2025-01-13T14:52:18.021" v="69"/>
          <ac:graphicFrameMkLst>
            <pc:docMk/>
            <pc:sldMk cId="464788855" sldId="701"/>
            <ac:graphicFrameMk id="5" creationId="{CA02A25D-8B7B-739F-827A-5EEA975513BF}"/>
          </ac:graphicFrameMkLst>
        </pc:graphicFrameChg>
        <pc:picChg chg="del">
          <ac:chgData name="Dieter Beaven" userId="9bbdb69f-69d0-4759-aa9b-5c090a2da237" providerId="ADAL" clId="{726B594F-B2FE-4CFE-B840-5BCF92F9675E}" dt="2025-01-13T14:52:12.297" v="67" actId="478"/>
          <ac:picMkLst>
            <pc:docMk/>
            <pc:sldMk cId="464788855" sldId="701"/>
            <ac:picMk id="6" creationId="{DDA5895F-7F9D-2D50-3979-5AAFA70DBC30}"/>
          </ac:picMkLst>
        </pc:picChg>
      </pc:sldChg>
      <pc:sldChg chg="modSp mod">
        <pc:chgData name="Dieter Beaven" userId="9bbdb69f-69d0-4759-aa9b-5c090a2da237" providerId="ADAL" clId="{726B594F-B2FE-4CFE-B840-5BCF92F9675E}" dt="2025-01-13T14:50:55.013" v="48" actId="20577"/>
        <pc:sldMkLst>
          <pc:docMk/>
          <pc:sldMk cId="938785864" sldId="717"/>
        </pc:sldMkLst>
        <pc:spChg chg="mod">
          <ac:chgData name="Dieter Beaven" userId="9bbdb69f-69d0-4759-aa9b-5c090a2da237" providerId="ADAL" clId="{726B594F-B2FE-4CFE-B840-5BCF92F9675E}" dt="2025-01-13T14:50:55.013" v="48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726B594F-B2FE-4CFE-B840-5BCF92F9675E}" dt="2025-01-13T14:52:04.220" v="65" actId="478"/>
        <pc:sldMkLst>
          <pc:docMk/>
          <pc:sldMk cId="3902928920" sldId="718"/>
        </pc:sldMkLst>
        <pc:picChg chg="del">
          <ac:chgData name="Dieter Beaven" userId="9bbdb69f-69d0-4759-aa9b-5c090a2da237" providerId="ADAL" clId="{726B594F-B2FE-4CFE-B840-5BCF92F9675E}" dt="2025-01-13T14:52:04.220" v="65" actId="478"/>
          <ac:picMkLst>
            <pc:docMk/>
            <pc:sldMk cId="3902928920" sldId="718"/>
            <ac:picMk id="6" creationId="{9EF0AF7A-2ADA-5249-238A-B493E94A475B}"/>
          </ac:picMkLst>
        </pc:picChg>
      </pc:sldChg>
      <pc:sldChg chg="delSp mod">
        <pc:chgData name="Dieter Beaven" userId="9bbdb69f-69d0-4759-aa9b-5c090a2da237" providerId="ADAL" clId="{726B594F-B2FE-4CFE-B840-5BCF92F9675E}" dt="2025-01-13T14:52:07.357" v="66" actId="478"/>
        <pc:sldMkLst>
          <pc:docMk/>
          <pc:sldMk cId="1701787432" sldId="719"/>
        </pc:sldMkLst>
        <pc:picChg chg="del">
          <ac:chgData name="Dieter Beaven" userId="9bbdb69f-69d0-4759-aa9b-5c090a2da237" providerId="ADAL" clId="{726B594F-B2FE-4CFE-B840-5BCF92F9675E}" dt="2025-01-13T14:52:07.357" v="66" actId="478"/>
          <ac:picMkLst>
            <pc:docMk/>
            <pc:sldMk cId="1701787432" sldId="719"/>
            <ac:picMk id="7" creationId="{E902FE23-9CD8-2E6B-E7D3-6A96610F5DFB}"/>
          </ac:picMkLst>
        </pc:picChg>
      </pc:sldChg>
      <pc:sldChg chg="add">
        <pc:chgData name="Dieter Beaven" userId="9bbdb69f-69d0-4759-aa9b-5c090a2da237" providerId="ADAL" clId="{726B594F-B2FE-4CFE-B840-5BCF92F9675E}" dt="2025-01-13T14:52:21.527" v="70"/>
        <pc:sldMkLst>
          <pc:docMk/>
          <pc:sldMk cId="2398901012" sldId="720"/>
        </pc:sldMkLst>
      </pc:sldChg>
      <pc:sldChg chg="add">
        <pc:chgData name="Dieter Beaven" userId="9bbdb69f-69d0-4759-aa9b-5c090a2da237" providerId="ADAL" clId="{726B594F-B2FE-4CFE-B840-5BCF92F9675E}" dt="2025-01-13T14:52:25.518" v="71"/>
        <pc:sldMkLst>
          <pc:docMk/>
          <pc:sldMk cId="1752525931" sldId="721"/>
        </pc:sldMkLst>
      </pc:sldChg>
    </pc:docChg>
  </pc:docChgLst>
  <pc:docChgLst>
    <pc:chgData name="Dieter Beaven" userId="9bbdb69f-69d0-4759-aa9b-5c090a2da237" providerId="ADAL" clId="{D2087311-8B8A-485F-A336-209E2CE491DB}"/>
    <pc:docChg chg="custSel modSld">
      <pc:chgData name="Dieter Beaven" userId="9bbdb69f-69d0-4759-aa9b-5c090a2da237" providerId="ADAL" clId="{D2087311-8B8A-485F-A336-209E2CE491DB}" dt="2025-01-08T15:03:22.056" v="39" actId="20577"/>
      <pc:docMkLst>
        <pc:docMk/>
      </pc:docMkLst>
      <pc:sldChg chg="modSp mod">
        <pc:chgData name="Dieter Beaven" userId="9bbdb69f-69d0-4759-aa9b-5c090a2da237" providerId="ADAL" clId="{D2087311-8B8A-485F-A336-209E2CE491DB}" dt="2025-01-08T15:03:22.056" v="39" actId="20577"/>
        <pc:sldMkLst>
          <pc:docMk/>
          <pc:sldMk cId="938785864" sldId="717"/>
        </pc:sldMkLst>
        <pc:spChg chg="mod">
          <ac:chgData name="Dieter Beaven" userId="9bbdb69f-69d0-4759-aa9b-5c090a2da237" providerId="ADAL" clId="{D2087311-8B8A-485F-A336-209E2CE491DB}" dt="2025-01-08T15:03:22.056" v="39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6A8B0F0B-4A0A-400C-B49A-16C1993244DC}"/>
    <pc:docChg chg="custSel addSld delSld modSld">
      <pc:chgData name="Dieter Beaven" userId="9bbdb69f-69d0-4759-aa9b-5c090a2da237" providerId="ADAL" clId="{6A8B0F0B-4A0A-400C-B49A-16C1993244DC}" dt="2025-01-14T17:04:15.112" v="16" actId="22"/>
      <pc:docMkLst>
        <pc:docMk/>
      </pc:docMkLst>
      <pc:sldChg chg="add">
        <pc:chgData name="Dieter Beaven" userId="9bbdb69f-69d0-4759-aa9b-5c090a2da237" providerId="ADAL" clId="{6A8B0F0B-4A0A-400C-B49A-16C1993244DC}" dt="2025-01-14T16:52:01.297" v="0"/>
        <pc:sldMkLst>
          <pc:docMk/>
          <pc:sldMk cId="1458143590" sldId="495"/>
        </pc:sldMkLst>
      </pc:sldChg>
      <pc:sldChg chg="add">
        <pc:chgData name="Dieter Beaven" userId="9bbdb69f-69d0-4759-aa9b-5c090a2da237" providerId="ADAL" clId="{6A8B0F0B-4A0A-400C-B49A-16C1993244DC}" dt="2025-01-14T16:52:01.297" v="0"/>
        <pc:sldMkLst>
          <pc:docMk/>
          <pc:sldMk cId="2140423885" sldId="496"/>
        </pc:sldMkLst>
      </pc:sldChg>
      <pc:sldChg chg="addSp modSp mod">
        <pc:chgData name="Dieter Beaven" userId="9bbdb69f-69d0-4759-aa9b-5c090a2da237" providerId="ADAL" clId="{6A8B0F0B-4A0A-400C-B49A-16C1993244DC}" dt="2025-01-14T16:53:20.498" v="9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6A8B0F0B-4A0A-400C-B49A-16C1993244DC}" dt="2025-01-14T16:53:20.498" v="9" actId="1076"/>
          <ac:picMkLst>
            <pc:docMk/>
            <pc:sldMk cId="173887519" sldId="533"/>
            <ac:picMk id="6" creationId="{0B332EFC-9804-FA79-CDF2-86301B97E02D}"/>
          </ac:picMkLst>
        </pc:picChg>
      </pc:sldChg>
      <pc:sldChg chg="del">
        <pc:chgData name="Dieter Beaven" userId="9bbdb69f-69d0-4759-aa9b-5c090a2da237" providerId="ADAL" clId="{6A8B0F0B-4A0A-400C-B49A-16C1993244DC}" dt="2025-01-14T16:52:03.913" v="1" actId="47"/>
        <pc:sldMkLst>
          <pc:docMk/>
          <pc:sldMk cId="155006182" sldId="608"/>
        </pc:sldMkLst>
      </pc:sldChg>
      <pc:sldChg chg="del">
        <pc:chgData name="Dieter Beaven" userId="9bbdb69f-69d0-4759-aa9b-5c090a2da237" providerId="ADAL" clId="{6A8B0F0B-4A0A-400C-B49A-16C1993244DC}" dt="2025-01-14T16:53:32.521" v="13" actId="47"/>
        <pc:sldMkLst>
          <pc:docMk/>
          <pc:sldMk cId="464788855" sldId="701"/>
        </pc:sldMkLst>
      </pc:sldChg>
      <pc:sldChg chg="del">
        <pc:chgData name="Dieter Beaven" userId="9bbdb69f-69d0-4759-aa9b-5c090a2da237" providerId="ADAL" clId="{6A8B0F0B-4A0A-400C-B49A-16C1993244DC}" dt="2025-01-14T16:53:26.966" v="10" actId="47"/>
        <pc:sldMkLst>
          <pc:docMk/>
          <pc:sldMk cId="3902928920" sldId="718"/>
        </pc:sldMkLst>
      </pc:sldChg>
      <pc:sldChg chg="del">
        <pc:chgData name="Dieter Beaven" userId="9bbdb69f-69d0-4759-aa9b-5c090a2da237" providerId="ADAL" clId="{6A8B0F0B-4A0A-400C-B49A-16C1993244DC}" dt="2025-01-14T16:53:27.732" v="11" actId="47"/>
        <pc:sldMkLst>
          <pc:docMk/>
          <pc:sldMk cId="1701787432" sldId="719"/>
        </pc:sldMkLst>
      </pc:sldChg>
      <pc:sldChg chg="addSp delSp mod">
        <pc:chgData name="Dieter Beaven" userId="9bbdb69f-69d0-4759-aa9b-5c090a2da237" providerId="ADAL" clId="{6A8B0F0B-4A0A-400C-B49A-16C1993244DC}" dt="2025-01-14T17:04:15.112" v="16" actId="22"/>
        <pc:sldMkLst>
          <pc:docMk/>
          <pc:sldMk cId="2398901012" sldId="720"/>
        </pc:sldMkLst>
        <pc:picChg chg="add del">
          <ac:chgData name="Dieter Beaven" userId="9bbdb69f-69d0-4759-aa9b-5c090a2da237" providerId="ADAL" clId="{6A8B0F0B-4A0A-400C-B49A-16C1993244DC}" dt="2025-01-14T17:03:36.142" v="15" actId="478"/>
          <ac:picMkLst>
            <pc:docMk/>
            <pc:sldMk cId="2398901012" sldId="720"/>
            <ac:picMk id="6" creationId="{4E88B203-DB2B-FF03-950F-11AE403F000A}"/>
          </ac:picMkLst>
        </pc:picChg>
        <pc:picChg chg="add">
          <ac:chgData name="Dieter Beaven" userId="9bbdb69f-69d0-4759-aa9b-5c090a2da237" providerId="ADAL" clId="{6A8B0F0B-4A0A-400C-B49A-16C1993244DC}" dt="2025-01-14T17:04:15.112" v="16" actId="22"/>
          <ac:picMkLst>
            <pc:docMk/>
            <pc:sldMk cId="2398901012" sldId="720"/>
            <ac:picMk id="8" creationId="{AD68C6F2-08C2-95EA-29B7-6CAB4725358F}"/>
          </ac:picMkLst>
        </pc:picChg>
      </pc:sldChg>
      <pc:sldChg chg="del">
        <pc:chgData name="Dieter Beaven" userId="9bbdb69f-69d0-4759-aa9b-5c090a2da237" providerId="ADAL" clId="{6A8B0F0B-4A0A-400C-B49A-16C1993244DC}" dt="2025-01-14T16:53:29.472" v="12" actId="47"/>
        <pc:sldMkLst>
          <pc:docMk/>
          <pc:sldMk cId="1752525931" sldId="7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7" Type="http://schemas.openxmlformats.org/officeDocument/2006/relationships/image" Target="../media/image125.png"/><Relationship Id="rId17" Type="http://schemas.openxmlformats.org/officeDocument/2006/relationships/image" Target="../media/image17.png"/><Relationship Id="rId2" Type="http://schemas.openxmlformats.org/officeDocument/2006/relationships/image" Target="../media/image120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15" Type="http://schemas.openxmlformats.org/officeDocument/2006/relationships/image" Target="../media/image133.png"/><Relationship Id="rId9" Type="http://schemas.openxmlformats.org/officeDocument/2006/relationships/image" Target="../media/image12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11: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Using Trigonometric Identities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b="1" dirty="0"/>
                <a:t>SKILL #3</a:t>
              </a:r>
              <a:r>
                <a:rPr lang="en-GB" sz="3200" dirty="0"/>
                <a:t>: Integrating using Trig Identities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1520" y="764704"/>
                <a:ext cx="84969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Some expressions, such 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can’t be integrated directly, but we can use one of our trig identities to replace it with an expression we can easily integrate.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64704"/>
                <a:ext cx="84969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74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27584" y="1593433"/>
                <a:ext cx="3744416" cy="4121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593433"/>
                <a:ext cx="3744416" cy="412164"/>
              </a:xfrm>
              <a:prstGeom prst="rect">
                <a:avLst/>
              </a:prstGeom>
              <a:blipFill rotWithShape="0">
                <a:blip r:embed="rId6"/>
                <a:stretch>
                  <a:fillRect t="-83696" b="-1293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95536" y="1593433"/>
            <a:ext cx="432048" cy="41216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27584" y="2132856"/>
                <a:ext cx="4104456" cy="2301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Do you know a trig identity involving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?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=1−2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132856"/>
                <a:ext cx="4104456" cy="2301656"/>
              </a:xfrm>
              <a:prstGeom prst="rect">
                <a:avLst/>
              </a:prstGeom>
              <a:blipFill rotWithShape="0">
                <a:blip r:embed="rId7"/>
                <a:stretch>
                  <a:fillRect l="-1337" t="-15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27584" y="4410319"/>
                <a:ext cx="3744416" cy="4121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410319"/>
                <a:ext cx="3744416" cy="412164"/>
              </a:xfrm>
              <a:prstGeom prst="rect">
                <a:avLst/>
              </a:prstGeom>
              <a:blipFill rotWithShape="0">
                <a:blip r:embed="rId8"/>
                <a:stretch>
                  <a:fillRect t="-83696" b="-1293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95536" y="4410319"/>
            <a:ext cx="432048" cy="41216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40524" y="4941168"/>
                <a:ext cx="3587460" cy="1747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24" y="4941168"/>
                <a:ext cx="3587460" cy="174765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57937" y="1576612"/>
                <a:ext cx="3528392" cy="4121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937" y="1576612"/>
                <a:ext cx="3528392" cy="412164"/>
              </a:xfrm>
              <a:prstGeom prst="rect">
                <a:avLst/>
              </a:prstGeom>
              <a:blipFill rotWithShape="0">
                <a:blip r:embed="rId15"/>
                <a:stretch>
                  <a:fillRect t="-85714" b="-13076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5025889" y="1576612"/>
            <a:ext cx="432048" cy="41216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220072" y="2132856"/>
                <a:ext cx="3923710" cy="1470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≡2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132856"/>
                <a:ext cx="3923710" cy="147065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395536" y="2024340"/>
            <a:ext cx="4198498" cy="22942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5889" y="1983252"/>
            <a:ext cx="3963875" cy="18396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536" y="4822483"/>
            <a:ext cx="4176355" cy="18396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515A79-1FAD-446A-A16B-6E5BE7D1B6F5}"/>
                  </a:ext>
                </a:extLst>
              </p:cNvPr>
              <p:cNvSpPr txBox="1"/>
              <p:nvPr/>
            </p:nvSpPr>
            <p:spPr>
              <a:xfrm>
                <a:off x="5219083" y="4355264"/>
                <a:ext cx="3744416" cy="4121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515A79-1FAD-446A-A16B-6E5BE7D1B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083" y="4355264"/>
                <a:ext cx="3744416" cy="412164"/>
              </a:xfrm>
              <a:prstGeom prst="rect">
                <a:avLst/>
              </a:prstGeom>
              <a:blipFill>
                <a:blip r:embed="rId16"/>
                <a:stretch>
                  <a:fillRect t="-83696" b="-1293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D5793C42-9350-4B05-B508-0E838A7BA06E}"/>
              </a:ext>
            </a:extLst>
          </p:cNvPr>
          <p:cNvSpPr/>
          <p:nvPr/>
        </p:nvSpPr>
        <p:spPr>
          <a:xfrm>
            <a:off x="4787035" y="4355264"/>
            <a:ext cx="432048" cy="41216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8F9B4A-A9AB-4C8B-B969-5156760DA269}"/>
                  </a:ext>
                </a:extLst>
              </p:cNvPr>
              <p:cNvSpPr txBox="1"/>
              <p:nvPr/>
            </p:nvSpPr>
            <p:spPr>
              <a:xfrm>
                <a:off x="5241913" y="4767428"/>
                <a:ext cx="3960440" cy="1212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Recall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1+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GB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8F9B4A-A9AB-4C8B-B969-5156760DA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913" y="4767428"/>
                <a:ext cx="3960440" cy="1212768"/>
              </a:xfrm>
              <a:prstGeom prst="rect">
                <a:avLst/>
              </a:prstGeom>
              <a:blipFill>
                <a:blip r:embed="rId17"/>
                <a:stretch>
                  <a:fillRect l="-1385" t="-25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7E284429-1FD6-42E2-B67D-CDC3E991496A}"/>
              </a:ext>
            </a:extLst>
          </p:cNvPr>
          <p:cNvSpPr/>
          <p:nvPr/>
        </p:nvSpPr>
        <p:spPr>
          <a:xfrm>
            <a:off x="5218974" y="4767429"/>
            <a:ext cx="3767355" cy="12127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5814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Check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75556" y="1203574"/>
                <a:ext cx="3888432" cy="4121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sec</m:t>
                                    </m:r>
                                  </m:fName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fName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56" y="1203574"/>
                <a:ext cx="3888432" cy="412164"/>
              </a:xfrm>
              <a:prstGeom prst="rect">
                <a:avLst/>
              </a:prstGeom>
              <a:blipFill>
                <a:blip r:embed="rId2"/>
                <a:stretch>
                  <a:fillRect t="-83696" b="-1293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43508" y="1203574"/>
            <a:ext cx="432048" cy="41216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5556" y="1742997"/>
                <a:ext cx="3960440" cy="1779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sec</m:t>
                                      </m:r>
                                    </m:fName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fName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56" y="1742997"/>
                <a:ext cx="3960440" cy="17792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575556" y="1615738"/>
            <a:ext cx="3888432" cy="19064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99453" y="2228275"/>
                <a:ext cx="3888432" cy="67396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  <m:e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453" y="2228275"/>
                <a:ext cx="3888432" cy="6739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4667405" y="2224068"/>
            <a:ext cx="432048" cy="67817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667405" y="3029501"/>
                <a:ext cx="4392488" cy="3541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=1−2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den>
                              </m:f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b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405" y="3029501"/>
                <a:ext cx="4392488" cy="35414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5121503" y="2902242"/>
            <a:ext cx="3857397" cy="365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4042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4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11.3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/>
              <a:t>Page 92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B332EFC-9804-FA79-CDF2-86301B97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78" y="665117"/>
            <a:ext cx="6659843" cy="616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00B5-B570-B107-9B4F-8E9FF851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3FEC8F-895D-BDE0-15AB-8D4CE6895487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90FA4E8-4B7E-AC18-C6BB-1CFF17B45D19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2D48786-6F2D-EAE3-232E-79D37785557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D68C6F2-08C2-95EA-29B7-6CAB47253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7565"/>
            <a:ext cx="9144000" cy="470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0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22509</TotalTime>
  <Words>232</Words>
  <Application>Microsoft Office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Office Theme</vt:lpstr>
      <vt:lpstr>P2 Chapter 11: Integration  Using Trigonometric Identities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2025-01-14T17:04:23Z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