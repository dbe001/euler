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717" r:id="rId5"/>
    <p:sldId id="546" r:id="rId6"/>
    <p:sldId id="547" r:id="rId7"/>
    <p:sldId id="548" r:id="rId8"/>
    <p:sldId id="549" r:id="rId9"/>
    <p:sldId id="550" r:id="rId10"/>
    <p:sldId id="551" r:id="rId11"/>
    <p:sldId id="552" r:id="rId12"/>
    <p:sldId id="531" r:id="rId13"/>
    <p:sldId id="533" r:id="rId14"/>
    <p:sldId id="718" r:id="rId15"/>
    <p:sldId id="72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50868-E6F7-4890-938E-088DA4670843}" v="1" dt="2025-01-15T16:43:17.6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  <pc:docChgLst>
    <pc:chgData name="Dieter Beaven" userId="9bbdb69f-69d0-4759-aa9b-5c090a2da237" providerId="ADAL" clId="{C2950868-E6F7-4890-938E-088DA4670843}"/>
    <pc:docChg chg="undo custSel addSld delSld modSld">
      <pc:chgData name="Dieter Beaven" userId="9bbdb69f-69d0-4759-aa9b-5c090a2da237" providerId="ADAL" clId="{C2950868-E6F7-4890-938E-088DA4670843}" dt="2025-01-15T17:20:17.014" v="84" actId="1076"/>
      <pc:docMkLst>
        <pc:docMk/>
      </pc:docMkLst>
      <pc:sldChg chg="addSp delSp mod">
        <pc:chgData name="Dieter Beaven" userId="9bbdb69f-69d0-4759-aa9b-5c090a2da237" providerId="ADAL" clId="{C2950868-E6F7-4890-938E-088DA4670843}" dt="2025-01-15T16:41:23.706" v="2" actId="22"/>
        <pc:sldMkLst>
          <pc:docMk/>
          <pc:sldMk cId="173887519" sldId="533"/>
        </pc:sldMkLst>
        <pc:picChg chg="add del">
          <ac:chgData name="Dieter Beaven" userId="9bbdb69f-69d0-4759-aa9b-5c090a2da237" providerId="ADAL" clId="{C2950868-E6F7-4890-938E-088DA4670843}" dt="2025-01-15T16:40:31.359" v="1" actId="22"/>
          <ac:picMkLst>
            <pc:docMk/>
            <pc:sldMk cId="173887519" sldId="533"/>
            <ac:picMk id="6" creationId="{EA66428C-5E80-C42E-6DF7-77952DA5DC99}"/>
          </ac:picMkLst>
        </pc:picChg>
        <pc:picChg chg="add">
          <ac:chgData name="Dieter Beaven" userId="9bbdb69f-69d0-4759-aa9b-5c090a2da237" providerId="ADAL" clId="{C2950868-E6F7-4890-938E-088DA4670843}" dt="2025-01-15T16:41:23.706" v="2" actId="22"/>
          <ac:picMkLst>
            <pc:docMk/>
            <pc:sldMk cId="173887519" sldId="533"/>
            <ac:picMk id="8" creationId="{A70BDF9D-71C7-E44A-2F61-1CF8AF3BBBA5}"/>
          </ac:picMkLst>
        </pc:picChg>
      </pc:sldChg>
      <pc:sldChg chg="add">
        <pc:chgData name="Dieter Beaven" userId="9bbdb69f-69d0-4759-aa9b-5c090a2da237" providerId="ADAL" clId="{C2950868-E6F7-4890-938E-088DA4670843}" dt="2025-01-15T16:43:17.682" v="13"/>
        <pc:sldMkLst>
          <pc:docMk/>
          <pc:sldMk cId="3542383542" sldId="546"/>
        </pc:sldMkLst>
      </pc:sldChg>
      <pc:sldChg chg="modSp add mod">
        <pc:chgData name="Dieter Beaven" userId="9bbdb69f-69d0-4759-aa9b-5c090a2da237" providerId="ADAL" clId="{C2950868-E6F7-4890-938E-088DA4670843}" dt="2025-01-15T16:45:06.805" v="79" actId="20577"/>
        <pc:sldMkLst>
          <pc:docMk/>
          <pc:sldMk cId="1702032367" sldId="547"/>
        </pc:sldMkLst>
        <pc:spChg chg="mod">
          <ac:chgData name="Dieter Beaven" userId="9bbdb69f-69d0-4759-aa9b-5c090a2da237" providerId="ADAL" clId="{C2950868-E6F7-4890-938E-088DA4670843}" dt="2025-01-15T16:45:06.805" v="79" actId="20577"/>
          <ac:spMkLst>
            <pc:docMk/>
            <pc:sldMk cId="1702032367" sldId="547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C2950868-E6F7-4890-938E-088DA4670843}" dt="2025-01-15T16:43:17.682" v="13"/>
        <pc:sldMkLst>
          <pc:docMk/>
          <pc:sldMk cId="1382824625" sldId="548"/>
        </pc:sldMkLst>
      </pc:sldChg>
      <pc:sldChg chg="add">
        <pc:chgData name="Dieter Beaven" userId="9bbdb69f-69d0-4759-aa9b-5c090a2da237" providerId="ADAL" clId="{C2950868-E6F7-4890-938E-088DA4670843}" dt="2025-01-15T16:43:17.682" v="13"/>
        <pc:sldMkLst>
          <pc:docMk/>
          <pc:sldMk cId="3075397368" sldId="549"/>
        </pc:sldMkLst>
      </pc:sldChg>
      <pc:sldChg chg="add">
        <pc:chgData name="Dieter Beaven" userId="9bbdb69f-69d0-4759-aa9b-5c090a2da237" providerId="ADAL" clId="{C2950868-E6F7-4890-938E-088DA4670843}" dt="2025-01-15T16:43:17.682" v="13"/>
        <pc:sldMkLst>
          <pc:docMk/>
          <pc:sldMk cId="995964610" sldId="550"/>
        </pc:sldMkLst>
      </pc:sldChg>
      <pc:sldChg chg="add">
        <pc:chgData name="Dieter Beaven" userId="9bbdb69f-69d0-4759-aa9b-5c090a2da237" providerId="ADAL" clId="{C2950868-E6F7-4890-938E-088DA4670843}" dt="2025-01-15T16:43:17.682" v="13"/>
        <pc:sldMkLst>
          <pc:docMk/>
          <pc:sldMk cId="1125442530" sldId="551"/>
        </pc:sldMkLst>
      </pc:sldChg>
      <pc:sldChg chg="add">
        <pc:chgData name="Dieter Beaven" userId="9bbdb69f-69d0-4759-aa9b-5c090a2da237" providerId="ADAL" clId="{C2950868-E6F7-4890-938E-088DA4670843}" dt="2025-01-15T16:43:17.682" v="13"/>
        <pc:sldMkLst>
          <pc:docMk/>
          <pc:sldMk cId="269243387" sldId="552"/>
        </pc:sldMkLst>
      </pc:sldChg>
      <pc:sldChg chg="del">
        <pc:chgData name="Dieter Beaven" userId="9bbdb69f-69d0-4759-aa9b-5c090a2da237" providerId="ADAL" clId="{C2950868-E6F7-4890-938E-088DA4670843}" dt="2025-01-15T16:45:25.928" v="80" actId="47"/>
        <pc:sldMkLst>
          <pc:docMk/>
          <pc:sldMk cId="155006182" sldId="608"/>
        </pc:sldMkLst>
      </pc:sldChg>
      <pc:sldChg chg="del">
        <pc:chgData name="Dieter Beaven" userId="9bbdb69f-69d0-4759-aa9b-5c090a2da237" providerId="ADAL" clId="{C2950868-E6F7-4890-938E-088DA4670843}" dt="2025-01-15T16:42:15.397" v="12" actId="47"/>
        <pc:sldMkLst>
          <pc:docMk/>
          <pc:sldMk cId="464788855" sldId="701"/>
        </pc:sldMkLst>
      </pc:sldChg>
      <pc:sldChg chg="addSp modSp mod">
        <pc:chgData name="Dieter Beaven" userId="9bbdb69f-69d0-4759-aa9b-5c090a2da237" providerId="ADAL" clId="{C2950868-E6F7-4890-938E-088DA4670843}" dt="2025-01-15T16:42:09.026" v="9" actId="1037"/>
        <pc:sldMkLst>
          <pc:docMk/>
          <pc:sldMk cId="3902928920" sldId="718"/>
        </pc:sldMkLst>
        <pc:picChg chg="add mod">
          <ac:chgData name="Dieter Beaven" userId="9bbdb69f-69d0-4759-aa9b-5c090a2da237" providerId="ADAL" clId="{C2950868-E6F7-4890-938E-088DA4670843}" dt="2025-01-15T16:42:09.026" v="9" actId="1037"/>
          <ac:picMkLst>
            <pc:docMk/>
            <pc:sldMk cId="3902928920" sldId="718"/>
            <ac:picMk id="6" creationId="{6C8DC825-397B-52E1-CF02-9794BF5978AC}"/>
          </ac:picMkLst>
        </pc:picChg>
      </pc:sldChg>
      <pc:sldChg chg="del">
        <pc:chgData name="Dieter Beaven" userId="9bbdb69f-69d0-4759-aa9b-5c090a2da237" providerId="ADAL" clId="{C2950868-E6F7-4890-938E-088DA4670843}" dt="2025-01-15T16:42:13.207" v="10" actId="47"/>
        <pc:sldMkLst>
          <pc:docMk/>
          <pc:sldMk cId="1701787432" sldId="719"/>
        </pc:sldMkLst>
      </pc:sldChg>
      <pc:sldChg chg="addSp modSp mod">
        <pc:chgData name="Dieter Beaven" userId="9bbdb69f-69d0-4759-aa9b-5c090a2da237" providerId="ADAL" clId="{C2950868-E6F7-4890-938E-088DA4670843}" dt="2025-01-15T17:20:17.014" v="84" actId="1076"/>
        <pc:sldMkLst>
          <pc:docMk/>
          <pc:sldMk cId="2398901012" sldId="720"/>
        </pc:sldMkLst>
        <pc:picChg chg="add mod">
          <ac:chgData name="Dieter Beaven" userId="9bbdb69f-69d0-4759-aa9b-5c090a2da237" providerId="ADAL" clId="{C2950868-E6F7-4890-938E-088DA4670843}" dt="2025-01-15T17:20:17.014" v="84" actId="1076"/>
          <ac:picMkLst>
            <pc:docMk/>
            <pc:sldMk cId="2398901012" sldId="720"/>
            <ac:picMk id="6" creationId="{C4A59708-DD98-B759-9E65-D753EBCDBF51}"/>
          </ac:picMkLst>
        </pc:picChg>
      </pc:sldChg>
      <pc:sldChg chg="del">
        <pc:chgData name="Dieter Beaven" userId="9bbdb69f-69d0-4759-aa9b-5c090a2da237" providerId="ADAL" clId="{C2950868-E6F7-4890-938E-088DA4670843}" dt="2025-01-15T16:42:14.318" v="11" actId="47"/>
        <pc:sldMkLst>
          <pc:docMk/>
          <pc:sldMk cId="1752525931" sldId="721"/>
        </pc:sldMkLst>
      </pc:sldChg>
    </pc:docChg>
  </pc:docChgLst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206EA9E1-EA8E-4ABE-A869-706F7C4050AC}"/>
    <pc:docChg chg="modSld">
      <pc:chgData name="Dieter Beaven" userId="9bbdb69f-69d0-4759-aa9b-5c090a2da237" providerId="ADAL" clId="{206EA9E1-EA8E-4ABE-A869-706F7C4050AC}" dt="2025-01-13T15:01:05.875" v="34" actId="6549"/>
      <pc:docMkLst>
        <pc:docMk/>
      </pc:docMkLst>
      <pc:sldChg chg="modSp mod">
        <pc:chgData name="Dieter Beaven" userId="9bbdb69f-69d0-4759-aa9b-5c090a2da237" providerId="ADAL" clId="{206EA9E1-EA8E-4ABE-A869-706F7C4050AC}" dt="2025-01-13T15:01:05.875" v="34" actId="6549"/>
        <pc:sldMkLst>
          <pc:docMk/>
          <pc:sldMk cId="2586607706" sldId="531"/>
        </pc:sldMkLst>
        <pc:spChg chg="mod">
          <ac:chgData name="Dieter Beaven" userId="9bbdb69f-69d0-4759-aa9b-5c090a2da237" providerId="ADAL" clId="{206EA9E1-EA8E-4ABE-A869-706F7C4050AC}" dt="2025-01-13T15:01:03.186" v="32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206EA9E1-EA8E-4ABE-A869-706F7C4050AC}" dt="2025-01-13T15:01:05.875" v="34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modSp mod">
        <pc:chgData name="Dieter Beaven" userId="9bbdb69f-69d0-4759-aa9b-5c090a2da237" providerId="ADAL" clId="{206EA9E1-EA8E-4ABE-A869-706F7C4050AC}" dt="2025-01-13T15:00:51.485" v="30" actId="20577"/>
        <pc:sldMkLst>
          <pc:docMk/>
          <pc:sldMk cId="938785864" sldId="717"/>
        </pc:sldMkLst>
        <pc:spChg chg="mod">
          <ac:chgData name="Dieter Beaven" userId="9bbdb69f-69d0-4759-aa9b-5c090a2da237" providerId="ADAL" clId="{206EA9E1-EA8E-4ABE-A869-706F7C4050AC}" dt="2025-01-13T15:00:51.485" v="30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ACABFA20-16A8-46C6-8968-7DACAACA1E1B}"/>
    <pc:docChg chg="custSel addSld modSld">
      <pc:chgData name="Dieter Beaven" userId="9bbdb69f-69d0-4759-aa9b-5c090a2da237" providerId="ADAL" clId="{ACABFA20-16A8-46C6-8968-7DACAACA1E1B}" dt="2025-01-08T17:26:43.786" v="72" actId="1076"/>
      <pc:docMkLst>
        <pc:docMk/>
      </pc:docMkLst>
      <pc:sldChg chg="modSp mod">
        <pc:chgData name="Dieter Beaven" userId="9bbdb69f-69d0-4759-aa9b-5c090a2da237" providerId="ADAL" clId="{ACABFA20-16A8-46C6-8968-7DACAACA1E1B}" dt="2025-01-08T17:13:15.692" v="61" actId="6549"/>
        <pc:sldMkLst>
          <pc:docMk/>
          <pc:sldMk cId="2586607706" sldId="531"/>
        </pc:sldMkLst>
        <pc:spChg chg="mod">
          <ac:chgData name="Dieter Beaven" userId="9bbdb69f-69d0-4759-aa9b-5c090a2da237" providerId="ADAL" clId="{ACABFA20-16A8-46C6-8968-7DACAACA1E1B}" dt="2025-01-08T17:13:12.486" v="59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ACABFA20-16A8-46C6-8968-7DACAACA1E1B}" dt="2025-01-08T17:13:15.692" v="61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addSp modSp mod">
        <pc:chgData name="Dieter Beaven" userId="9bbdb69f-69d0-4759-aa9b-5c090a2da237" providerId="ADAL" clId="{ACABFA20-16A8-46C6-8968-7DACAACA1E1B}" dt="2025-01-08T17:15:03.651" v="63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ACABFA20-16A8-46C6-8968-7DACAACA1E1B}" dt="2025-01-08T17:15:03.651" v="63" actId="1076"/>
          <ac:picMkLst>
            <pc:docMk/>
            <pc:sldMk cId="173887519" sldId="533"/>
            <ac:picMk id="6" creationId="{916A5D9E-23CE-0389-B673-2A6ABADB4222}"/>
          </ac:picMkLst>
        </pc:picChg>
      </pc:sldChg>
      <pc:sldChg chg="modSp add mod">
        <pc:chgData name="Dieter Beaven" userId="9bbdb69f-69d0-4759-aa9b-5c090a2da237" providerId="ADAL" clId="{ACABFA20-16A8-46C6-8968-7DACAACA1E1B}" dt="2025-01-08T17:12:54.082" v="57" actId="20577"/>
        <pc:sldMkLst>
          <pc:docMk/>
          <pc:sldMk cId="1455416707" sldId="607"/>
        </pc:sldMkLst>
        <pc:spChg chg="mod">
          <ac:chgData name="Dieter Beaven" userId="9bbdb69f-69d0-4759-aa9b-5c090a2da237" providerId="ADAL" clId="{ACABFA20-16A8-46C6-8968-7DACAACA1E1B}" dt="2025-01-08T17:12:44.369" v="49" actId="20577"/>
          <ac:spMkLst>
            <pc:docMk/>
            <pc:sldMk cId="1455416707" sldId="607"/>
            <ac:spMk id="5" creationId="{77A5FAD5-3D0A-4BC9-92D1-98CB0DCFE6BF}"/>
          </ac:spMkLst>
        </pc:spChg>
        <pc:spChg chg="mod">
          <ac:chgData name="Dieter Beaven" userId="9bbdb69f-69d0-4759-aa9b-5c090a2da237" providerId="ADAL" clId="{ACABFA20-16A8-46C6-8968-7DACAACA1E1B}" dt="2025-01-08T17:12:54.082" v="57" actId="20577"/>
          <ac:spMkLst>
            <pc:docMk/>
            <pc:sldMk cId="1455416707" sldId="607"/>
            <ac:spMk id="20" creationId="{16EF886C-CE86-4754-AC53-7085E2A5F045}"/>
          </ac:spMkLst>
        </pc:spChg>
      </pc:sldChg>
      <pc:sldChg chg="add">
        <pc:chgData name="Dieter Beaven" userId="9bbdb69f-69d0-4759-aa9b-5c090a2da237" providerId="ADAL" clId="{ACABFA20-16A8-46C6-8968-7DACAACA1E1B}" dt="2025-01-08T17:09:43.156" v="0"/>
        <pc:sldMkLst>
          <pc:docMk/>
          <pc:sldMk cId="155006182" sldId="608"/>
        </pc:sldMkLst>
      </pc:sldChg>
      <pc:sldChg chg="addSp modSp mod">
        <pc:chgData name="Dieter Beaven" userId="9bbdb69f-69d0-4759-aa9b-5c090a2da237" providerId="ADAL" clId="{ACABFA20-16A8-46C6-8968-7DACAACA1E1B}" dt="2025-01-08T17:26:43.786" v="72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ACABFA20-16A8-46C6-8968-7DACAACA1E1B}" dt="2025-01-08T17:26:43.786" v="72" actId="1076"/>
          <ac:picMkLst>
            <pc:docMk/>
            <pc:sldMk cId="464788855" sldId="701"/>
            <ac:picMk id="6" creationId="{DDA5895F-7F9D-2D50-3979-5AAFA70DBC30}"/>
          </ac:picMkLst>
        </pc:picChg>
      </pc:sldChg>
      <pc:sldChg chg="addSp modSp mod">
        <pc:chgData name="Dieter Beaven" userId="9bbdb69f-69d0-4759-aa9b-5c090a2da237" providerId="ADAL" clId="{ACABFA20-16A8-46C6-8968-7DACAACA1E1B}" dt="2025-01-08T17:15:51.848" v="65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ACABFA20-16A8-46C6-8968-7DACAACA1E1B}" dt="2025-01-08T17:15:51.848" v="65" actId="1076"/>
          <ac:picMkLst>
            <pc:docMk/>
            <pc:sldMk cId="3902928920" sldId="718"/>
            <ac:picMk id="6" creationId="{9EF0AF7A-2ADA-5249-238A-B493E94A475B}"/>
          </ac:picMkLst>
        </pc:picChg>
      </pc:sldChg>
      <pc:sldChg chg="addSp delSp modSp add mod">
        <pc:chgData name="Dieter Beaven" userId="9bbdb69f-69d0-4759-aa9b-5c090a2da237" providerId="ADAL" clId="{ACABFA20-16A8-46C6-8968-7DACAACA1E1B}" dt="2025-01-08T17:16:52.360" v="69" actId="1076"/>
        <pc:sldMkLst>
          <pc:docMk/>
          <pc:sldMk cId="1701787432" sldId="719"/>
        </pc:sldMkLst>
        <pc:picChg chg="del">
          <ac:chgData name="Dieter Beaven" userId="9bbdb69f-69d0-4759-aa9b-5c090a2da237" providerId="ADAL" clId="{ACABFA20-16A8-46C6-8968-7DACAACA1E1B}" dt="2025-01-08T17:15:59.235" v="67" actId="478"/>
          <ac:picMkLst>
            <pc:docMk/>
            <pc:sldMk cId="1701787432" sldId="719"/>
            <ac:picMk id="6" creationId="{1C42D427-4D3B-8C9E-589A-58CADD7A22EE}"/>
          </ac:picMkLst>
        </pc:picChg>
        <pc:picChg chg="add mod">
          <ac:chgData name="Dieter Beaven" userId="9bbdb69f-69d0-4759-aa9b-5c090a2da237" providerId="ADAL" clId="{ACABFA20-16A8-46C6-8968-7DACAACA1E1B}" dt="2025-01-08T17:16:52.360" v="69" actId="1076"/>
          <ac:picMkLst>
            <pc:docMk/>
            <pc:sldMk cId="1701787432" sldId="719"/>
            <ac:picMk id="7" creationId="{E902FE23-9CD8-2E6B-E7D3-6A96610F5DFB}"/>
          </ac:picMkLst>
        </pc:picChg>
      </pc:sldChg>
    </pc:docChg>
  </pc:docChgLst>
  <pc:docChgLst>
    <pc:chgData name="Dieter Beaven" userId="9bbdb69f-69d0-4759-aa9b-5c090a2da237" providerId="ADAL" clId="{726B594F-B2FE-4CFE-B840-5BCF92F9675E}"/>
    <pc:docChg chg="undo custSel addSld delSld modSld">
      <pc:chgData name="Dieter Beaven" userId="9bbdb69f-69d0-4759-aa9b-5c090a2da237" providerId="ADAL" clId="{726B594F-B2FE-4CFE-B840-5BCF92F9675E}" dt="2025-01-13T14:52:25.518" v="71"/>
      <pc:docMkLst>
        <pc:docMk/>
      </pc:docMkLst>
      <pc:sldChg chg="modSp mod">
        <pc:chgData name="Dieter Beaven" userId="9bbdb69f-69d0-4759-aa9b-5c090a2da237" providerId="ADAL" clId="{726B594F-B2FE-4CFE-B840-5BCF92F9675E}" dt="2025-01-13T14:51:28.209" v="63" actId="20577"/>
        <pc:sldMkLst>
          <pc:docMk/>
          <pc:sldMk cId="2586607706" sldId="531"/>
        </pc:sldMkLst>
        <pc:spChg chg="mod">
          <ac:chgData name="Dieter Beaven" userId="9bbdb69f-69d0-4759-aa9b-5c090a2da237" providerId="ADAL" clId="{726B594F-B2FE-4CFE-B840-5BCF92F9675E}" dt="2025-01-13T14:51:20.328" v="59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726B594F-B2FE-4CFE-B840-5BCF92F9675E}" dt="2025-01-13T14:51:28.209" v="63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726B594F-B2FE-4CFE-B840-5BCF92F9675E}" dt="2025-01-13T14:51:59.140" v="64" actId="478"/>
        <pc:sldMkLst>
          <pc:docMk/>
          <pc:sldMk cId="173887519" sldId="533"/>
        </pc:sldMkLst>
        <pc:picChg chg="del">
          <ac:chgData name="Dieter Beaven" userId="9bbdb69f-69d0-4759-aa9b-5c090a2da237" providerId="ADAL" clId="{726B594F-B2FE-4CFE-B840-5BCF92F9675E}" dt="2025-01-13T14:51:59.140" v="64" actId="478"/>
          <ac:picMkLst>
            <pc:docMk/>
            <pc:sldMk cId="173887519" sldId="533"/>
            <ac:picMk id="6" creationId="{916A5D9E-23CE-0389-B673-2A6ABADB4222}"/>
          </ac:picMkLst>
        </pc:picChg>
      </pc:sldChg>
      <pc:sldChg chg="del">
        <pc:chgData name="Dieter Beaven" userId="9bbdb69f-69d0-4759-aa9b-5c090a2da237" providerId="ADAL" clId="{726B594F-B2FE-4CFE-B840-5BCF92F9675E}" dt="2025-01-13T14:50:59.776" v="49" actId="47"/>
        <pc:sldMkLst>
          <pc:docMk/>
          <pc:sldMk cId="1455416707" sldId="607"/>
        </pc:sldMkLst>
      </pc:sldChg>
      <pc:sldChg chg="delSp add del mod delAnim">
        <pc:chgData name="Dieter Beaven" userId="9bbdb69f-69d0-4759-aa9b-5c090a2da237" providerId="ADAL" clId="{726B594F-B2FE-4CFE-B840-5BCF92F9675E}" dt="2025-01-13T14:51:10.179" v="52" actId="478"/>
        <pc:sldMkLst>
          <pc:docMk/>
          <pc:sldMk cId="155006182" sldId="608"/>
        </pc:sldMkLst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5" creationId="{E45AD68C-CCA4-4762-9682-66053118EE01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6" creationId="{85BCEEDC-9E09-449F-ADB6-80D02740131E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7" creationId="{7B72E047-33E9-4C2F-AB32-2E1D86F07D2B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8" creationId="{2E2BD5CE-2005-4BC8-9395-EF7C1765F969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9" creationId="{580EA649-14B5-4008-B2F3-815A1027C463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0" creationId="{EB9D517E-B3EB-4DE8-8609-50CAEAA68CE9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1" creationId="{AF0EC974-20F0-4C66-93A7-9D08B4EEBC24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2" creationId="{C00E69DC-9EDE-47C1-B7B7-DD469CC9651A}"/>
          </ac:spMkLst>
        </pc:spChg>
        <pc:spChg chg="del">
          <ac:chgData name="Dieter Beaven" userId="9bbdb69f-69d0-4759-aa9b-5c090a2da237" providerId="ADAL" clId="{726B594F-B2FE-4CFE-B840-5BCF92F9675E}" dt="2025-01-13T14:51:10.179" v="52" actId="478"/>
          <ac:spMkLst>
            <pc:docMk/>
            <pc:sldMk cId="155006182" sldId="608"/>
            <ac:spMk id="13" creationId="{1A028CC3-A3ED-4402-A6D7-561E78698EE2}"/>
          </ac:spMkLst>
        </pc:spChg>
      </pc:sldChg>
      <pc:sldChg chg="addSp delSp modSp mod">
        <pc:chgData name="Dieter Beaven" userId="9bbdb69f-69d0-4759-aa9b-5c090a2da237" providerId="ADAL" clId="{726B594F-B2FE-4CFE-B840-5BCF92F9675E}" dt="2025-01-13T14:52:18.021" v="69"/>
        <pc:sldMkLst>
          <pc:docMk/>
          <pc:sldMk cId="464788855" sldId="701"/>
        </pc:sldMkLst>
        <pc:graphicFrameChg chg="add mod">
          <ac:chgData name="Dieter Beaven" userId="9bbdb69f-69d0-4759-aa9b-5c090a2da237" providerId="ADAL" clId="{726B594F-B2FE-4CFE-B840-5BCF92F9675E}" dt="2025-01-13T14:52:18.021" v="69"/>
          <ac:graphicFrameMkLst>
            <pc:docMk/>
            <pc:sldMk cId="464788855" sldId="701"/>
            <ac:graphicFrameMk id="5" creationId="{CA02A25D-8B7B-739F-827A-5EEA975513BF}"/>
          </ac:graphicFrameMkLst>
        </pc:graphicFrameChg>
        <pc:picChg chg="del">
          <ac:chgData name="Dieter Beaven" userId="9bbdb69f-69d0-4759-aa9b-5c090a2da237" providerId="ADAL" clId="{726B594F-B2FE-4CFE-B840-5BCF92F9675E}" dt="2025-01-13T14:52:12.297" v="67" actId="478"/>
          <ac:picMkLst>
            <pc:docMk/>
            <pc:sldMk cId="464788855" sldId="701"/>
            <ac:picMk id="6" creationId="{DDA5895F-7F9D-2D50-3979-5AAFA70DBC30}"/>
          </ac:picMkLst>
        </pc:picChg>
      </pc:sldChg>
      <pc:sldChg chg="modSp mod">
        <pc:chgData name="Dieter Beaven" userId="9bbdb69f-69d0-4759-aa9b-5c090a2da237" providerId="ADAL" clId="{726B594F-B2FE-4CFE-B840-5BCF92F9675E}" dt="2025-01-13T14:50:55.013" v="48" actId="20577"/>
        <pc:sldMkLst>
          <pc:docMk/>
          <pc:sldMk cId="938785864" sldId="717"/>
        </pc:sldMkLst>
        <pc:spChg chg="mod">
          <ac:chgData name="Dieter Beaven" userId="9bbdb69f-69d0-4759-aa9b-5c090a2da237" providerId="ADAL" clId="{726B594F-B2FE-4CFE-B840-5BCF92F9675E}" dt="2025-01-13T14:50:55.013" v="48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726B594F-B2FE-4CFE-B840-5BCF92F9675E}" dt="2025-01-13T14:52:04.220" v="65" actId="478"/>
        <pc:sldMkLst>
          <pc:docMk/>
          <pc:sldMk cId="3902928920" sldId="718"/>
        </pc:sldMkLst>
        <pc:picChg chg="del">
          <ac:chgData name="Dieter Beaven" userId="9bbdb69f-69d0-4759-aa9b-5c090a2da237" providerId="ADAL" clId="{726B594F-B2FE-4CFE-B840-5BCF92F9675E}" dt="2025-01-13T14:52:04.220" v="65" actId="478"/>
          <ac:picMkLst>
            <pc:docMk/>
            <pc:sldMk cId="3902928920" sldId="718"/>
            <ac:picMk id="6" creationId="{9EF0AF7A-2ADA-5249-238A-B493E94A475B}"/>
          </ac:picMkLst>
        </pc:picChg>
      </pc:sldChg>
      <pc:sldChg chg="delSp mod">
        <pc:chgData name="Dieter Beaven" userId="9bbdb69f-69d0-4759-aa9b-5c090a2da237" providerId="ADAL" clId="{726B594F-B2FE-4CFE-B840-5BCF92F9675E}" dt="2025-01-13T14:52:07.357" v="66" actId="478"/>
        <pc:sldMkLst>
          <pc:docMk/>
          <pc:sldMk cId="1701787432" sldId="719"/>
        </pc:sldMkLst>
        <pc:picChg chg="del">
          <ac:chgData name="Dieter Beaven" userId="9bbdb69f-69d0-4759-aa9b-5c090a2da237" providerId="ADAL" clId="{726B594F-B2FE-4CFE-B840-5BCF92F9675E}" dt="2025-01-13T14:52:07.357" v="66" actId="478"/>
          <ac:picMkLst>
            <pc:docMk/>
            <pc:sldMk cId="1701787432" sldId="719"/>
            <ac:picMk id="7" creationId="{E902FE23-9CD8-2E6B-E7D3-6A96610F5DFB}"/>
          </ac:picMkLst>
        </pc:picChg>
      </pc:sldChg>
      <pc:sldChg chg="add">
        <pc:chgData name="Dieter Beaven" userId="9bbdb69f-69d0-4759-aa9b-5c090a2da237" providerId="ADAL" clId="{726B594F-B2FE-4CFE-B840-5BCF92F9675E}" dt="2025-01-13T14:52:21.527" v="70"/>
        <pc:sldMkLst>
          <pc:docMk/>
          <pc:sldMk cId="2398901012" sldId="720"/>
        </pc:sldMkLst>
      </pc:sldChg>
      <pc:sldChg chg="add">
        <pc:chgData name="Dieter Beaven" userId="9bbdb69f-69d0-4759-aa9b-5c090a2da237" providerId="ADAL" clId="{726B594F-B2FE-4CFE-B840-5BCF92F9675E}" dt="2025-01-13T14:52:25.518" v="71"/>
        <pc:sldMkLst>
          <pc:docMk/>
          <pc:sldMk cId="1752525931" sldId="721"/>
        </pc:sldMkLst>
      </pc:sldChg>
    </pc:docChg>
  </pc:docChgLst>
  <pc:docChgLst>
    <pc:chgData name="Dieter Beaven" userId="9bbdb69f-69d0-4759-aa9b-5c090a2da237" providerId="ADAL" clId="{D2087311-8B8A-485F-A336-209E2CE491DB}"/>
    <pc:docChg chg="custSel modSld">
      <pc:chgData name="Dieter Beaven" userId="9bbdb69f-69d0-4759-aa9b-5c090a2da237" providerId="ADAL" clId="{D2087311-8B8A-485F-A336-209E2CE491DB}" dt="2025-01-08T15:03:22.056" v="39" actId="20577"/>
      <pc:docMkLst>
        <pc:docMk/>
      </pc:docMkLst>
      <pc:sldChg chg="modSp mod">
        <pc:chgData name="Dieter Beaven" userId="9bbdb69f-69d0-4759-aa9b-5c090a2da237" providerId="ADAL" clId="{D2087311-8B8A-485F-A336-209E2CE491DB}" dt="2025-01-08T15:03:22.056" v="39" actId="20577"/>
        <pc:sldMkLst>
          <pc:docMk/>
          <pc:sldMk cId="938785864" sldId="717"/>
        </pc:sldMkLst>
        <pc:spChg chg="mod">
          <ac:chgData name="Dieter Beaven" userId="9bbdb69f-69d0-4759-aa9b-5c090a2da237" providerId="ADAL" clId="{D2087311-8B8A-485F-A336-209E2CE491DB}" dt="2025-01-08T15:03:22.056" v="39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1810.png"/><Relationship Id="rId7" Type="http://schemas.openxmlformats.org/officeDocument/2006/relationships/image" Target="../media/image225.png"/><Relationship Id="rId2" Type="http://schemas.openxmlformats.org/officeDocument/2006/relationships/image" Target="../media/image17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10.png"/><Relationship Id="rId5" Type="http://schemas.openxmlformats.org/officeDocument/2006/relationships/image" Target="../media/image2010.png"/><Relationship Id="rId4" Type="http://schemas.openxmlformats.org/officeDocument/2006/relationships/image" Target="../media/image19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250.png"/><Relationship Id="rId7" Type="http://schemas.openxmlformats.org/officeDocument/2006/relationships/image" Target="../media/image29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Relationship Id="rId9" Type="http://schemas.openxmlformats.org/officeDocument/2006/relationships/image" Target="../media/image3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11: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Using Further Substitution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b="1" dirty="0"/>
                <a:t>SKILL #5</a:t>
              </a:r>
              <a:r>
                <a:rPr lang="en-GB" sz="3200" dirty="0"/>
                <a:t>: Integration by Substitution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251520" y="764704"/>
            <a:ext cx="8280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 some integrations involving a complicated expression, we can make a substitution to turn it into an equivalent integration that is simpler. We wouldn’t be able to use ‘reverse chain rule’ on the following: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59547" y="1853611"/>
                <a:ext cx="7560840" cy="47833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Use the substitution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GB" sz="2000" dirty="0"/>
                  <a:t> to 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+5</m:t>
                            </m:r>
                          </m:e>
                        </m:rad>
                      </m:e>
                    </m:nary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47" y="1853611"/>
                <a:ext cx="7560840" cy="478336"/>
              </a:xfrm>
              <a:prstGeom prst="rect">
                <a:avLst/>
              </a:prstGeom>
              <a:blipFill rotWithShape="0">
                <a:blip r:embed="rId2"/>
                <a:stretch>
                  <a:fillRect t="-83495" b="-130097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327499" y="1841779"/>
            <a:ext cx="432048" cy="4842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5402" y="2369135"/>
                <a:ext cx="788498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aim is to completely remove any reference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and replace it with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dirty="0"/>
                  <a:t>. We’ll have to work out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 so that we can replace them.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02" y="2369135"/>
                <a:ext cx="7884985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618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94719" y="3058210"/>
                <a:ext cx="2252558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STEP 1: </a:t>
                </a:r>
                <a:r>
                  <a:rPr lang="en-GB" dirty="0"/>
                  <a:t>Using substitution, work out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 (or variant)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19" y="3058210"/>
                <a:ext cx="2252558" cy="923330"/>
              </a:xfrm>
              <a:prstGeom prst="rect">
                <a:avLst/>
              </a:prstGeom>
              <a:blipFill rotWithShape="0">
                <a:blip r:embed="rId4"/>
                <a:stretch>
                  <a:fillRect l="-1877" t="-2581" r="-3485" b="-8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89039" y="4393387"/>
            <a:ext cx="225823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2: </a:t>
            </a:r>
            <a:r>
              <a:rPr lang="en-GB" dirty="0"/>
              <a:t>Substitute these into expression.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699193" y="3058570"/>
                <a:ext cx="2952328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     →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𝑑𝑢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193" y="3058570"/>
                <a:ext cx="2952328" cy="61824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867545" y="3095849"/>
            <a:ext cx="2592288" cy="83099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 err="1"/>
              <a:t>Fro</a:t>
            </a:r>
            <a:r>
              <a:rPr lang="en-GB" sz="1600" b="1" dirty="0"/>
              <a:t> Tip</a:t>
            </a:r>
            <a:r>
              <a:rPr lang="en-GB" sz="1600" dirty="0"/>
              <a:t>: Be careful about ensuring you reciprocate when rearranging.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677365" y="3618588"/>
                <a:ext cx="2952328" cy="616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365" y="3618588"/>
                <a:ext cx="2952328" cy="61651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647277" y="4139189"/>
                <a:ext cx="5548188" cy="272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ad>
                            <m:radPr>
                              <m:degHide m:val="o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e>
                          </m:rad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rad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rad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</m:oMath>
                  </m:oMathPara>
                </a14:m>
                <a:endParaRPr lang="en-GB" dirty="0"/>
              </a:p>
              <a:p>
                <a:endParaRPr lang="en-GB" sz="105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+5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+5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277" y="4139189"/>
                <a:ext cx="5548188" cy="272843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5220071" y="4698472"/>
            <a:ext cx="3100315" cy="5847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 err="1"/>
              <a:t>Fro</a:t>
            </a:r>
            <a:r>
              <a:rPr lang="en-GB" sz="1600" b="1" dirty="0"/>
              <a:t> Tip</a:t>
            </a:r>
            <a:r>
              <a:rPr lang="en-GB" sz="1600" dirty="0"/>
              <a:t>: If you have a constant factor, factor it out of the integral.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039" y="5424423"/>
            <a:ext cx="225823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3: </a:t>
            </a:r>
            <a:r>
              <a:rPr lang="en-GB" dirty="0"/>
              <a:t>Integrate simplified expression.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89039" y="6152454"/>
                <a:ext cx="2258238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STEP 4: </a:t>
                </a:r>
                <a:r>
                  <a:rPr lang="en-GB" dirty="0"/>
                  <a:t>Write answer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39" y="6152454"/>
                <a:ext cx="2258238" cy="646331"/>
              </a:xfrm>
              <a:prstGeom prst="rect">
                <a:avLst/>
              </a:prstGeom>
              <a:blipFill rotWithShape="0">
                <a:blip r:embed="rId8"/>
                <a:stretch>
                  <a:fillRect l="-1872" t="-2727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2663300" y="3052655"/>
            <a:ext cx="5869139" cy="11637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3300" y="4220705"/>
            <a:ext cx="5869139" cy="11132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7365" y="5418945"/>
            <a:ext cx="5869139" cy="689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7365" y="6130741"/>
            <a:ext cx="5869139" cy="689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4238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How can we tell what substitution to use?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467544" y="1003819"/>
            <a:ext cx="79208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000" dirty="0"/>
              <a:t>There’s no hard and fast rule, but it’s often helpful to replace to replace expressions inside roots, powers or the denominator of a fraction.</a:t>
            </a:r>
          </a:p>
          <a:p>
            <a:r>
              <a:rPr lang="en-GB" sz="2000" i="1" dirty="0"/>
              <a:t>Good judgement requires the experience of trying!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5536" y="3308038"/>
                <a:ext cx="3240360" cy="847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unc>
                                <m:func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ra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308038"/>
                <a:ext cx="3240360" cy="84760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571891" y="2708920"/>
            <a:ext cx="3096454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Sensible substitution: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1891" y="3501008"/>
                <a:ext cx="23043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4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891" y="3501008"/>
                <a:ext cx="2304365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08832" y="4108532"/>
                <a:ext cx="3240360" cy="847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32" y="4108532"/>
                <a:ext cx="3240360" cy="84760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571889" y="4281252"/>
                <a:ext cx="2304365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889" y="4281252"/>
                <a:ext cx="2304365" cy="4700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36812" y="4891943"/>
                <a:ext cx="3240360" cy="886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2" y="4891943"/>
                <a:ext cx="3240360" cy="88639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571889" y="5121772"/>
                <a:ext cx="2304365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889" y="5121772"/>
                <a:ext cx="2304365" cy="4700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8800" y="5778340"/>
                <a:ext cx="3240360" cy="852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00" y="5778340"/>
                <a:ext cx="3240360" cy="85228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571888" y="5778340"/>
                <a:ext cx="2304365" cy="792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888" y="5778340"/>
                <a:ext cx="2304365" cy="79239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5257799" y="3295586"/>
            <a:ext cx="2410545" cy="752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799" y="5035549"/>
            <a:ext cx="2410545" cy="55622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42177" y="5778340"/>
            <a:ext cx="2410545" cy="8522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8144" y="4218522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But this can be integrated by inspection.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42176" y="4133369"/>
            <a:ext cx="3074240" cy="752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0203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Another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5576" y="936321"/>
                <a:ext cx="7560840" cy="44788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Use the substitution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000" dirty="0"/>
                  <a:t> to 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func>
                          <m:func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unc>
                                  <m:funcPr>
                                    <m:ctrlP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z="20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936321"/>
                <a:ext cx="7560840" cy="447880"/>
              </a:xfrm>
              <a:prstGeom prst="rect">
                <a:avLst/>
              </a:prstGeom>
              <a:blipFill rotWithShape="0">
                <a:blip r:embed="rId2"/>
                <a:stretch>
                  <a:fillRect t="-93814" b="-13917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323528" y="924489"/>
            <a:ext cx="432048" cy="4842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3528" y="1628800"/>
                <a:ext cx="2252558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STEP 1: </a:t>
                </a:r>
                <a:r>
                  <a:rPr lang="en-GB" dirty="0"/>
                  <a:t>Using substitution, work out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 (or variant)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628800"/>
                <a:ext cx="2252558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1604" t="-1923" r="-3476"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17848" y="3933056"/>
            <a:ext cx="225823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2: </a:t>
            </a:r>
            <a:r>
              <a:rPr lang="en-GB" dirty="0"/>
              <a:t>Substitute these into expression.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848" y="5041900"/>
            <a:ext cx="225823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3: </a:t>
            </a:r>
            <a:r>
              <a:rPr lang="en-GB" dirty="0"/>
              <a:t>Integrate simplified expression.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17848" y="5769931"/>
                <a:ext cx="2258238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STEP 4: </a:t>
                </a:r>
                <a:r>
                  <a:rPr lang="en-GB" dirty="0"/>
                  <a:t>Write answer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48" y="5769931"/>
                <a:ext cx="2258238" cy="646331"/>
              </a:xfrm>
              <a:prstGeom prst="rect">
                <a:avLst/>
              </a:prstGeom>
              <a:blipFill rotWithShape="0">
                <a:blip r:embed="rId4"/>
                <a:stretch>
                  <a:fillRect l="-1600" t="-3636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059832" y="1628800"/>
                <a:ext cx="5256584" cy="2280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→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b="1" dirty="0"/>
                  <a:t>Notice this time we didn’t find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or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𝒅𝒙</m:t>
                    </m:r>
                  </m:oMath>
                </a14:m>
                <a:r>
                  <a:rPr lang="en-GB" b="1" dirty="0"/>
                  <a:t>. We could, but then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𝐚𝐫𝐜𝐬𝐢𝐧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GB" b="1" dirty="0"/>
                  <a:t>, and it would be slightly awkward simplifying the expression (although is still very much a valid method!)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628800"/>
                <a:ext cx="5256584" cy="2280240"/>
              </a:xfrm>
              <a:prstGeom prst="rect">
                <a:avLst/>
              </a:prstGeom>
              <a:blipFill rotWithShape="0">
                <a:blip r:embed="rId5"/>
                <a:stretch>
                  <a:fillRect l="-1044" r="-1044" b="-34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843808" y="3933056"/>
                <a:ext cx="5472608" cy="2543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𝑑𝑢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808" y="3933056"/>
                <a:ext cx="5472608" cy="25431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564626" y="1622102"/>
            <a:ext cx="5895806" cy="22864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4626" y="3908532"/>
            <a:ext cx="5895806" cy="11333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4006" y="5040047"/>
            <a:ext cx="5895806" cy="7298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4006" y="5768078"/>
            <a:ext cx="5895806" cy="7298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8282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Using substitutions involving implicit differentiation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1520" y="759873"/>
                <a:ext cx="8208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When a root is involved, it makes thing much tidier if we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=…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59873"/>
                <a:ext cx="8208912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742" t="-9231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27584" y="1344641"/>
                <a:ext cx="7560840" cy="47833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Use the substitution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GB" sz="2000" dirty="0"/>
                  <a:t> to 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+5</m:t>
                            </m:r>
                          </m:e>
                        </m:rad>
                      </m:e>
                    </m:nary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344641"/>
                <a:ext cx="7560840" cy="478336"/>
              </a:xfrm>
              <a:prstGeom prst="rect">
                <a:avLst/>
              </a:prstGeom>
              <a:blipFill rotWithShape="0">
                <a:blip r:embed="rId3"/>
                <a:stretch>
                  <a:fillRect t="-84314" b="-13235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95536" y="1332809"/>
            <a:ext cx="432048" cy="4842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07516" y="2024647"/>
                <a:ext cx="2252558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STEP 1: </a:t>
                </a:r>
                <a:r>
                  <a:rPr lang="en-GB" dirty="0"/>
                  <a:t>Using substitution, work out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 (or variant)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16" y="2024647"/>
                <a:ext cx="2252558" cy="923330"/>
              </a:xfrm>
              <a:prstGeom prst="rect">
                <a:avLst/>
              </a:prstGeom>
              <a:blipFill rotWithShape="0">
                <a:blip r:embed="rId4"/>
                <a:stretch>
                  <a:fillRect l="-1877" t="-1923" r="-3485"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01836" y="3359824"/>
            <a:ext cx="225823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2: </a:t>
            </a:r>
            <a:r>
              <a:rPr lang="en-GB" dirty="0"/>
              <a:t>Substitute these into expression.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711989" y="2025007"/>
                <a:ext cx="387881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    →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𝑑𝑢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989" y="2025007"/>
                <a:ext cx="3878817" cy="61824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690162" y="2585025"/>
                <a:ext cx="29523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162" y="2585025"/>
                <a:ext cx="2952328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660074" y="3105626"/>
                <a:ext cx="5548188" cy="2671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ad>
                            <m:radPr>
                              <m:degHide m:val="o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e>
                          </m:rad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𝑢𝑑𝑢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  <a:p>
                <a:endParaRPr lang="en-GB" sz="105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+5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+5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074" y="3105626"/>
                <a:ext cx="5548188" cy="267137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401836" y="4390860"/>
            <a:ext cx="225823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STEP 3: </a:t>
            </a:r>
            <a:r>
              <a:rPr lang="en-GB" dirty="0"/>
              <a:t>Integrate simplified expression.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01836" y="5118891"/>
                <a:ext cx="2258238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STEP 4: </a:t>
                </a:r>
                <a:r>
                  <a:rPr lang="en-GB" dirty="0"/>
                  <a:t>Write answer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36" y="5118891"/>
                <a:ext cx="2258238" cy="646331"/>
              </a:xfrm>
              <a:prstGeom prst="rect">
                <a:avLst/>
              </a:prstGeom>
              <a:blipFill rotWithShape="0">
                <a:blip r:embed="rId8"/>
                <a:stretch>
                  <a:fillRect l="-1872" t="-3636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2660074" y="2007635"/>
            <a:ext cx="5832999" cy="11637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0073" y="3188648"/>
            <a:ext cx="5832999" cy="11132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74139" y="4373925"/>
            <a:ext cx="5832999" cy="689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4139" y="5085721"/>
            <a:ext cx="5832999" cy="6897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07516" y="6087944"/>
                <a:ext cx="71888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This was marginally less tedious than when we used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GB" dirty="0"/>
                  <a:t>, as we didn’t have fractional powers to deal with.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16" y="6087944"/>
                <a:ext cx="7188820" cy="646331"/>
              </a:xfrm>
              <a:prstGeom prst="rect">
                <a:avLst/>
              </a:prstGeom>
              <a:blipFill rotWithShape="0">
                <a:blip r:embed="rId9"/>
                <a:stretch>
                  <a:fillRect l="-763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39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86871"/>
            <a:ext cx="7315200" cy="17811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323528" y="817770"/>
            <a:ext cx="25202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Jan 2012 Q6c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27584" y="3628689"/>
                <a:ext cx="7056784" cy="263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→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𝑑𝑢</m:t>
                      </m:r>
                    </m:oMath>
                  </m:oMathPara>
                </a14:m>
                <a:endParaRPr lang="en-GB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   (As before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arccos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 is going to be messy)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den>
                          </m:f>
                        </m:e>
                      </m:nary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𝑑𝑢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=−4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=−4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den>
                          </m:f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𝑑𝑢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=−4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=−4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628689"/>
                <a:ext cx="7056784" cy="263181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508104" y="2968046"/>
            <a:ext cx="3168352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Hint: </a:t>
            </a:r>
            <a:r>
              <a:rPr lang="en-GB" dirty="0"/>
              <a:t>You might want to use your double angle formula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528" y="3646324"/>
            <a:ext cx="7992888" cy="27350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9596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Definite Integration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836712"/>
            <a:ext cx="8064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Now consider: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7828" y="1412776"/>
                <a:ext cx="7560840" cy="57906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Calculate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func>
                          <m:func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ad>
                          <m:radPr>
                            <m:degHide m:val="o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unc>
                              <m:func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20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rad>
                      </m:e>
                    </m:nary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828" y="1412776"/>
                <a:ext cx="7560840" cy="57906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05780" y="1400943"/>
            <a:ext cx="432048" cy="5909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9552" y="2106243"/>
                <a:ext cx="7859116" cy="4794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Use substitution:   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</m:oMath>
                </a14:m>
                <a:endParaRPr lang="en-GB" b="1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→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b="1" dirty="0"/>
                  <a:t>Now because we’ve changed from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to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GB" b="1" dirty="0"/>
                  <a:t>, we have to work out what values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GB" b="1" dirty="0"/>
                  <a:t> would have given those limits for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:</a:t>
                </a:r>
              </a:p>
              <a:p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br>
                  <a:rPr lang="en-GB" b="0" dirty="0"/>
                </a:br>
                <a:r>
                  <a:rPr lang="en-GB" b="0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=0,   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ad>
                            <m:radPr>
                              <m:degHide m:val="o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rad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=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106243"/>
                <a:ext cx="7859116" cy="4794261"/>
              </a:xfrm>
              <a:prstGeom prst="rect">
                <a:avLst/>
              </a:prstGeom>
              <a:blipFill rotWithShape="0">
                <a:blip r:embed="rId3"/>
                <a:stretch>
                  <a:fillRect l="-698" t="-7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339752" y="2012682"/>
            <a:ext cx="1872208" cy="55222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6604" y="2649924"/>
            <a:ext cx="8005836" cy="9951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2776" y="4384633"/>
            <a:ext cx="648072" cy="9801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0848" y="5458393"/>
            <a:ext cx="2546052" cy="133610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2544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323528" y="817539"/>
            <a:ext cx="25202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June 2011 Q4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339427"/>
            <a:ext cx="6237511" cy="327821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4833767"/>
            <a:ext cx="4752528" cy="1048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543600" y="1175489"/>
                <a:ext cx="3600400" cy="2897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𝒅𝒖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𝒅𝒖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𝒅𝒙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i="1" dirty="0">
                  <a:latin typeface="Cambria Math" panose="02040503050406030204" pitchFamily="18" charset="0"/>
                </a:endParaRPr>
              </a:p>
              <a:p>
                <a:r>
                  <a:rPr lang="en-GB" b="1" dirty="0">
                    <a:latin typeface="+mj-lt"/>
                  </a:rPr>
                  <a:t>When</a:t>
                </a:r>
                <a:r>
                  <a:rPr lang="en-GB" b="1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GB" b="1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GB" b="1" i="1" dirty="0">
                  <a:latin typeface="Cambria Math" panose="02040503050406030204" pitchFamily="18" charset="0"/>
                </a:endParaRPr>
              </a:p>
              <a:p>
                <a:r>
                  <a:rPr lang="en-GB" b="1" dirty="0">
                    <a:latin typeface="+mj-lt"/>
                  </a:rPr>
                  <a:t>When</a:t>
                </a:r>
                <a:r>
                  <a:rPr lang="en-GB" b="1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GB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sup>
                        <m: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𝐥𝐧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e>
                          </m:func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nary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𝐥𝐧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</m:e>
                          </m:func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𝒅𝒖</m:t>
                          </m:r>
                        </m:e>
                      </m:nary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600" y="1175489"/>
                <a:ext cx="3600400" cy="2897909"/>
              </a:xfrm>
              <a:prstGeom prst="rect">
                <a:avLst/>
              </a:prstGeom>
              <a:blipFill rotWithShape="0">
                <a:blip r:embed="rId4"/>
                <a:stretch>
                  <a:fillRect l="-13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5471592" y="1164106"/>
            <a:ext cx="3564904" cy="290929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924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11.5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/>
              <a:t>Page 93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70BDF9D-71C7-E44A-2F61-1CF8AF3BB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" y="1042987"/>
            <a:ext cx="692467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C8DC825-397B-52E1-CF02-9794BF597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070595"/>
            <a:ext cx="695325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00B5-B570-B107-9B4F-8E9FF851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3FEC8F-895D-BDE0-15AB-8D4CE6895487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90FA4E8-4B7E-AC18-C6BB-1CFF17B45D19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2D48786-6F2D-EAE3-232E-79D37785557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4A59708-DD98-B759-9E65-D753EBCDB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97" y="836712"/>
            <a:ext cx="8892480" cy="554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0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22514</TotalTime>
  <Words>800</Words>
  <Application>Microsoft Office PowerPoint</Application>
  <PresentationFormat>On-screen Show (4:3)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P2 Chapter 11: Integration  Using Further Substitution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2025-01-15T17:20:24Z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