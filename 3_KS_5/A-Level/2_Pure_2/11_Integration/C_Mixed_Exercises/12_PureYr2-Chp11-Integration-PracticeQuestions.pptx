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702" r:id="rId5"/>
    <p:sldId id="533" r:id="rId6"/>
    <p:sldId id="723" r:id="rId7"/>
    <p:sldId id="712" r:id="rId8"/>
    <p:sldId id="713" r:id="rId9"/>
    <p:sldId id="714" r:id="rId10"/>
    <p:sldId id="715" r:id="rId11"/>
    <p:sldId id="703" r:id="rId12"/>
    <p:sldId id="718" r:id="rId13"/>
    <p:sldId id="719" r:id="rId14"/>
    <p:sldId id="720" r:id="rId15"/>
    <p:sldId id="721" r:id="rId16"/>
    <p:sldId id="722" r:id="rId17"/>
    <p:sldId id="532" r:id="rId18"/>
    <p:sldId id="716" r:id="rId19"/>
    <p:sldId id="717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085609-4C3B-4FDC-B448-0B3ECC8386F7}" v="6" dt="2026-03-12T13:57:14.0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undo custSel addSld delSld modSld">
      <pc:chgData name="Dieter Beaven" userId="9bbdb69f-69d0-4759-aa9b-5c090a2da237" providerId="ADAL" clId="{B47B330E-67D7-47E6-A6C8-686253D34652}" dt="2026-03-12T13:59:24.770" v="89" actId="1035"/>
      <pc:docMkLst>
        <pc:docMk/>
      </pc:docMkLst>
      <pc:sldChg chg="addSp delSp modSp mod">
        <pc:chgData name="Dieter Beaven" userId="9bbdb69f-69d0-4759-aa9b-5c090a2da237" providerId="ADAL" clId="{B47B330E-67D7-47E6-A6C8-686253D34652}" dt="2026-03-12T13:59:13.808" v="84" actId="1035"/>
        <pc:sldMkLst>
          <pc:docMk/>
          <pc:sldMk cId="464788855" sldId="532"/>
        </pc:sldMkLst>
        <pc:picChg chg="add mod">
          <ac:chgData name="Dieter Beaven" userId="9bbdb69f-69d0-4759-aa9b-5c090a2da237" providerId="ADAL" clId="{B47B330E-67D7-47E6-A6C8-686253D34652}" dt="2026-03-12T13:59:13.808" v="84" actId="1035"/>
          <ac:picMkLst>
            <pc:docMk/>
            <pc:sldMk cId="464788855" sldId="532"/>
            <ac:picMk id="6" creationId="{E1B449BA-1075-CD15-E67C-1684BB1CE6AC}"/>
          </ac:picMkLst>
        </pc:picChg>
      </pc:sldChg>
      <pc:sldChg chg="addSp modSp mod">
        <pc:chgData name="Dieter Beaven" userId="9bbdb69f-69d0-4759-aa9b-5c090a2da237" providerId="ADAL" clId="{B47B330E-67D7-47E6-A6C8-686253D34652}" dt="2026-03-10T14:04:51.964" v="67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B47B330E-67D7-47E6-A6C8-686253D34652}" dt="2026-03-10T14:04:51.964" v="67" actId="1076"/>
          <ac:picMkLst>
            <pc:docMk/>
            <pc:sldMk cId="173887519" sldId="533"/>
            <ac:picMk id="6" creationId="{3EDAB317-511B-04C7-F2E6-6703D61A7B77}"/>
          </ac:picMkLst>
        </pc:picChg>
      </pc:sldChg>
      <pc:sldChg chg="addSp delSp modSp mod">
        <pc:chgData name="Dieter Beaven" userId="9bbdb69f-69d0-4759-aa9b-5c090a2da237" providerId="ADAL" clId="{B47B330E-67D7-47E6-A6C8-686253D34652}" dt="2026-03-10T13:55:07.169" v="3" actId="22"/>
        <pc:sldMkLst>
          <pc:docMk/>
          <pc:sldMk cId="3923336104" sldId="702"/>
        </pc:sldMkLst>
      </pc:sldChg>
      <pc:sldChg chg="addSp modSp mod">
        <pc:chgData name="Dieter Beaven" userId="9bbdb69f-69d0-4759-aa9b-5c090a2da237" providerId="ADAL" clId="{B47B330E-67D7-47E6-A6C8-686253D34652}" dt="2026-03-10T13:57:55.594" v="23" actId="1076"/>
        <pc:sldMkLst>
          <pc:docMk/>
          <pc:sldMk cId="3196350854" sldId="703"/>
        </pc:sldMkLst>
        <pc:picChg chg="add mod">
          <ac:chgData name="Dieter Beaven" userId="9bbdb69f-69d0-4759-aa9b-5c090a2da237" providerId="ADAL" clId="{B47B330E-67D7-47E6-A6C8-686253D34652}" dt="2026-03-10T13:57:55.594" v="23" actId="1076"/>
          <ac:picMkLst>
            <pc:docMk/>
            <pc:sldMk cId="3196350854" sldId="703"/>
            <ac:picMk id="6" creationId="{B0A88666-04F7-1657-4FCE-52C95E36A05D}"/>
          </ac:picMkLst>
        </pc:picChg>
      </pc:sldChg>
      <pc:sldChg chg="addSp modSp mod">
        <pc:chgData name="Dieter Beaven" userId="9bbdb69f-69d0-4759-aa9b-5c090a2da237" providerId="ADAL" clId="{B47B330E-67D7-47E6-A6C8-686253D34652}" dt="2026-03-10T13:55:08.920" v="6" actId="962"/>
        <pc:sldMkLst>
          <pc:docMk/>
          <pc:sldMk cId="1756658491" sldId="712"/>
        </pc:sldMkLst>
        <pc:picChg chg="add mod">
          <ac:chgData name="Dieter Beaven" userId="9bbdb69f-69d0-4759-aa9b-5c090a2da237" providerId="ADAL" clId="{B47B330E-67D7-47E6-A6C8-686253D34652}" dt="2026-03-10T13:55:08.920" v="6" actId="962"/>
          <ac:picMkLst>
            <pc:docMk/>
            <pc:sldMk cId="1756658491" sldId="712"/>
            <ac:picMk id="6" creationId="{18DD31B9-B35D-99D8-0CDE-2F6DEA7E0C06}"/>
          </ac:picMkLst>
        </pc:picChg>
      </pc:sldChg>
      <pc:sldChg chg="addSp modSp mod">
        <pc:chgData name="Dieter Beaven" userId="9bbdb69f-69d0-4759-aa9b-5c090a2da237" providerId="ADAL" clId="{B47B330E-67D7-47E6-A6C8-686253D34652}" dt="2026-03-10T13:55:40.694" v="11" actId="1035"/>
        <pc:sldMkLst>
          <pc:docMk/>
          <pc:sldMk cId="1336369231" sldId="713"/>
        </pc:sldMkLst>
        <pc:picChg chg="add mod">
          <ac:chgData name="Dieter Beaven" userId="9bbdb69f-69d0-4759-aa9b-5c090a2da237" providerId="ADAL" clId="{B47B330E-67D7-47E6-A6C8-686253D34652}" dt="2026-03-10T13:55:40.694" v="11" actId="1035"/>
          <ac:picMkLst>
            <pc:docMk/>
            <pc:sldMk cId="1336369231" sldId="713"/>
            <ac:picMk id="6" creationId="{84AF99A7-C410-6390-4303-82235866CD14}"/>
          </ac:picMkLst>
        </pc:picChg>
      </pc:sldChg>
      <pc:sldChg chg="addSp modSp mod">
        <pc:chgData name="Dieter Beaven" userId="9bbdb69f-69d0-4759-aa9b-5c090a2da237" providerId="ADAL" clId="{B47B330E-67D7-47E6-A6C8-686253D34652}" dt="2026-03-10T13:56:52.994" v="15" actId="1076"/>
        <pc:sldMkLst>
          <pc:docMk/>
          <pc:sldMk cId="39163912" sldId="714"/>
        </pc:sldMkLst>
        <pc:picChg chg="add mod">
          <ac:chgData name="Dieter Beaven" userId="9bbdb69f-69d0-4759-aa9b-5c090a2da237" providerId="ADAL" clId="{B47B330E-67D7-47E6-A6C8-686253D34652}" dt="2026-03-10T13:56:52.994" v="15" actId="1076"/>
          <ac:picMkLst>
            <pc:docMk/>
            <pc:sldMk cId="39163912" sldId="714"/>
            <ac:picMk id="6" creationId="{32627A42-0660-BDD6-4CB0-1DB7C0797C67}"/>
          </ac:picMkLst>
        </pc:picChg>
      </pc:sldChg>
      <pc:sldChg chg="addSp modSp mod">
        <pc:chgData name="Dieter Beaven" userId="9bbdb69f-69d0-4759-aa9b-5c090a2da237" providerId="ADAL" clId="{B47B330E-67D7-47E6-A6C8-686253D34652}" dt="2026-03-10T13:57:22.404" v="19" actId="1076"/>
        <pc:sldMkLst>
          <pc:docMk/>
          <pc:sldMk cId="82748660" sldId="715"/>
        </pc:sldMkLst>
        <pc:picChg chg="add mod">
          <ac:chgData name="Dieter Beaven" userId="9bbdb69f-69d0-4759-aa9b-5c090a2da237" providerId="ADAL" clId="{B47B330E-67D7-47E6-A6C8-686253D34652}" dt="2026-03-10T13:57:22.404" v="19" actId="1076"/>
          <ac:picMkLst>
            <pc:docMk/>
            <pc:sldMk cId="82748660" sldId="715"/>
            <ac:picMk id="6" creationId="{338D5F0A-7156-7A8E-B6C9-8519E43FC771}"/>
          </ac:picMkLst>
        </pc:picChg>
      </pc:sldChg>
      <pc:sldChg chg="addSp delSp modSp mod">
        <pc:chgData name="Dieter Beaven" userId="9bbdb69f-69d0-4759-aa9b-5c090a2da237" providerId="ADAL" clId="{B47B330E-67D7-47E6-A6C8-686253D34652}" dt="2026-03-12T13:59:24.770" v="89" actId="1035"/>
        <pc:sldMkLst>
          <pc:docMk/>
          <pc:sldMk cId="4021723761" sldId="716"/>
        </pc:sldMkLst>
        <pc:picChg chg="add mod">
          <ac:chgData name="Dieter Beaven" userId="9bbdb69f-69d0-4759-aa9b-5c090a2da237" providerId="ADAL" clId="{B47B330E-67D7-47E6-A6C8-686253D34652}" dt="2026-03-12T13:59:24.770" v="89" actId="1035"/>
          <ac:picMkLst>
            <pc:docMk/>
            <pc:sldMk cId="4021723761" sldId="716"/>
            <ac:picMk id="6" creationId="{720A60C9-6CD7-E508-AF2A-BC3D3B5688DF}"/>
          </ac:picMkLst>
        </pc:picChg>
      </pc:sldChg>
      <pc:sldChg chg="addSp delSp modSp mod">
        <pc:chgData name="Dieter Beaven" userId="9bbdb69f-69d0-4759-aa9b-5c090a2da237" providerId="ADAL" clId="{B47B330E-67D7-47E6-A6C8-686253D34652}" dt="2026-03-12T13:59:08.828" v="79" actId="1076"/>
        <pc:sldMkLst>
          <pc:docMk/>
          <pc:sldMk cId="273979284" sldId="717"/>
        </pc:sldMkLst>
        <pc:picChg chg="add mod">
          <ac:chgData name="Dieter Beaven" userId="9bbdb69f-69d0-4759-aa9b-5c090a2da237" providerId="ADAL" clId="{B47B330E-67D7-47E6-A6C8-686253D34652}" dt="2026-03-12T13:59:08.828" v="79" actId="1076"/>
          <ac:picMkLst>
            <pc:docMk/>
            <pc:sldMk cId="273979284" sldId="717"/>
            <ac:picMk id="6" creationId="{1CAA9B3B-38CA-6BE8-6D31-4A53778C12EB}"/>
          </ac:picMkLst>
        </pc:picChg>
      </pc:sldChg>
      <pc:sldChg chg="addSp modSp mod">
        <pc:chgData name="Dieter Beaven" userId="9bbdb69f-69d0-4759-aa9b-5c090a2da237" providerId="ADAL" clId="{B47B330E-67D7-47E6-A6C8-686253D34652}" dt="2026-03-10T13:59:55.511" v="28" actId="14100"/>
        <pc:sldMkLst>
          <pc:docMk/>
          <pc:sldMk cId="4184037438" sldId="718"/>
        </pc:sldMkLst>
        <pc:picChg chg="add mod">
          <ac:chgData name="Dieter Beaven" userId="9bbdb69f-69d0-4759-aa9b-5c090a2da237" providerId="ADAL" clId="{B47B330E-67D7-47E6-A6C8-686253D34652}" dt="2026-03-10T13:59:55.511" v="28" actId="14100"/>
          <ac:picMkLst>
            <pc:docMk/>
            <pc:sldMk cId="4184037438" sldId="718"/>
            <ac:picMk id="6" creationId="{D522E058-9774-FBF8-8DD9-058F25CE4CE2}"/>
          </ac:picMkLst>
        </pc:picChg>
      </pc:sldChg>
      <pc:sldChg chg="addSp modSp mod">
        <pc:chgData name="Dieter Beaven" userId="9bbdb69f-69d0-4759-aa9b-5c090a2da237" providerId="ADAL" clId="{B47B330E-67D7-47E6-A6C8-686253D34652}" dt="2026-03-10T14:00:40.903" v="32" actId="1076"/>
        <pc:sldMkLst>
          <pc:docMk/>
          <pc:sldMk cId="862914199" sldId="719"/>
        </pc:sldMkLst>
        <pc:picChg chg="add mod">
          <ac:chgData name="Dieter Beaven" userId="9bbdb69f-69d0-4759-aa9b-5c090a2da237" providerId="ADAL" clId="{B47B330E-67D7-47E6-A6C8-686253D34652}" dt="2026-03-10T14:00:40.903" v="32" actId="1076"/>
          <ac:picMkLst>
            <pc:docMk/>
            <pc:sldMk cId="862914199" sldId="719"/>
            <ac:picMk id="6" creationId="{87B246F6-D4AC-40B7-383E-8D2AE4DBDD8A}"/>
          </ac:picMkLst>
        </pc:picChg>
      </pc:sldChg>
      <pc:sldChg chg="addSp delSp modSp mod">
        <pc:chgData name="Dieter Beaven" userId="9bbdb69f-69d0-4759-aa9b-5c090a2da237" providerId="ADAL" clId="{B47B330E-67D7-47E6-A6C8-686253D34652}" dt="2026-03-10T14:01:33.992" v="43" actId="1076"/>
        <pc:sldMkLst>
          <pc:docMk/>
          <pc:sldMk cId="1877778241" sldId="720"/>
        </pc:sldMkLst>
        <pc:picChg chg="add mod">
          <ac:chgData name="Dieter Beaven" userId="9bbdb69f-69d0-4759-aa9b-5c090a2da237" providerId="ADAL" clId="{B47B330E-67D7-47E6-A6C8-686253D34652}" dt="2026-03-10T14:01:33.992" v="43" actId="1076"/>
          <ac:picMkLst>
            <pc:docMk/>
            <pc:sldMk cId="1877778241" sldId="720"/>
            <ac:picMk id="8" creationId="{F71847A3-CDE0-94B6-E5AB-1FE8D1503779}"/>
          </ac:picMkLst>
        </pc:picChg>
      </pc:sldChg>
      <pc:sldChg chg="addSp modSp add mod">
        <pc:chgData name="Dieter Beaven" userId="9bbdb69f-69d0-4759-aa9b-5c090a2da237" providerId="ADAL" clId="{B47B330E-67D7-47E6-A6C8-686253D34652}" dt="2026-03-10T14:02:04.936" v="47" actId="1076"/>
        <pc:sldMkLst>
          <pc:docMk/>
          <pc:sldMk cId="2775002464" sldId="721"/>
        </pc:sldMkLst>
        <pc:picChg chg="add mod">
          <ac:chgData name="Dieter Beaven" userId="9bbdb69f-69d0-4759-aa9b-5c090a2da237" providerId="ADAL" clId="{B47B330E-67D7-47E6-A6C8-686253D34652}" dt="2026-03-10T14:02:04.936" v="47" actId="1076"/>
          <ac:picMkLst>
            <pc:docMk/>
            <pc:sldMk cId="2775002464" sldId="721"/>
            <ac:picMk id="6" creationId="{1CE6DD01-408D-4B2C-12AC-84DF888A6C9F}"/>
          </ac:picMkLst>
        </pc:picChg>
      </pc:sldChg>
      <pc:sldChg chg="addSp modSp add mod">
        <pc:chgData name="Dieter Beaven" userId="9bbdb69f-69d0-4759-aa9b-5c090a2da237" providerId="ADAL" clId="{B47B330E-67D7-47E6-A6C8-686253D34652}" dt="2026-03-10T14:03:09.839" v="51" actId="1076"/>
        <pc:sldMkLst>
          <pc:docMk/>
          <pc:sldMk cId="2669193216" sldId="722"/>
        </pc:sldMkLst>
        <pc:picChg chg="add mod">
          <ac:chgData name="Dieter Beaven" userId="9bbdb69f-69d0-4759-aa9b-5c090a2da237" providerId="ADAL" clId="{B47B330E-67D7-47E6-A6C8-686253D34652}" dt="2026-03-10T14:03:09.839" v="51" actId="1076"/>
          <ac:picMkLst>
            <pc:docMk/>
            <pc:sldMk cId="2669193216" sldId="722"/>
            <ac:picMk id="6" creationId="{C17CAEBA-99E4-3E17-5CD1-CBB0EE2BB9F3}"/>
          </ac:picMkLst>
        </pc:picChg>
      </pc:sldChg>
      <pc:sldChg chg="addSp modSp add mod">
        <pc:chgData name="Dieter Beaven" userId="9bbdb69f-69d0-4759-aa9b-5c090a2da237" providerId="ADAL" clId="{B47B330E-67D7-47E6-A6C8-686253D34652}" dt="2026-03-10T14:04:47.064" v="65" actId="1076"/>
        <pc:sldMkLst>
          <pc:docMk/>
          <pc:sldMk cId="103962991" sldId="723"/>
        </pc:sldMkLst>
        <pc:picChg chg="add mod">
          <ac:chgData name="Dieter Beaven" userId="9bbdb69f-69d0-4759-aa9b-5c090a2da237" providerId="ADAL" clId="{B47B330E-67D7-47E6-A6C8-686253D34652}" dt="2026-03-10T14:04:47.064" v="65" actId="1076"/>
          <ac:picMkLst>
            <pc:docMk/>
            <pc:sldMk cId="103962991" sldId="723"/>
            <ac:picMk id="6" creationId="{0093328D-06C8-12F2-A5E1-5C1612A2AFA5}"/>
          </ac:picMkLst>
        </pc:picChg>
      </pc:sldChg>
      <pc:sldChg chg="add del">
        <pc:chgData name="Dieter Beaven" userId="9bbdb69f-69d0-4759-aa9b-5c090a2da237" providerId="ADAL" clId="{B47B330E-67D7-47E6-A6C8-686253D34652}" dt="2026-03-12T13:59:10.203" v="80" actId="47"/>
        <pc:sldMkLst>
          <pc:docMk/>
          <pc:sldMk cId="3898934211" sldId="7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12/03/2026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12/03/2026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30668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11: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Chapter Practice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3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white sheet of paper with black text&#10;&#10;AI-generated content may be incorrect.">
            <a:extLst>
              <a:ext uri="{FF2B5EF4-FFF2-40B4-BE49-F238E27FC236}">
                <a16:creationId xmlns:a16="http://schemas.microsoft.com/office/drawing/2014/main" id="{3EDAB317-511B-04C7-F2E6-6703D61A7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993406"/>
            <a:ext cx="725805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40334-723C-673C-A3B1-66994F103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A0CAC1C-9A30-32E6-BD0B-FBDD9CDF0C38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2D2ACDD-482A-743F-188C-98E309E1671C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FEE2425-5708-1AFA-D080-F5FFCF053E5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white paper with black text and black text&#10;&#10;AI-generated content may be incorrect.">
            <a:extLst>
              <a:ext uri="{FF2B5EF4-FFF2-40B4-BE49-F238E27FC236}">
                <a16:creationId xmlns:a16="http://schemas.microsoft.com/office/drawing/2014/main" id="{0093328D-06C8-12F2-A5E1-5C1612A2A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980728"/>
            <a:ext cx="73152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2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18DD31B9-B35D-99D8-0CDE-2F6DEA7E0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928687"/>
            <a:ext cx="760095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5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84AF99A7-C410-6390-4303-82235866C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40" y="764704"/>
            <a:ext cx="757237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69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D15A4-6400-4602-F42A-5CF2311F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4A3C01-4DC5-8DA9-D001-D0DF7BDB9EEA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D326D51-B640-7069-1612-DD8D0497504B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DE1C3BF-ABAC-56B9-2B36-06AE2A41576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a graph&#10;&#10;AI-generated content may be incorrect.">
            <a:extLst>
              <a:ext uri="{FF2B5EF4-FFF2-40B4-BE49-F238E27FC236}">
                <a16:creationId xmlns:a16="http://schemas.microsoft.com/office/drawing/2014/main" id="{32627A42-0660-BDD6-4CB0-1DB7C0797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53" y="692696"/>
            <a:ext cx="767715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3440D-6E59-0C4B-AD83-0F2E911EC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6AE708F-269C-9135-AED1-837BF3F241B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1A520CC-0E3C-473C-8DE8-006CEC8FD37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1CBA103-5CD2-0CD4-5D23-3A9F0DFEBEB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white page with black text&#10;&#10;AI-generated content may be incorrect.">
            <a:extLst>
              <a:ext uri="{FF2B5EF4-FFF2-40B4-BE49-F238E27FC236}">
                <a16:creationId xmlns:a16="http://schemas.microsoft.com/office/drawing/2014/main" id="{338D5F0A-7156-7A8E-B6C9-8519E43FC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5" y="836712"/>
            <a:ext cx="7629525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8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a graph and equations&#10;&#10;AI-generated content may be incorrect.">
            <a:extLst>
              <a:ext uri="{FF2B5EF4-FFF2-40B4-BE49-F238E27FC236}">
                <a16:creationId xmlns:a16="http://schemas.microsoft.com/office/drawing/2014/main" id="{B0A88666-04F7-1657-4FCE-52C95E36A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5" y="752475"/>
            <a:ext cx="7667625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50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95DBC-9890-165B-9895-9042F02E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D12CF87-C484-08F4-A7C8-828AFAAE27D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FEC2BB6-459A-AE21-1FFF-AB538486D81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44B37F8-2F08-BA54-DFAC-CEB29A9C158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a graph&#10;&#10;AI-generated content may be incorrect.">
            <a:extLst>
              <a:ext uri="{FF2B5EF4-FFF2-40B4-BE49-F238E27FC236}">
                <a16:creationId xmlns:a16="http://schemas.microsoft.com/office/drawing/2014/main" id="{D522E058-9774-FBF8-8DD9-058F25CE4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616027"/>
            <a:ext cx="7448498" cy="623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37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49EF4-D3EF-05E1-88B9-4C8468587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1F6423C-EC5B-B7C8-09BF-21A1CD520C0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97D5DC3-F123-8602-B2CE-757A8F68038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F566E70-5F78-8180-7F93-49A3620B284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87B246F6-D4AC-40B7-383E-8D2AE4DBD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78" y="908720"/>
            <a:ext cx="75057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14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3BFB-0E07-C570-1EBE-1D8AA5915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582964B-E4B4-D2D7-24F9-055ACF439062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FD2D681-D7AB-0FC9-BABD-744330BC543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4A50243-B113-5013-27F3-09BFDF1D19F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math problem with a graph and a diagram&#10;&#10;AI-generated content may be incorrect.">
            <a:extLst>
              <a:ext uri="{FF2B5EF4-FFF2-40B4-BE49-F238E27FC236}">
                <a16:creationId xmlns:a16="http://schemas.microsoft.com/office/drawing/2014/main" id="{F71847A3-CDE0-94B6-E5AB-1FE8D1503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836712"/>
            <a:ext cx="7572375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78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F6F34-F002-621D-A1D2-3C75C9693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C275FF8-E76D-9EF1-1545-F3CBBC3A64AF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46B84D6-77DC-B466-63FE-C594CA290A2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4254FE5-9534-5965-B13E-2E5FFD0722C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1CE6DD01-408D-4B2C-12AC-84DF888A6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03" y="619125"/>
            <a:ext cx="7867650" cy="623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02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0E9DD-C9E0-E29E-A44D-CC2445279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F00B2F8-872E-488C-9D83-0530D0BAA6C0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82A55BF-E552-C58F-AE11-D7E7E38CE93C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9B93B4A-5A54-6B1E-D8CC-4E271D563CB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a graph and a diagram&#10;&#10;AI-generated content may be incorrect.">
            <a:extLst>
              <a:ext uri="{FF2B5EF4-FFF2-40B4-BE49-F238E27FC236}">
                <a16:creationId xmlns:a16="http://schemas.microsoft.com/office/drawing/2014/main" id="{C17CAEBA-99E4-3E17-5CD1-CBB0EE2BB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53" y="778297"/>
            <a:ext cx="8058150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193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group of math equations&#10;&#10;AI-generated content may be incorrect.">
            <a:extLst>
              <a:ext uri="{FF2B5EF4-FFF2-40B4-BE49-F238E27FC236}">
                <a16:creationId xmlns:a16="http://schemas.microsoft.com/office/drawing/2014/main" id="{E1B449BA-1075-CD15-E67C-1684BB1CE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720"/>
            <a:ext cx="9144000" cy="527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3650-1297-E046-6770-F681D20E5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D0668B-1F05-3A1E-6F6E-4F605D1E5D4A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5586236-34CD-F52F-DA85-F4DE5C5D8177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92A7397-814E-3FD9-7463-F9155C5C275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s with numbers and equations&#10;&#10;AI-generated content may be incorrect.">
            <a:extLst>
              <a:ext uri="{FF2B5EF4-FFF2-40B4-BE49-F238E27FC236}">
                <a16:creationId xmlns:a16="http://schemas.microsoft.com/office/drawing/2014/main" id="{720A60C9-6CD7-E508-AF2A-BC3D3B568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720"/>
            <a:ext cx="9144000" cy="516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23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82D93-BB25-EF71-8F15-47554990F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56D0DE9-AE01-74D3-6D50-802442F193C1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84B68C4-31DD-6FF4-8D85-A74751CD2D56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4105006-FC96-6175-3F31-24867CFCC4B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s with equations&#10;&#10;AI-generated content may be incorrect.">
            <a:extLst>
              <a:ext uri="{FF2B5EF4-FFF2-40B4-BE49-F238E27FC236}">
                <a16:creationId xmlns:a16="http://schemas.microsoft.com/office/drawing/2014/main" id="{1CAA9B3B-38CA-6BE8-6D31-4A53778C1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720"/>
            <a:ext cx="9144000" cy="552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9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6DA38195-DE73-4ADB-89E9-06FC4C7B97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16367F5-30EB-4FB8-AC0F-C9698F2B8F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9D3391-997D-4369-8C5A-9887D520139A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f9cd3b9a-9a6c-485a-81b7-4082693b5161"/>
    <ds:schemaRef ds:uri="faa1ecaf-a1aa-4fc9-8c75-2805352e1f65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29578</TotalTime>
  <Words>39</Words>
  <Application>Microsoft Office PowerPoint</Application>
  <PresentationFormat>On-screen Show (4:3)</PresentationFormat>
  <Paragraphs>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P2 Chapter 11: Integration  Chapter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916</cp:revision>
  <dcterms:created xsi:type="dcterms:W3CDTF">2013-02-28T07:36:55Z</dcterms:created>
  <dcterms:modified xsi:type="dcterms:W3CDTF">2026-03-12T13:59:24Z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