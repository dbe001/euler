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4"/>
  </p:notesMasterIdLst>
  <p:sldIdLst>
    <p:sldId id="717" r:id="rId5"/>
    <p:sldId id="534" r:id="rId6"/>
    <p:sldId id="580" r:id="rId7"/>
    <p:sldId id="579" r:id="rId8"/>
    <p:sldId id="581" r:id="rId9"/>
    <p:sldId id="533" r:id="rId10"/>
    <p:sldId id="718" r:id="rId11"/>
    <p:sldId id="721" r:id="rId12"/>
    <p:sldId id="720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2A12CD1-1EBE-44A9-8B08-6238A502B27C}" v="8" dt="2025-09-30T15:30:56.83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990" autoAdjust="0"/>
    <p:restoredTop sz="88534" autoAdjust="0"/>
  </p:normalViewPr>
  <p:slideViewPr>
    <p:cSldViewPr>
      <p:cViewPr varScale="1">
        <p:scale>
          <a:sx n="125" d="100"/>
          <a:sy n="125" d="100"/>
        </p:scale>
        <p:origin x="1290" y="114"/>
      </p:cViewPr>
      <p:guideLst>
        <p:guide orient="horz" pos="2160"/>
        <p:guide pos="2880"/>
      </p:guideLst>
    </p:cSldViewPr>
  </p:slideViewPr>
  <p:notesTextViewPr>
    <p:cViewPr>
      <p:scale>
        <a:sx n="150" d="100"/>
        <a:sy n="15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ieter Beaven" userId="9bbdb69f-69d0-4759-aa9b-5c090a2da237" providerId="ADAL" clId="{ECBD9E4A-1235-4EEC-869C-E985CAFAC468}"/>
    <pc:docChg chg="custSel delSld modSld">
      <pc:chgData name="Dieter Beaven" userId="9bbdb69f-69d0-4759-aa9b-5c090a2da237" providerId="ADAL" clId="{ECBD9E4A-1235-4EEC-869C-E985CAFAC468}" dt="2024-12-03T16:48:12.107" v="62" actId="478"/>
      <pc:docMkLst>
        <pc:docMk/>
      </pc:docMkLst>
      <pc:sldChg chg="modSp mod">
        <pc:chgData name="Dieter Beaven" userId="9bbdb69f-69d0-4759-aa9b-5c090a2da237" providerId="ADAL" clId="{ECBD9E4A-1235-4EEC-869C-E985CAFAC468}" dt="2024-12-03T16:48:08.522" v="60" actId="20577"/>
        <pc:sldMkLst>
          <pc:docMk/>
          <pc:sldMk cId="2586607706" sldId="531"/>
        </pc:sldMkLst>
      </pc:sldChg>
      <pc:sldChg chg="delSp mod">
        <pc:chgData name="Dieter Beaven" userId="9bbdb69f-69d0-4759-aa9b-5c090a2da237" providerId="ADAL" clId="{ECBD9E4A-1235-4EEC-869C-E985CAFAC468}" dt="2024-12-03T16:48:10.928" v="61" actId="478"/>
        <pc:sldMkLst>
          <pc:docMk/>
          <pc:sldMk cId="173887519" sldId="533"/>
        </pc:sldMkLst>
      </pc:sldChg>
      <pc:sldChg chg="del">
        <pc:chgData name="Dieter Beaven" userId="9bbdb69f-69d0-4759-aa9b-5c090a2da237" providerId="ADAL" clId="{ECBD9E4A-1235-4EEC-869C-E985CAFAC468}" dt="2024-12-03T16:47:51.686" v="51" actId="47"/>
        <pc:sldMkLst>
          <pc:docMk/>
          <pc:sldMk cId="2702725889" sldId="565"/>
        </pc:sldMkLst>
      </pc:sldChg>
      <pc:sldChg chg="del">
        <pc:chgData name="Dieter Beaven" userId="9bbdb69f-69d0-4759-aa9b-5c090a2da237" providerId="ADAL" clId="{ECBD9E4A-1235-4EEC-869C-E985CAFAC468}" dt="2024-12-03T16:47:54.828" v="54" actId="47"/>
        <pc:sldMkLst>
          <pc:docMk/>
          <pc:sldMk cId="3628465465" sldId="566"/>
        </pc:sldMkLst>
      </pc:sldChg>
      <pc:sldChg chg="del">
        <pc:chgData name="Dieter Beaven" userId="9bbdb69f-69d0-4759-aa9b-5c090a2da237" providerId="ADAL" clId="{ECBD9E4A-1235-4EEC-869C-E985CAFAC468}" dt="2024-12-03T16:47:52.733" v="52" actId="47"/>
        <pc:sldMkLst>
          <pc:docMk/>
          <pc:sldMk cId="3026909746" sldId="567"/>
        </pc:sldMkLst>
      </pc:sldChg>
      <pc:sldChg chg="del">
        <pc:chgData name="Dieter Beaven" userId="9bbdb69f-69d0-4759-aa9b-5c090a2da237" providerId="ADAL" clId="{ECBD9E4A-1235-4EEC-869C-E985CAFAC468}" dt="2024-12-03T16:47:53.827" v="53" actId="47"/>
        <pc:sldMkLst>
          <pc:docMk/>
          <pc:sldMk cId="3536885959" sldId="568"/>
        </pc:sldMkLst>
      </pc:sldChg>
      <pc:sldChg chg="del">
        <pc:chgData name="Dieter Beaven" userId="9bbdb69f-69d0-4759-aa9b-5c090a2da237" providerId="ADAL" clId="{ECBD9E4A-1235-4EEC-869C-E985CAFAC468}" dt="2024-12-03T16:47:56.062" v="55" actId="47"/>
        <pc:sldMkLst>
          <pc:docMk/>
          <pc:sldMk cId="1552281268" sldId="569"/>
        </pc:sldMkLst>
      </pc:sldChg>
      <pc:sldChg chg="del">
        <pc:chgData name="Dieter Beaven" userId="9bbdb69f-69d0-4759-aa9b-5c090a2da237" providerId="ADAL" clId="{ECBD9E4A-1235-4EEC-869C-E985CAFAC468}" dt="2024-12-03T16:47:57.278" v="56" actId="47"/>
        <pc:sldMkLst>
          <pc:docMk/>
          <pc:sldMk cId="4134640982" sldId="570"/>
        </pc:sldMkLst>
      </pc:sldChg>
      <pc:sldChg chg="modSp mod">
        <pc:chgData name="Dieter Beaven" userId="9bbdb69f-69d0-4759-aa9b-5c090a2da237" providerId="ADAL" clId="{ECBD9E4A-1235-4EEC-869C-E985CAFAC468}" dt="2024-12-03T16:47:48.917" v="50" actId="20577"/>
        <pc:sldMkLst>
          <pc:docMk/>
          <pc:sldMk cId="938785864" sldId="717"/>
        </pc:sldMkLst>
      </pc:sldChg>
      <pc:sldChg chg="delSp mod">
        <pc:chgData name="Dieter Beaven" userId="9bbdb69f-69d0-4759-aa9b-5c090a2da237" providerId="ADAL" clId="{ECBD9E4A-1235-4EEC-869C-E985CAFAC468}" dt="2024-12-03T16:48:12.107" v="62" actId="478"/>
        <pc:sldMkLst>
          <pc:docMk/>
          <pc:sldMk cId="3902928920" sldId="718"/>
        </pc:sldMkLst>
      </pc:sldChg>
    </pc:docChg>
  </pc:docChgLst>
  <pc:docChgLst>
    <pc:chgData name="Dieter Beaven" userId="9bbdb69f-69d0-4759-aa9b-5c090a2da237" providerId="ADAL" clId="{7C692C91-EAD8-4E09-8B68-F69683BFDE24}"/>
    <pc:docChg chg="undo custSel addSld delSld modSld">
      <pc:chgData name="Dieter Beaven" userId="9bbdb69f-69d0-4759-aa9b-5c090a2da237" providerId="ADAL" clId="{7C692C91-EAD8-4E09-8B68-F69683BFDE24}" dt="2025-09-30T09:36:39.466" v="29" actId="478"/>
      <pc:docMkLst>
        <pc:docMk/>
      </pc:docMkLst>
      <pc:sldChg chg="del">
        <pc:chgData name="Dieter Beaven" userId="9bbdb69f-69d0-4759-aa9b-5c090a2da237" providerId="ADAL" clId="{7C692C91-EAD8-4E09-8B68-F69683BFDE24}" dt="2025-09-30T09:36:30.187" v="21" actId="47"/>
        <pc:sldMkLst>
          <pc:docMk/>
          <pc:sldMk cId="1928948471" sldId="498"/>
        </pc:sldMkLst>
      </pc:sldChg>
      <pc:sldChg chg="del">
        <pc:chgData name="Dieter Beaven" userId="9bbdb69f-69d0-4759-aa9b-5c090a2da237" providerId="ADAL" clId="{7C692C91-EAD8-4E09-8B68-F69683BFDE24}" dt="2025-09-30T09:36:30.671" v="22" actId="47"/>
        <pc:sldMkLst>
          <pc:docMk/>
          <pc:sldMk cId="405968645" sldId="499"/>
        </pc:sldMkLst>
      </pc:sldChg>
      <pc:sldChg chg="add del">
        <pc:chgData name="Dieter Beaven" userId="9bbdb69f-69d0-4759-aa9b-5c090a2da237" providerId="ADAL" clId="{7C692C91-EAD8-4E09-8B68-F69683BFDE24}" dt="2025-09-30T09:36:34.695" v="27" actId="47"/>
        <pc:sldMkLst>
          <pc:docMk/>
          <pc:sldMk cId="2586607706" sldId="531"/>
        </pc:sldMkLst>
      </pc:sldChg>
      <pc:sldChg chg="delSp mod">
        <pc:chgData name="Dieter Beaven" userId="9bbdb69f-69d0-4759-aa9b-5c090a2da237" providerId="ADAL" clId="{7C692C91-EAD8-4E09-8B68-F69683BFDE24}" dt="2025-09-30T09:36:38.169" v="28" actId="478"/>
        <pc:sldMkLst>
          <pc:docMk/>
          <pc:sldMk cId="173887519" sldId="533"/>
        </pc:sldMkLst>
        <pc:picChg chg="del">
          <ac:chgData name="Dieter Beaven" userId="9bbdb69f-69d0-4759-aa9b-5c090a2da237" providerId="ADAL" clId="{7C692C91-EAD8-4E09-8B68-F69683BFDE24}" dt="2025-09-30T09:36:38.169" v="28" actId="478"/>
          <ac:picMkLst>
            <pc:docMk/>
            <pc:sldMk cId="173887519" sldId="533"/>
            <ac:picMk id="8" creationId="{90A1020E-9833-14EE-AFB8-8566D2DE8743}"/>
          </ac:picMkLst>
        </pc:picChg>
      </pc:sldChg>
      <pc:sldChg chg="del">
        <pc:chgData name="Dieter Beaven" userId="9bbdb69f-69d0-4759-aa9b-5c090a2da237" providerId="ADAL" clId="{7C692C91-EAD8-4E09-8B68-F69683BFDE24}" dt="2025-09-30T09:36:31.148" v="23" actId="47"/>
        <pc:sldMkLst>
          <pc:docMk/>
          <pc:sldMk cId="3218371740" sldId="545"/>
        </pc:sldMkLst>
      </pc:sldChg>
      <pc:sldChg chg="del">
        <pc:chgData name="Dieter Beaven" userId="9bbdb69f-69d0-4759-aa9b-5c090a2da237" providerId="ADAL" clId="{7C692C91-EAD8-4E09-8B68-F69683BFDE24}" dt="2025-09-30T09:36:31.930" v="24" actId="47"/>
        <pc:sldMkLst>
          <pc:docMk/>
          <pc:sldMk cId="3448424687" sldId="566"/>
        </pc:sldMkLst>
      </pc:sldChg>
      <pc:sldChg chg="del">
        <pc:chgData name="Dieter Beaven" userId="9bbdb69f-69d0-4759-aa9b-5c090a2da237" providerId="ADAL" clId="{7C692C91-EAD8-4E09-8B68-F69683BFDE24}" dt="2025-09-30T09:36:32.492" v="25" actId="47"/>
        <pc:sldMkLst>
          <pc:docMk/>
          <pc:sldMk cId="1784941502" sldId="567"/>
        </pc:sldMkLst>
      </pc:sldChg>
      <pc:sldChg chg="modSp mod">
        <pc:chgData name="Dieter Beaven" userId="9bbdb69f-69d0-4759-aa9b-5c090a2da237" providerId="ADAL" clId="{7C692C91-EAD8-4E09-8B68-F69683BFDE24}" dt="2025-09-30T09:36:24.250" v="20" actId="20577"/>
        <pc:sldMkLst>
          <pc:docMk/>
          <pc:sldMk cId="938785864" sldId="717"/>
        </pc:sldMkLst>
        <pc:spChg chg="mod">
          <ac:chgData name="Dieter Beaven" userId="9bbdb69f-69d0-4759-aa9b-5c090a2da237" providerId="ADAL" clId="{7C692C91-EAD8-4E09-8B68-F69683BFDE24}" dt="2025-09-30T09:36:24.250" v="20" actId="20577"/>
          <ac:spMkLst>
            <pc:docMk/>
            <pc:sldMk cId="938785864" sldId="717"/>
            <ac:spMk id="2" creationId="{00000000-0000-0000-0000-000000000000}"/>
          </ac:spMkLst>
        </pc:spChg>
      </pc:sldChg>
      <pc:sldChg chg="delSp mod">
        <pc:chgData name="Dieter Beaven" userId="9bbdb69f-69d0-4759-aa9b-5c090a2da237" providerId="ADAL" clId="{7C692C91-EAD8-4E09-8B68-F69683BFDE24}" dt="2025-09-30T09:36:39.466" v="29" actId="478"/>
        <pc:sldMkLst>
          <pc:docMk/>
          <pc:sldMk cId="3902928920" sldId="718"/>
        </pc:sldMkLst>
        <pc:picChg chg="del">
          <ac:chgData name="Dieter Beaven" userId="9bbdb69f-69d0-4759-aa9b-5c090a2da237" providerId="ADAL" clId="{7C692C91-EAD8-4E09-8B68-F69683BFDE24}" dt="2025-09-30T09:36:39.466" v="29" actId="478"/>
          <ac:picMkLst>
            <pc:docMk/>
            <pc:sldMk cId="3902928920" sldId="718"/>
            <ac:picMk id="6" creationId="{563C3B27-2051-A680-C9E7-A78537F17D22}"/>
          </ac:picMkLst>
        </pc:picChg>
      </pc:sldChg>
    </pc:docChg>
  </pc:docChgLst>
  <pc:docChgLst>
    <pc:chgData name="Dieter Beaven" userId="9bbdb69f-69d0-4759-aa9b-5c090a2da237" providerId="ADAL" clId="{D34E0421-F03F-43F5-BDD3-9D5B0F4E01F6}"/>
    <pc:docChg chg="undo custSel addSld delSld modSld">
      <pc:chgData name="Dieter Beaven" userId="9bbdb69f-69d0-4759-aa9b-5c090a2da237" providerId="ADAL" clId="{D34E0421-F03F-43F5-BDD3-9D5B0F4E01F6}" dt="2024-12-03T16:44:18.743" v="103" actId="1076"/>
      <pc:docMkLst>
        <pc:docMk/>
      </pc:docMkLst>
      <pc:sldChg chg="del">
        <pc:chgData name="Dieter Beaven" userId="9bbdb69f-69d0-4759-aa9b-5c090a2da237" providerId="ADAL" clId="{D34E0421-F03F-43F5-BDD3-9D5B0F4E01F6}" dt="2024-12-03T16:34:31.944" v="67" actId="47"/>
        <pc:sldMkLst>
          <pc:docMk/>
          <pc:sldMk cId="3130908362" sldId="525"/>
        </pc:sldMkLst>
      </pc:sldChg>
      <pc:sldChg chg="del">
        <pc:chgData name="Dieter Beaven" userId="9bbdb69f-69d0-4759-aa9b-5c090a2da237" providerId="ADAL" clId="{D34E0421-F03F-43F5-BDD3-9D5B0F4E01F6}" dt="2024-12-03T16:34:30.376" v="64" actId="47"/>
        <pc:sldMkLst>
          <pc:docMk/>
          <pc:sldMk cId="1349853522" sldId="529"/>
        </pc:sldMkLst>
      </pc:sldChg>
      <pc:sldChg chg="del">
        <pc:chgData name="Dieter Beaven" userId="9bbdb69f-69d0-4759-aa9b-5c090a2da237" providerId="ADAL" clId="{D34E0421-F03F-43F5-BDD3-9D5B0F4E01F6}" dt="2024-12-03T16:34:31.530" v="66" actId="47"/>
        <pc:sldMkLst>
          <pc:docMk/>
          <pc:sldMk cId="2314451268" sldId="530"/>
        </pc:sldMkLst>
      </pc:sldChg>
      <pc:sldChg chg="modSp mod">
        <pc:chgData name="Dieter Beaven" userId="9bbdb69f-69d0-4759-aa9b-5c090a2da237" providerId="ADAL" clId="{D34E0421-F03F-43F5-BDD3-9D5B0F4E01F6}" dt="2024-12-03T16:35:03.131" v="85" actId="20577"/>
        <pc:sldMkLst>
          <pc:docMk/>
          <pc:sldMk cId="2586607706" sldId="531"/>
        </pc:sldMkLst>
      </pc:sldChg>
      <pc:sldChg chg="del">
        <pc:chgData name="Dieter Beaven" userId="9bbdb69f-69d0-4759-aa9b-5c090a2da237" providerId="ADAL" clId="{D34E0421-F03F-43F5-BDD3-9D5B0F4E01F6}" dt="2024-12-03T16:34:30.992" v="65" actId="47"/>
        <pc:sldMkLst>
          <pc:docMk/>
          <pc:sldMk cId="3885846802" sldId="532"/>
        </pc:sldMkLst>
      </pc:sldChg>
      <pc:sldChg chg="addSp delSp modSp mod">
        <pc:chgData name="Dieter Beaven" userId="9bbdb69f-69d0-4759-aa9b-5c090a2da237" providerId="ADAL" clId="{D34E0421-F03F-43F5-BDD3-9D5B0F4E01F6}" dt="2024-12-03T16:43:49.853" v="101" actId="1076"/>
        <pc:sldMkLst>
          <pc:docMk/>
          <pc:sldMk cId="173887519" sldId="533"/>
        </pc:sldMkLst>
      </pc:sldChg>
      <pc:sldChg chg="add">
        <pc:chgData name="Dieter Beaven" userId="9bbdb69f-69d0-4759-aa9b-5c090a2da237" providerId="ADAL" clId="{D34E0421-F03F-43F5-BDD3-9D5B0F4E01F6}" dt="2024-12-03T16:37:05.477" v="93"/>
        <pc:sldMkLst>
          <pc:docMk/>
          <pc:sldMk cId="2702725889" sldId="565"/>
        </pc:sldMkLst>
      </pc:sldChg>
      <pc:sldChg chg="add">
        <pc:chgData name="Dieter Beaven" userId="9bbdb69f-69d0-4759-aa9b-5c090a2da237" providerId="ADAL" clId="{D34E0421-F03F-43F5-BDD3-9D5B0F4E01F6}" dt="2024-12-03T16:37:05.477" v="93"/>
        <pc:sldMkLst>
          <pc:docMk/>
          <pc:sldMk cId="3628465465" sldId="566"/>
        </pc:sldMkLst>
      </pc:sldChg>
      <pc:sldChg chg="add">
        <pc:chgData name="Dieter Beaven" userId="9bbdb69f-69d0-4759-aa9b-5c090a2da237" providerId="ADAL" clId="{D34E0421-F03F-43F5-BDD3-9D5B0F4E01F6}" dt="2024-12-03T16:37:05.477" v="93"/>
        <pc:sldMkLst>
          <pc:docMk/>
          <pc:sldMk cId="3026909746" sldId="567"/>
        </pc:sldMkLst>
      </pc:sldChg>
      <pc:sldChg chg="add">
        <pc:chgData name="Dieter Beaven" userId="9bbdb69f-69d0-4759-aa9b-5c090a2da237" providerId="ADAL" clId="{D34E0421-F03F-43F5-BDD3-9D5B0F4E01F6}" dt="2024-12-03T16:37:05.477" v="93"/>
        <pc:sldMkLst>
          <pc:docMk/>
          <pc:sldMk cId="3536885959" sldId="568"/>
        </pc:sldMkLst>
      </pc:sldChg>
      <pc:sldChg chg="add">
        <pc:chgData name="Dieter Beaven" userId="9bbdb69f-69d0-4759-aa9b-5c090a2da237" providerId="ADAL" clId="{D34E0421-F03F-43F5-BDD3-9D5B0F4E01F6}" dt="2024-12-03T16:37:05.477" v="93"/>
        <pc:sldMkLst>
          <pc:docMk/>
          <pc:sldMk cId="1552281268" sldId="569"/>
        </pc:sldMkLst>
      </pc:sldChg>
      <pc:sldChg chg="add">
        <pc:chgData name="Dieter Beaven" userId="9bbdb69f-69d0-4759-aa9b-5c090a2da237" providerId="ADAL" clId="{D34E0421-F03F-43F5-BDD3-9D5B0F4E01F6}" dt="2024-12-03T16:37:05.477" v="93"/>
        <pc:sldMkLst>
          <pc:docMk/>
          <pc:sldMk cId="4134640982" sldId="570"/>
        </pc:sldMkLst>
      </pc:sldChg>
      <pc:sldChg chg="delSp mod">
        <pc:chgData name="Dieter Beaven" userId="9bbdb69f-69d0-4759-aa9b-5c090a2da237" providerId="ADAL" clId="{D34E0421-F03F-43F5-BDD3-9D5B0F4E01F6}" dt="2024-12-03T16:35:24.591" v="88" actId="478"/>
        <pc:sldMkLst>
          <pc:docMk/>
          <pc:sldMk cId="464788855" sldId="701"/>
        </pc:sldMkLst>
      </pc:sldChg>
      <pc:sldChg chg="modSp mod">
        <pc:chgData name="Dieter Beaven" userId="9bbdb69f-69d0-4759-aa9b-5c090a2da237" providerId="ADAL" clId="{D34E0421-F03F-43F5-BDD3-9D5B0F4E01F6}" dt="2024-12-03T16:35:36.263" v="92" actId="6549"/>
        <pc:sldMkLst>
          <pc:docMk/>
          <pc:sldMk cId="938785864" sldId="717"/>
        </pc:sldMkLst>
      </pc:sldChg>
      <pc:sldChg chg="addSp delSp modSp mod">
        <pc:chgData name="Dieter Beaven" userId="9bbdb69f-69d0-4759-aa9b-5c090a2da237" providerId="ADAL" clId="{D34E0421-F03F-43F5-BDD3-9D5B0F4E01F6}" dt="2024-12-03T16:44:18.743" v="103" actId="1076"/>
        <pc:sldMkLst>
          <pc:docMk/>
          <pc:sldMk cId="3902928920" sldId="718"/>
        </pc:sldMkLst>
      </pc:sldChg>
    </pc:docChg>
  </pc:docChgLst>
  <pc:docChgLst>
    <pc:chgData name="Dieter Beaven" userId="9bbdb69f-69d0-4759-aa9b-5c090a2da237" providerId="ADAL" clId="{776F8683-B1DE-47BD-A7F3-A22C59CDE936}"/>
    <pc:docChg chg="modSld">
      <pc:chgData name="Dieter Beaven" userId="9bbdb69f-69d0-4759-aa9b-5c090a2da237" providerId="ADAL" clId="{776F8683-B1DE-47BD-A7F3-A22C59CDE936}" dt="2025-01-13T15:04:08.701" v="31" actId="20577"/>
      <pc:docMkLst>
        <pc:docMk/>
      </pc:docMkLst>
      <pc:sldChg chg="modSp mod">
        <pc:chgData name="Dieter Beaven" userId="9bbdb69f-69d0-4759-aa9b-5c090a2da237" providerId="ADAL" clId="{776F8683-B1DE-47BD-A7F3-A22C59CDE936}" dt="2025-01-13T15:04:08.701" v="31" actId="20577"/>
        <pc:sldMkLst>
          <pc:docMk/>
          <pc:sldMk cId="2586607706" sldId="531"/>
        </pc:sldMkLst>
      </pc:sldChg>
      <pc:sldChg chg="modSp mod">
        <pc:chgData name="Dieter Beaven" userId="9bbdb69f-69d0-4759-aa9b-5c090a2da237" providerId="ADAL" clId="{776F8683-B1DE-47BD-A7F3-A22C59CDE936}" dt="2025-01-13T15:03:59.330" v="27" actId="20577"/>
        <pc:sldMkLst>
          <pc:docMk/>
          <pc:sldMk cId="938785864" sldId="717"/>
        </pc:sldMkLst>
      </pc:sldChg>
    </pc:docChg>
  </pc:docChgLst>
  <pc:docChgLst>
    <pc:chgData name="Dieter Beaven" userId="9bbdb69f-69d0-4759-aa9b-5c090a2da237" providerId="ADAL" clId="{ACABFA20-16A8-46C6-8968-7DACAACA1E1B}"/>
    <pc:docChg chg="custSel addSld modSld">
      <pc:chgData name="Dieter Beaven" userId="9bbdb69f-69d0-4759-aa9b-5c090a2da237" providerId="ADAL" clId="{ACABFA20-16A8-46C6-8968-7DACAACA1E1B}" dt="2025-01-08T17:26:43.786" v="72" actId="1076"/>
      <pc:docMkLst>
        <pc:docMk/>
      </pc:docMkLst>
      <pc:sldChg chg="modSp mod">
        <pc:chgData name="Dieter Beaven" userId="9bbdb69f-69d0-4759-aa9b-5c090a2da237" providerId="ADAL" clId="{ACABFA20-16A8-46C6-8968-7DACAACA1E1B}" dt="2025-01-08T17:13:15.692" v="61" actId="6549"/>
        <pc:sldMkLst>
          <pc:docMk/>
          <pc:sldMk cId="2586607706" sldId="531"/>
        </pc:sldMkLst>
      </pc:sldChg>
      <pc:sldChg chg="addSp modSp mod">
        <pc:chgData name="Dieter Beaven" userId="9bbdb69f-69d0-4759-aa9b-5c090a2da237" providerId="ADAL" clId="{ACABFA20-16A8-46C6-8968-7DACAACA1E1B}" dt="2025-01-08T17:15:03.651" v="63" actId="1076"/>
        <pc:sldMkLst>
          <pc:docMk/>
          <pc:sldMk cId="173887519" sldId="533"/>
        </pc:sldMkLst>
      </pc:sldChg>
      <pc:sldChg chg="modSp add mod">
        <pc:chgData name="Dieter Beaven" userId="9bbdb69f-69d0-4759-aa9b-5c090a2da237" providerId="ADAL" clId="{ACABFA20-16A8-46C6-8968-7DACAACA1E1B}" dt="2025-01-08T17:12:54.082" v="57" actId="20577"/>
        <pc:sldMkLst>
          <pc:docMk/>
          <pc:sldMk cId="1455416707" sldId="607"/>
        </pc:sldMkLst>
      </pc:sldChg>
      <pc:sldChg chg="add">
        <pc:chgData name="Dieter Beaven" userId="9bbdb69f-69d0-4759-aa9b-5c090a2da237" providerId="ADAL" clId="{ACABFA20-16A8-46C6-8968-7DACAACA1E1B}" dt="2025-01-08T17:09:43.156" v="0"/>
        <pc:sldMkLst>
          <pc:docMk/>
          <pc:sldMk cId="155006182" sldId="608"/>
        </pc:sldMkLst>
      </pc:sldChg>
      <pc:sldChg chg="addSp modSp mod">
        <pc:chgData name="Dieter Beaven" userId="9bbdb69f-69d0-4759-aa9b-5c090a2da237" providerId="ADAL" clId="{ACABFA20-16A8-46C6-8968-7DACAACA1E1B}" dt="2025-01-08T17:26:43.786" v="72" actId="1076"/>
        <pc:sldMkLst>
          <pc:docMk/>
          <pc:sldMk cId="464788855" sldId="701"/>
        </pc:sldMkLst>
      </pc:sldChg>
      <pc:sldChg chg="addSp modSp mod">
        <pc:chgData name="Dieter Beaven" userId="9bbdb69f-69d0-4759-aa9b-5c090a2da237" providerId="ADAL" clId="{ACABFA20-16A8-46C6-8968-7DACAACA1E1B}" dt="2025-01-08T17:15:51.848" v="65" actId="1076"/>
        <pc:sldMkLst>
          <pc:docMk/>
          <pc:sldMk cId="3902928920" sldId="718"/>
        </pc:sldMkLst>
      </pc:sldChg>
      <pc:sldChg chg="addSp delSp modSp add mod">
        <pc:chgData name="Dieter Beaven" userId="9bbdb69f-69d0-4759-aa9b-5c090a2da237" providerId="ADAL" clId="{ACABFA20-16A8-46C6-8968-7DACAACA1E1B}" dt="2025-01-08T17:16:52.360" v="69" actId="1076"/>
        <pc:sldMkLst>
          <pc:docMk/>
          <pc:sldMk cId="1701787432" sldId="719"/>
        </pc:sldMkLst>
      </pc:sldChg>
    </pc:docChg>
  </pc:docChgLst>
  <pc:docChgLst>
    <pc:chgData name="Dieter Beaven" userId="9bbdb69f-69d0-4759-aa9b-5c090a2da237" providerId="ADAL" clId="{726B594F-B2FE-4CFE-B840-5BCF92F9675E}"/>
    <pc:docChg chg="undo custSel addSld delSld modSld">
      <pc:chgData name="Dieter Beaven" userId="9bbdb69f-69d0-4759-aa9b-5c090a2da237" providerId="ADAL" clId="{726B594F-B2FE-4CFE-B840-5BCF92F9675E}" dt="2025-01-13T14:52:25.518" v="71"/>
      <pc:docMkLst>
        <pc:docMk/>
      </pc:docMkLst>
      <pc:sldChg chg="modSp mod">
        <pc:chgData name="Dieter Beaven" userId="9bbdb69f-69d0-4759-aa9b-5c090a2da237" providerId="ADAL" clId="{726B594F-B2FE-4CFE-B840-5BCF92F9675E}" dt="2025-01-13T14:51:28.209" v="63" actId="20577"/>
        <pc:sldMkLst>
          <pc:docMk/>
          <pc:sldMk cId="2586607706" sldId="531"/>
        </pc:sldMkLst>
      </pc:sldChg>
      <pc:sldChg chg="delSp mod">
        <pc:chgData name="Dieter Beaven" userId="9bbdb69f-69d0-4759-aa9b-5c090a2da237" providerId="ADAL" clId="{726B594F-B2FE-4CFE-B840-5BCF92F9675E}" dt="2025-01-13T14:51:59.140" v="64" actId="478"/>
        <pc:sldMkLst>
          <pc:docMk/>
          <pc:sldMk cId="173887519" sldId="533"/>
        </pc:sldMkLst>
      </pc:sldChg>
      <pc:sldChg chg="del">
        <pc:chgData name="Dieter Beaven" userId="9bbdb69f-69d0-4759-aa9b-5c090a2da237" providerId="ADAL" clId="{726B594F-B2FE-4CFE-B840-5BCF92F9675E}" dt="2025-01-13T14:50:59.776" v="49" actId="47"/>
        <pc:sldMkLst>
          <pc:docMk/>
          <pc:sldMk cId="1455416707" sldId="607"/>
        </pc:sldMkLst>
      </pc:sldChg>
      <pc:sldChg chg="delSp add del mod delAnim">
        <pc:chgData name="Dieter Beaven" userId="9bbdb69f-69d0-4759-aa9b-5c090a2da237" providerId="ADAL" clId="{726B594F-B2FE-4CFE-B840-5BCF92F9675E}" dt="2025-01-13T14:51:10.179" v="52" actId="478"/>
        <pc:sldMkLst>
          <pc:docMk/>
          <pc:sldMk cId="155006182" sldId="608"/>
        </pc:sldMkLst>
      </pc:sldChg>
      <pc:sldChg chg="addSp delSp modSp mod">
        <pc:chgData name="Dieter Beaven" userId="9bbdb69f-69d0-4759-aa9b-5c090a2da237" providerId="ADAL" clId="{726B594F-B2FE-4CFE-B840-5BCF92F9675E}" dt="2025-01-13T14:52:18.021" v="69"/>
        <pc:sldMkLst>
          <pc:docMk/>
          <pc:sldMk cId="464788855" sldId="701"/>
        </pc:sldMkLst>
      </pc:sldChg>
      <pc:sldChg chg="modSp mod">
        <pc:chgData name="Dieter Beaven" userId="9bbdb69f-69d0-4759-aa9b-5c090a2da237" providerId="ADAL" clId="{726B594F-B2FE-4CFE-B840-5BCF92F9675E}" dt="2025-01-13T14:50:55.013" v="48" actId="20577"/>
        <pc:sldMkLst>
          <pc:docMk/>
          <pc:sldMk cId="938785864" sldId="717"/>
        </pc:sldMkLst>
      </pc:sldChg>
      <pc:sldChg chg="delSp mod">
        <pc:chgData name="Dieter Beaven" userId="9bbdb69f-69d0-4759-aa9b-5c090a2da237" providerId="ADAL" clId="{726B594F-B2FE-4CFE-B840-5BCF92F9675E}" dt="2025-01-13T14:52:04.220" v="65" actId="478"/>
        <pc:sldMkLst>
          <pc:docMk/>
          <pc:sldMk cId="3902928920" sldId="718"/>
        </pc:sldMkLst>
      </pc:sldChg>
      <pc:sldChg chg="delSp mod">
        <pc:chgData name="Dieter Beaven" userId="9bbdb69f-69d0-4759-aa9b-5c090a2da237" providerId="ADAL" clId="{726B594F-B2FE-4CFE-B840-5BCF92F9675E}" dt="2025-01-13T14:52:07.357" v="66" actId="478"/>
        <pc:sldMkLst>
          <pc:docMk/>
          <pc:sldMk cId="1701787432" sldId="719"/>
        </pc:sldMkLst>
      </pc:sldChg>
      <pc:sldChg chg="add">
        <pc:chgData name="Dieter Beaven" userId="9bbdb69f-69d0-4759-aa9b-5c090a2da237" providerId="ADAL" clId="{726B594F-B2FE-4CFE-B840-5BCF92F9675E}" dt="2025-01-13T14:52:21.527" v="70"/>
        <pc:sldMkLst>
          <pc:docMk/>
          <pc:sldMk cId="2398901012" sldId="720"/>
        </pc:sldMkLst>
      </pc:sldChg>
      <pc:sldChg chg="add">
        <pc:chgData name="Dieter Beaven" userId="9bbdb69f-69d0-4759-aa9b-5c090a2da237" providerId="ADAL" clId="{726B594F-B2FE-4CFE-B840-5BCF92F9675E}" dt="2025-01-13T14:52:25.518" v="71"/>
        <pc:sldMkLst>
          <pc:docMk/>
          <pc:sldMk cId="1752525931" sldId="721"/>
        </pc:sldMkLst>
      </pc:sldChg>
    </pc:docChg>
  </pc:docChgLst>
  <pc:docChgLst>
    <pc:chgData name="Dieter Beaven" userId="9bbdb69f-69d0-4759-aa9b-5c090a2da237" providerId="ADAL" clId="{D2087311-8B8A-485F-A336-209E2CE491DB}"/>
    <pc:docChg chg="custSel modSld">
      <pc:chgData name="Dieter Beaven" userId="9bbdb69f-69d0-4759-aa9b-5c090a2da237" providerId="ADAL" clId="{D2087311-8B8A-485F-A336-209E2CE491DB}" dt="2025-01-08T15:03:22.056" v="39" actId="20577"/>
      <pc:docMkLst>
        <pc:docMk/>
      </pc:docMkLst>
      <pc:sldChg chg="modSp mod">
        <pc:chgData name="Dieter Beaven" userId="9bbdb69f-69d0-4759-aa9b-5c090a2da237" providerId="ADAL" clId="{D2087311-8B8A-485F-A336-209E2CE491DB}" dt="2025-01-08T15:03:22.056" v="39" actId="20577"/>
        <pc:sldMkLst>
          <pc:docMk/>
          <pc:sldMk cId="938785864" sldId="717"/>
        </pc:sldMkLst>
      </pc:sldChg>
    </pc:docChg>
  </pc:docChgLst>
  <pc:docChgLst>
    <pc:chgData name="Dieter Beaven" userId="9bbdb69f-69d0-4759-aa9b-5c090a2da237" providerId="ADAL" clId="{C2A12CD1-1EBE-44A9-8B08-6238A502B27C}"/>
    <pc:docChg chg="custSel addSld delSld modSld">
      <pc:chgData name="Dieter Beaven" userId="9bbdb69f-69d0-4759-aa9b-5c090a2da237" providerId="ADAL" clId="{C2A12CD1-1EBE-44A9-8B08-6238A502B27C}" dt="2025-09-30T15:33:09.154" v="78" actId="1036"/>
      <pc:docMkLst>
        <pc:docMk/>
      </pc:docMkLst>
      <pc:sldChg chg="del">
        <pc:chgData name="Dieter Beaven" userId="9bbdb69f-69d0-4759-aa9b-5c090a2da237" providerId="ADAL" clId="{C2A12CD1-1EBE-44A9-8B08-6238A502B27C}" dt="2025-09-30T15:25:39.579" v="0" actId="47"/>
        <pc:sldMkLst>
          <pc:docMk/>
          <pc:sldMk cId="2586607706" sldId="531"/>
        </pc:sldMkLst>
      </pc:sldChg>
      <pc:sldChg chg="addSp delSp modSp mod">
        <pc:chgData name="Dieter Beaven" userId="9bbdb69f-69d0-4759-aa9b-5c090a2da237" providerId="ADAL" clId="{C2A12CD1-1EBE-44A9-8B08-6238A502B27C}" dt="2025-09-30T15:29:49.792" v="68" actId="1035"/>
        <pc:sldMkLst>
          <pc:docMk/>
          <pc:sldMk cId="173887519" sldId="533"/>
        </pc:sldMkLst>
        <pc:spChg chg="add del mod">
          <ac:chgData name="Dieter Beaven" userId="9bbdb69f-69d0-4759-aa9b-5c090a2da237" providerId="ADAL" clId="{C2A12CD1-1EBE-44A9-8B08-6238A502B27C}" dt="2025-09-30T15:28:09.096" v="58" actId="478"/>
          <ac:spMkLst>
            <pc:docMk/>
            <pc:sldMk cId="173887519" sldId="533"/>
            <ac:spMk id="5" creationId="{90320229-7BC4-C87C-EDE0-DEB697CAF56C}"/>
          </ac:spMkLst>
        </pc:spChg>
        <pc:picChg chg="add del mod">
          <ac:chgData name="Dieter Beaven" userId="9bbdb69f-69d0-4759-aa9b-5c090a2da237" providerId="ADAL" clId="{C2A12CD1-1EBE-44A9-8B08-6238A502B27C}" dt="2025-09-30T15:28:56.278" v="65" actId="478"/>
          <ac:picMkLst>
            <pc:docMk/>
            <pc:sldMk cId="173887519" sldId="533"/>
            <ac:picMk id="7" creationId="{7CF4C4E4-6A0D-68D8-CA6F-6811A5DFBC9F}"/>
          </ac:picMkLst>
        </pc:picChg>
        <pc:picChg chg="add mod">
          <ac:chgData name="Dieter Beaven" userId="9bbdb69f-69d0-4759-aa9b-5c090a2da237" providerId="ADAL" clId="{C2A12CD1-1EBE-44A9-8B08-6238A502B27C}" dt="2025-09-30T15:29:49.792" v="68" actId="1035"/>
          <ac:picMkLst>
            <pc:docMk/>
            <pc:sldMk cId="173887519" sldId="533"/>
            <ac:picMk id="9" creationId="{45B9179D-64B6-537C-4708-6882DB45E79F}"/>
          </ac:picMkLst>
        </pc:picChg>
      </pc:sldChg>
      <pc:sldChg chg="add">
        <pc:chgData name="Dieter Beaven" userId="9bbdb69f-69d0-4759-aa9b-5c090a2da237" providerId="ADAL" clId="{C2A12CD1-1EBE-44A9-8B08-6238A502B27C}" dt="2025-09-30T15:25:41.594" v="1"/>
        <pc:sldMkLst>
          <pc:docMk/>
          <pc:sldMk cId="1933744810" sldId="534"/>
        </pc:sldMkLst>
      </pc:sldChg>
      <pc:sldChg chg="addSp modSp add">
        <pc:chgData name="Dieter Beaven" userId="9bbdb69f-69d0-4759-aa9b-5c090a2da237" providerId="ADAL" clId="{C2A12CD1-1EBE-44A9-8B08-6238A502B27C}" dt="2025-09-30T15:27:39.069" v="48"/>
        <pc:sldMkLst>
          <pc:docMk/>
          <pc:sldMk cId="2839045276" sldId="579"/>
        </pc:sldMkLst>
        <pc:spChg chg="add mod">
          <ac:chgData name="Dieter Beaven" userId="9bbdb69f-69d0-4759-aa9b-5c090a2da237" providerId="ADAL" clId="{C2A12CD1-1EBE-44A9-8B08-6238A502B27C}" dt="2025-09-30T15:27:37.107" v="47"/>
          <ac:spMkLst>
            <pc:docMk/>
            <pc:sldMk cId="2839045276" sldId="579"/>
            <ac:spMk id="9" creationId="{E6C9E5FA-4458-9AC4-C023-A378EE019913}"/>
          </ac:spMkLst>
        </pc:spChg>
        <pc:spChg chg="add mod">
          <ac:chgData name="Dieter Beaven" userId="9bbdb69f-69d0-4759-aa9b-5c090a2da237" providerId="ADAL" clId="{C2A12CD1-1EBE-44A9-8B08-6238A502B27C}" dt="2025-09-30T15:27:39.069" v="48"/>
          <ac:spMkLst>
            <pc:docMk/>
            <pc:sldMk cId="2839045276" sldId="579"/>
            <ac:spMk id="13" creationId="{440112CB-BCA8-2C6E-592C-3F2DD1259154}"/>
          </ac:spMkLst>
        </pc:spChg>
      </pc:sldChg>
      <pc:sldChg chg="add">
        <pc:chgData name="Dieter Beaven" userId="9bbdb69f-69d0-4759-aa9b-5c090a2da237" providerId="ADAL" clId="{C2A12CD1-1EBE-44A9-8B08-6238A502B27C}" dt="2025-09-30T15:25:41.594" v="1"/>
        <pc:sldMkLst>
          <pc:docMk/>
          <pc:sldMk cId="722109232" sldId="580"/>
        </pc:sldMkLst>
      </pc:sldChg>
      <pc:sldChg chg="modSp add mod">
        <pc:chgData name="Dieter Beaven" userId="9bbdb69f-69d0-4759-aa9b-5c090a2da237" providerId="ADAL" clId="{C2A12CD1-1EBE-44A9-8B08-6238A502B27C}" dt="2025-09-30T15:28:15.720" v="62" actId="20577"/>
        <pc:sldMkLst>
          <pc:docMk/>
          <pc:sldMk cId="2312403148" sldId="581"/>
        </pc:sldMkLst>
        <pc:spChg chg="mod">
          <ac:chgData name="Dieter Beaven" userId="9bbdb69f-69d0-4759-aa9b-5c090a2da237" providerId="ADAL" clId="{C2A12CD1-1EBE-44A9-8B08-6238A502B27C}" dt="2025-09-30T15:26:20.951" v="46" actId="6549"/>
          <ac:spMkLst>
            <pc:docMk/>
            <pc:sldMk cId="2312403148" sldId="581"/>
            <ac:spMk id="3" creationId="{00000000-0000-0000-0000-000000000000}"/>
          </ac:spMkLst>
        </pc:spChg>
        <pc:spChg chg="mod">
          <ac:chgData name="Dieter Beaven" userId="9bbdb69f-69d0-4759-aa9b-5c090a2da237" providerId="ADAL" clId="{C2A12CD1-1EBE-44A9-8B08-6238A502B27C}" dt="2025-09-30T15:28:15.720" v="62" actId="20577"/>
          <ac:spMkLst>
            <pc:docMk/>
            <pc:sldMk cId="2312403148" sldId="581"/>
            <ac:spMk id="28" creationId="{AB409FA8-34C4-4FDD-966B-EFA5D58ECFF6}"/>
          </ac:spMkLst>
        </pc:spChg>
      </pc:sldChg>
      <pc:sldChg chg="modSp mod">
        <pc:chgData name="Dieter Beaven" userId="9bbdb69f-69d0-4759-aa9b-5c090a2da237" providerId="ADAL" clId="{C2A12CD1-1EBE-44A9-8B08-6238A502B27C}" dt="2025-09-30T15:26:06.733" v="42" actId="20577"/>
        <pc:sldMkLst>
          <pc:docMk/>
          <pc:sldMk cId="938785864" sldId="717"/>
        </pc:sldMkLst>
        <pc:spChg chg="mod">
          <ac:chgData name="Dieter Beaven" userId="9bbdb69f-69d0-4759-aa9b-5c090a2da237" providerId="ADAL" clId="{C2A12CD1-1EBE-44A9-8B08-6238A502B27C}" dt="2025-09-30T15:26:06.733" v="42" actId="20577"/>
          <ac:spMkLst>
            <pc:docMk/>
            <pc:sldMk cId="938785864" sldId="717"/>
            <ac:spMk id="2" creationId="{00000000-0000-0000-0000-000000000000}"/>
          </ac:spMkLst>
        </pc:spChg>
      </pc:sldChg>
      <pc:sldChg chg="addSp modSp mod">
        <pc:chgData name="Dieter Beaven" userId="9bbdb69f-69d0-4759-aa9b-5c090a2da237" providerId="ADAL" clId="{C2A12CD1-1EBE-44A9-8B08-6238A502B27C}" dt="2025-09-30T15:30:55.292" v="71" actId="1076"/>
        <pc:sldMkLst>
          <pc:docMk/>
          <pc:sldMk cId="3902928920" sldId="718"/>
        </pc:sldMkLst>
        <pc:picChg chg="add mod">
          <ac:chgData name="Dieter Beaven" userId="9bbdb69f-69d0-4759-aa9b-5c090a2da237" providerId="ADAL" clId="{C2A12CD1-1EBE-44A9-8B08-6238A502B27C}" dt="2025-09-30T15:30:55.292" v="71" actId="1076"/>
          <ac:picMkLst>
            <pc:docMk/>
            <pc:sldMk cId="3902928920" sldId="718"/>
            <ac:picMk id="6" creationId="{E09A32EA-A357-8621-D552-2CDB9C9A4B0B}"/>
          </ac:picMkLst>
        </pc:picChg>
      </pc:sldChg>
      <pc:sldChg chg="addSp modSp mod">
        <pc:chgData name="Dieter Beaven" userId="9bbdb69f-69d0-4759-aa9b-5c090a2da237" providerId="ADAL" clId="{C2A12CD1-1EBE-44A9-8B08-6238A502B27C}" dt="2025-09-30T15:33:09.154" v="78" actId="1036"/>
        <pc:sldMkLst>
          <pc:docMk/>
          <pc:sldMk cId="2398901012" sldId="720"/>
        </pc:sldMkLst>
        <pc:picChg chg="add mod">
          <ac:chgData name="Dieter Beaven" userId="9bbdb69f-69d0-4759-aa9b-5c090a2da237" providerId="ADAL" clId="{C2A12CD1-1EBE-44A9-8B08-6238A502B27C}" dt="2025-09-30T15:33:09.154" v="78" actId="1036"/>
          <ac:picMkLst>
            <pc:docMk/>
            <pc:sldMk cId="2398901012" sldId="720"/>
            <ac:picMk id="6" creationId="{03C07F10-BFD5-D888-E00A-400AEA4A1218}"/>
          </ac:picMkLst>
        </pc:picChg>
      </pc:sldChg>
      <pc:sldChg chg="addSp delSp modSp add mod">
        <pc:chgData name="Dieter Beaven" userId="9bbdb69f-69d0-4759-aa9b-5c090a2da237" providerId="ADAL" clId="{C2A12CD1-1EBE-44A9-8B08-6238A502B27C}" dt="2025-09-30T15:31:18.368" v="75" actId="1076"/>
        <pc:sldMkLst>
          <pc:docMk/>
          <pc:sldMk cId="1522397436" sldId="721"/>
        </pc:sldMkLst>
        <pc:picChg chg="del">
          <ac:chgData name="Dieter Beaven" userId="9bbdb69f-69d0-4759-aa9b-5c090a2da237" providerId="ADAL" clId="{C2A12CD1-1EBE-44A9-8B08-6238A502B27C}" dt="2025-09-30T15:30:58.276" v="73" actId="478"/>
          <ac:picMkLst>
            <pc:docMk/>
            <pc:sldMk cId="1522397436" sldId="721"/>
            <ac:picMk id="6" creationId="{A2BFB613-827B-977C-A17E-CA19DF4C8EE3}"/>
          </ac:picMkLst>
        </pc:picChg>
        <pc:picChg chg="add mod">
          <ac:chgData name="Dieter Beaven" userId="9bbdb69f-69d0-4759-aa9b-5c090a2da237" providerId="ADAL" clId="{C2A12CD1-1EBE-44A9-8B08-6238A502B27C}" dt="2025-09-30T15:31:18.368" v="75" actId="1076"/>
          <ac:picMkLst>
            <pc:docMk/>
            <pc:sldMk cId="1522397436" sldId="721"/>
            <ac:picMk id="7" creationId="{0272FEAD-6571-39C9-FB6A-20174B920C9E}"/>
          </ac:picMkLst>
        </pc:picChg>
      </pc:sldChg>
    </pc:docChg>
  </pc:docChgLst>
  <pc:docChgLst>
    <pc:chgData name="Dieter Beaven" userId="9bbdb69f-69d0-4759-aa9b-5c090a2da237" providerId="ADAL" clId="{32DB2CB9-C7F2-4431-BC68-4529C6B171BB}"/>
    <pc:docChg chg="custSel addSld delSld modSld">
      <pc:chgData name="Dieter Beaven" userId="9bbdb69f-69d0-4759-aa9b-5c090a2da237" providerId="ADAL" clId="{32DB2CB9-C7F2-4431-BC68-4529C6B171BB}" dt="2025-01-15T16:54:52.452" v="14" actId="47"/>
      <pc:docMkLst>
        <pc:docMk/>
      </pc:docMkLst>
      <pc:sldChg chg="add">
        <pc:chgData name="Dieter Beaven" userId="9bbdb69f-69d0-4759-aa9b-5c090a2da237" providerId="ADAL" clId="{32DB2CB9-C7F2-4431-BC68-4529C6B171BB}" dt="2025-01-15T16:54:42.551" v="12"/>
        <pc:sldMkLst>
          <pc:docMk/>
          <pc:sldMk cId="1928948471" sldId="498"/>
        </pc:sldMkLst>
      </pc:sldChg>
      <pc:sldChg chg="add">
        <pc:chgData name="Dieter Beaven" userId="9bbdb69f-69d0-4759-aa9b-5c090a2da237" providerId="ADAL" clId="{32DB2CB9-C7F2-4431-BC68-4529C6B171BB}" dt="2025-01-15T16:54:42.551" v="12"/>
        <pc:sldMkLst>
          <pc:docMk/>
          <pc:sldMk cId="405968645" sldId="499"/>
        </pc:sldMkLst>
      </pc:sldChg>
      <pc:sldChg chg="addSp modSp modAnim">
        <pc:chgData name="Dieter Beaven" userId="9bbdb69f-69d0-4759-aa9b-5c090a2da237" providerId="ADAL" clId="{32DB2CB9-C7F2-4431-BC68-4529C6B171BB}" dt="2025-01-15T16:54:50.550" v="13"/>
        <pc:sldMkLst>
          <pc:docMk/>
          <pc:sldMk cId="2586607706" sldId="531"/>
        </pc:sldMkLst>
      </pc:sldChg>
      <pc:sldChg chg="addSp delSp modSp mod">
        <pc:chgData name="Dieter Beaven" userId="9bbdb69f-69d0-4759-aa9b-5c090a2da237" providerId="ADAL" clId="{32DB2CB9-C7F2-4431-BC68-4529C6B171BB}" dt="2025-01-15T16:52:49.711" v="6" actId="1076"/>
        <pc:sldMkLst>
          <pc:docMk/>
          <pc:sldMk cId="173887519" sldId="533"/>
        </pc:sldMkLst>
      </pc:sldChg>
      <pc:sldChg chg="add">
        <pc:chgData name="Dieter Beaven" userId="9bbdb69f-69d0-4759-aa9b-5c090a2da237" providerId="ADAL" clId="{32DB2CB9-C7F2-4431-BC68-4529C6B171BB}" dt="2025-01-15T16:54:42.551" v="12"/>
        <pc:sldMkLst>
          <pc:docMk/>
          <pc:sldMk cId="3218371740" sldId="545"/>
        </pc:sldMkLst>
      </pc:sldChg>
      <pc:sldChg chg="add del">
        <pc:chgData name="Dieter Beaven" userId="9bbdb69f-69d0-4759-aa9b-5c090a2da237" providerId="ADAL" clId="{32DB2CB9-C7F2-4431-BC68-4529C6B171BB}" dt="2025-01-15T16:54:52.452" v="14" actId="47"/>
        <pc:sldMkLst>
          <pc:docMk/>
          <pc:sldMk cId="2630104693" sldId="565"/>
        </pc:sldMkLst>
      </pc:sldChg>
      <pc:sldChg chg="add">
        <pc:chgData name="Dieter Beaven" userId="9bbdb69f-69d0-4759-aa9b-5c090a2da237" providerId="ADAL" clId="{32DB2CB9-C7F2-4431-BC68-4529C6B171BB}" dt="2025-01-15T16:54:42.551" v="12"/>
        <pc:sldMkLst>
          <pc:docMk/>
          <pc:sldMk cId="3448424687" sldId="566"/>
        </pc:sldMkLst>
      </pc:sldChg>
      <pc:sldChg chg="add">
        <pc:chgData name="Dieter Beaven" userId="9bbdb69f-69d0-4759-aa9b-5c090a2da237" providerId="ADAL" clId="{32DB2CB9-C7F2-4431-BC68-4529C6B171BB}" dt="2025-01-15T16:54:42.551" v="12"/>
        <pc:sldMkLst>
          <pc:docMk/>
          <pc:sldMk cId="1784941502" sldId="567"/>
        </pc:sldMkLst>
      </pc:sldChg>
      <pc:sldChg chg="del">
        <pc:chgData name="Dieter Beaven" userId="9bbdb69f-69d0-4759-aa9b-5c090a2da237" providerId="ADAL" clId="{32DB2CB9-C7F2-4431-BC68-4529C6B171BB}" dt="2025-01-15T16:53:56.626" v="11" actId="47"/>
        <pc:sldMkLst>
          <pc:docMk/>
          <pc:sldMk cId="155006182" sldId="608"/>
        </pc:sldMkLst>
      </pc:sldChg>
      <pc:sldChg chg="del">
        <pc:chgData name="Dieter Beaven" userId="9bbdb69f-69d0-4759-aa9b-5c090a2da237" providerId="ADAL" clId="{32DB2CB9-C7F2-4431-BC68-4529C6B171BB}" dt="2025-01-15T16:53:53.085" v="10" actId="47"/>
        <pc:sldMkLst>
          <pc:docMk/>
          <pc:sldMk cId="464788855" sldId="701"/>
        </pc:sldMkLst>
      </pc:sldChg>
      <pc:sldChg chg="addSp mod">
        <pc:chgData name="Dieter Beaven" userId="9bbdb69f-69d0-4759-aa9b-5c090a2da237" providerId="ADAL" clId="{32DB2CB9-C7F2-4431-BC68-4529C6B171BB}" dt="2025-01-15T16:53:46.982" v="7" actId="22"/>
        <pc:sldMkLst>
          <pc:docMk/>
          <pc:sldMk cId="3902928920" sldId="718"/>
        </pc:sldMkLst>
      </pc:sldChg>
      <pc:sldChg chg="del">
        <pc:chgData name="Dieter Beaven" userId="9bbdb69f-69d0-4759-aa9b-5c090a2da237" providerId="ADAL" clId="{32DB2CB9-C7F2-4431-BC68-4529C6B171BB}" dt="2025-01-15T16:53:51.279" v="8" actId="47"/>
        <pc:sldMkLst>
          <pc:docMk/>
          <pc:sldMk cId="1701787432" sldId="719"/>
        </pc:sldMkLst>
      </pc:sldChg>
      <pc:sldChg chg="del">
        <pc:chgData name="Dieter Beaven" userId="9bbdb69f-69d0-4759-aa9b-5c090a2da237" providerId="ADAL" clId="{32DB2CB9-C7F2-4431-BC68-4529C6B171BB}" dt="2025-01-15T16:53:51.857" v="9" actId="47"/>
        <pc:sldMkLst>
          <pc:docMk/>
          <pc:sldMk cId="1752525931" sldId="721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E87F4A-DD11-41AF-8B76-F2E5B6202836}" type="datetimeFigureOut">
              <a:rPr lang="en-GB" smtClean="0"/>
              <a:pPr/>
              <a:t>30/09/2025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2F2399-CD51-4C4C-BC34-03B9F40F9CF8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7450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30/09/2025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816114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30/09/2025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51718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30/09/2025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25203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30/09/2025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661724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30/09/2025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00525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30/09/2025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089123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30/09/2025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93369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30/09/2025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71285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30/09/2025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664966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30/09/2025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233991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30/09/2025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22113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9AFE4D-3339-4F90-AB07-DAB31D79E32A}" type="datetimeFigureOut">
              <a:rPr lang="en-GB" smtClean="0"/>
              <a:pPr/>
              <a:t>30/09/2025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67452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04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90.png"/><Relationship Id="rId5" Type="http://schemas.openxmlformats.org/officeDocument/2006/relationships/image" Target="../media/image211.png"/><Relationship Id="rId4" Type="http://schemas.openxmlformats.org/officeDocument/2006/relationships/image" Target="../media/image210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6.png"/><Relationship Id="rId3" Type="http://schemas.openxmlformats.org/officeDocument/2006/relationships/image" Target="../media/image2111.png"/><Relationship Id="rId7" Type="http://schemas.openxmlformats.org/officeDocument/2006/relationships/image" Target="../media/image215.png"/><Relationship Id="rId2" Type="http://schemas.openxmlformats.org/officeDocument/2006/relationships/image" Target="../media/image210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4.png"/><Relationship Id="rId5" Type="http://schemas.openxmlformats.org/officeDocument/2006/relationships/image" Target="../media/image2101.png"/><Relationship Id="rId4" Type="http://schemas.openxmlformats.org/officeDocument/2006/relationships/image" Target="../media/image212.png"/><Relationship Id="rId9" Type="http://schemas.openxmlformats.org/officeDocument/2006/relationships/image" Target="../media/image21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1520" y="2130425"/>
            <a:ext cx="8640960" cy="3026767"/>
          </a:xfrm>
        </p:spPr>
        <p:txBody>
          <a:bodyPr>
            <a:normAutofit/>
          </a:bodyPr>
          <a:lstStyle/>
          <a:p>
            <a:r>
              <a:rPr lang="en-GB" b="1" dirty="0">
                <a:solidFill>
                  <a:srgbClr val="92D050"/>
                </a:solidFill>
              </a:rPr>
              <a:t>P2 Chapter 11: </a:t>
            </a:r>
            <a:r>
              <a:rPr lang="en-GB" dirty="0">
                <a:solidFill>
                  <a:schemeClr val="accent5"/>
                </a:solidFill>
              </a:rPr>
              <a:t>Integration</a:t>
            </a:r>
            <a:br>
              <a:rPr lang="en-GB" dirty="0"/>
            </a:br>
            <a:br>
              <a:rPr lang="en-GB" dirty="0"/>
            </a:br>
            <a:r>
              <a:rPr lang="en-GB" dirty="0"/>
              <a:t>Modelling with Differential Equations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762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387858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4000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Forming differential equations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780976" y="1517259"/>
                <a:ext cx="7920880" cy="1015663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2000" dirty="0"/>
                  <a:t>The rate of increase of a rabbit population (with population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GB" sz="2000" dirty="0"/>
                  <a:t>, where time is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GB" sz="2000" dirty="0"/>
                  <a:t>) is </a:t>
                </a:r>
                <a:r>
                  <a:rPr lang="en-GB" sz="2000" b="1" dirty="0"/>
                  <a:t>proportional to </a:t>
                </a:r>
                <a:r>
                  <a:rPr lang="en-GB" sz="2000" dirty="0"/>
                  <a:t>the current population.</a:t>
                </a:r>
              </a:p>
              <a:p>
                <a:r>
                  <a:rPr lang="en-GB" sz="2000" dirty="0"/>
                  <a:t>Form a differential equation, and find its general solution.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0976" y="1517259"/>
                <a:ext cx="7920880" cy="1015663"/>
              </a:xfrm>
              <a:prstGeom prst="rect">
                <a:avLst/>
              </a:prstGeom>
              <a:blipFill>
                <a:blip r:embed="rId2"/>
                <a:stretch>
                  <a:fillRect b="-1554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/>
          <p:cNvSpPr/>
          <p:nvPr/>
        </p:nvSpPr>
        <p:spPr>
          <a:xfrm>
            <a:off x="348928" y="1505427"/>
            <a:ext cx="432048" cy="102749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/>
              <a:t>Q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512" y="4424196"/>
            <a:ext cx="2543212" cy="244458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2627784" y="2899172"/>
                <a:ext cx="4248472" cy="25732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𝑑𝑃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∝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   ∴  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𝑑𝑃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𝑘𝑃</m:t>
                      </m:r>
                    </m:oMath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den>
                      </m:f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𝑑𝑃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𝑘</m:t>
                      </m:r>
                    </m:oMath>
                    <m:oMath xmlns:m="http://schemas.openxmlformats.org/officeDocument/2006/math">
                      <m:nary>
                        <m:naryPr>
                          <m:subHide m:val="on"/>
                          <m:supHide m:val="on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f>
                            <m:f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den>
                          </m:f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𝑑𝑃</m:t>
                          </m:r>
                        </m:e>
                      </m:nary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subHide m:val="on"/>
                          <m:supHide m:val="on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e>
                      </m:nary>
                    </m:oMath>
                    <m:oMath xmlns:m="http://schemas.openxmlformats.org/officeDocument/2006/math">
                      <m:func>
                        <m:func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b="0" i="0" smtClean="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</m:d>
                        </m:e>
                      </m:func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𝑘𝑡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𝐶</m:t>
                      </m:r>
                    </m:oMath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𝑘𝑡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sup>
                      </m:sSup>
                    </m:oMath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𝑨</m:t>
                      </m:r>
                      <m:sSup>
                        <m:sSup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  <m:sup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𝒌𝒕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  (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𝑤h𝑒𝑟𝑒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b="0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7784" y="2899172"/>
                <a:ext cx="4248472" cy="2573269"/>
              </a:xfrm>
              <a:prstGeom prst="rect">
                <a:avLst/>
              </a:prstGeom>
              <a:blipFill>
                <a:blip r:embed="rId4"/>
                <a:stretch>
                  <a:fillRect b="-94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8"/>
          <p:cNvSpPr/>
          <p:nvPr/>
        </p:nvSpPr>
        <p:spPr>
          <a:xfrm>
            <a:off x="3240559" y="3429000"/>
            <a:ext cx="4623408" cy="2185772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 Solve it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2987824" y="5733256"/>
                <a:ext cx="4824536" cy="10255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400" dirty="0"/>
                  <a:t>(Notice by the way that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𝑘𝑡</m:t>
                        </m:r>
                      </m:sup>
                    </m:sSup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GB" sz="1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GB" sz="1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GB" sz="1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GB" sz="1400" b="0" i="1" smtClean="0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GB" sz="1400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r>
                  <a:rPr lang="en-GB" sz="1400" dirty="0"/>
                  <a:t>, and since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lang="en-GB" sz="1400" dirty="0"/>
                  <a:t> is a constant, we could always write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⋅</m:t>
                    </m:r>
                    <m:sSup>
                      <m:sSupPr>
                        <m:ctrlPr>
                          <a:rPr lang="en-GB" sz="1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lang="en-GB" sz="1400" dirty="0"/>
                  <a:t>. i.e. The general solution is ‘any generic exponential function’, not just restricted to those with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lang="en-GB" sz="1400" dirty="0"/>
                  <a:t> as the base. However, it is customary to write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𝐴</m:t>
                    </m:r>
                    <m:sSup>
                      <m:sSupPr>
                        <m:ctrlPr>
                          <a:rPr lang="en-GB" sz="1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𝑘𝑡</m:t>
                        </m:r>
                      </m:sup>
                    </m:sSup>
                  </m:oMath>
                </a14:m>
                <a:r>
                  <a:rPr lang="en-GB" sz="1400" dirty="0"/>
                  <a:t>).</a:t>
                </a:r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7824" y="5733256"/>
                <a:ext cx="4824536" cy="1025537"/>
              </a:xfrm>
              <a:prstGeom prst="rect">
                <a:avLst/>
              </a:prstGeom>
              <a:blipFill>
                <a:blip r:embed="rId5"/>
                <a:stretch>
                  <a:fillRect l="-379" r="-253" b="-532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29BFBC4-ABD6-4D19-90BF-C2A329997073}"/>
                  </a:ext>
                </a:extLst>
              </p:cNvPr>
              <p:cNvSpPr txBox="1"/>
              <p:nvPr/>
            </p:nvSpPr>
            <p:spPr>
              <a:xfrm>
                <a:off x="5999708" y="2687898"/>
                <a:ext cx="223224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200" dirty="0"/>
                  <a:t>Recall from GCSE that </a:t>
                </a:r>
                <a14:m>
                  <m:oMath xmlns:m="http://schemas.openxmlformats.org/officeDocument/2006/math"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GB" sz="1200" dirty="0"/>
                  <a:t> is the ‘constant of proportionality’.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29BFBC4-ABD6-4D19-90BF-C2A3299970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99708" y="2687898"/>
                <a:ext cx="2232248" cy="461665"/>
              </a:xfrm>
              <a:prstGeom prst="rect">
                <a:avLst/>
              </a:prstGeom>
              <a:blipFill>
                <a:blip r:embed="rId6"/>
                <a:stretch>
                  <a:fillRect t="-1316" b="-921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B579870E-A8D1-43E9-A719-E395B6A5E98A}"/>
              </a:ext>
            </a:extLst>
          </p:cNvPr>
          <p:cNvCxnSpPr>
            <a:stCxn id="13" idx="1"/>
          </p:cNvCxnSpPr>
          <p:nvPr/>
        </p:nvCxnSpPr>
        <p:spPr>
          <a:xfrm flipH="1">
            <a:off x="5552263" y="2918731"/>
            <a:ext cx="447445" cy="1366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0A19C579-6505-4458-8414-2A7BF0117541}"/>
              </a:ext>
            </a:extLst>
          </p:cNvPr>
          <p:cNvSpPr/>
          <p:nvPr/>
        </p:nvSpPr>
        <p:spPr>
          <a:xfrm>
            <a:off x="2329656" y="2595140"/>
            <a:ext cx="6223000" cy="867452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 Form equation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4566B8A-1500-44DA-A9C3-E3691D0E8983}"/>
              </a:ext>
            </a:extLst>
          </p:cNvPr>
          <p:cNvSpPr txBox="1"/>
          <p:nvPr/>
        </p:nvSpPr>
        <p:spPr>
          <a:xfrm>
            <a:off x="271736" y="639068"/>
            <a:ext cx="828092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Differential equations are useful because regularly in real-life, the rate of change of a variable is based on its current value. For example in Year 1, we saw a property of exponential growth is that the </a:t>
            </a:r>
            <a:r>
              <a:rPr lang="en-GB" sz="1600" b="1" dirty="0"/>
              <a:t>rate of change is proportional to the current value</a:t>
            </a:r>
            <a:r>
              <a:rPr lang="en-GB" sz="1600" dirty="0"/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19337448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11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" fill="hold">
                      <p:stCondLst>
                        <p:cond delay="0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</p:childTnLst>
        </p:cTn>
      </p:par>
    </p:tnLst>
    <p:bldLst>
      <p:bldP spid="9" grpId="0" animBg="1"/>
      <p:bldP spid="10" grpId="0"/>
      <p:bldP spid="12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27C5F811-2B79-43E5-AAB4-A3DD3D474206}"/>
              </a:ext>
            </a:extLst>
          </p:cNvPr>
          <p:cNvGrpSpPr/>
          <p:nvPr/>
        </p:nvGrpSpPr>
        <p:grpSpPr>
          <a:xfrm>
            <a:off x="0" y="0"/>
            <a:ext cx="9144000" cy="599127"/>
            <a:chOff x="0" y="13335"/>
            <a:chExt cx="9144218" cy="599127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1D2F0247-FD5E-47D5-B30B-D8DA4965A041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Further Example</a:t>
              </a: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15370936-2938-46BA-80A6-7CEAC2202FFF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95101D5-1E59-46C2-81E6-B38C19C9C4EA}"/>
                  </a:ext>
                </a:extLst>
              </p:cNvPr>
              <p:cNvSpPr txBox="1"/>
              <p:nvPr/>
            </p:nvSpPr>
            <p:spPr>
              <a:xfrm>
                <a:off x="272728" y="705520"/>
                <a:ext cx="8488436" cy="2507225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1600" dirty="0"/>
                  <a:t>[Textbook] Water in a manufacturing plant is held in a large cylindrical tank of diameter 20m. Water flows out of the bottom of the tank through a tap at a rate proportional to the cube root of the volume.</a:t>
                </a:r>
              </a:p>
              <a:p>
                <a:pPr marL="342900" indent="-342900">
                  <a:buAutoNum type="alphaLcParenBoth"/>
                </a:pPr>
                <a:r>
                  <a:rPr lang="en-GB" sz="1600" dirty="0"/>
                  <a:t>Show that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GB" sz="1600" dirty="0"/>
                  <a:t> minutes after the tap is opened,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𝑑h</m:t>
                        </m:r>
                      </m:num>
                      <m:den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𝑘</m:t>
                    </m:r>
                    <m:rad>
                      <m:rad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deg>
                      <m:e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</m:rad>
                  </m:oMath>
                </a14:m>
                <a:r>
                  <a:rPr lang="en-GB" sz="1600" dirty="0"/>
                  <a:t> for some constant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GB" sz="1600" dirty="0"/>
                  <a:t>.</a:t>
                </a:r>
              </a:p>
              <a:p>
                <a:pPr marL="342900" indent="-342900">
                  <a:buAutoNum type="alphaLcParenBoth"/>
                </a:pPr>
                <a:r>
                  <a:rPr lang="en-GB" sz="1600" dirty="0"/>
                  <a:t>Show that the general solution of this differential equation may be written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  <m: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  <m:t>𝑄𝑡</m:t>
                            </m:r>
                          </m:e>
                        </m:d>
                      </m:e>
                      <m:sup>
                        <m:f>
                          <m:fPr>
                            <m:ctrlP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</m:oMath>
                </a14:m>
                <a:r>
                  <a:rPr lang="en-GB" sz="1600" dirty="0"/>
                  <a:t>, where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GB" sz="1600" dirty="0"/>
                  <a:t> and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GB" sz="1600" dirty="0"/>
                  <a:t> are constants.</a:t>
                </a:r>
              </a:p>
              <a:p>
                <a:r>
                  <a:rPr lang="en-GB" sz="1600" dirty="0"/>
                  <a:t>Initially the height of the water is 27m. 10 minutes later, the height is 8m.</a:t>
                </a:r>
              </a:p>
              <a:p>
                <a:r>
                  <a:rPr lang="en-GB" sz="1600" dirty="0"/>
                  <a:t>(c) Find the values of the constants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GB" sz="1600" dirty="0"/>
                  <a:t> and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GB" sz="1600" dirty="0"/>
                  <a:t>.</a:t>
                </a:r>
              </a:p>
              <a:p>
                <a:r>
                  <a:rPr lang="en-GB" sz="1600" dirty="0"/>
                  <a:t>(d) Find the time in minutes when the water is at a depth of 1m.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95101D5-1E59-46C2-81E6-B38C19C9C4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728" y="705520"/>
                <a:ext cx="8488436" cy="250722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Cylinder 8">
            <a:extLst>
              <a:ext uri="{FF2B5EF4-FFF2-40B4-BE49-F238E27FC236}">
                <a16:creationId xmlns:a16="http://schemas.microsoft.com/office/drawing/2014/main" id="{4726AA8F-0F49-4282-AEE2-E5A685877341}"/>
              </a:ext>
            </a:extLst>
          </p:cNvPr>
          <p:cNvSpPr/>
          <p:nvPr/>
        </p:nvSpPr>
        <p:spPr>
          <a:xfrm>
            <a:off x="7154006" y="3130550"/>
            <a:ext cx="1157610" cy="712986"/>
          </a:xfrm>
          <a:prstGeom prst="can">
            <a:avLst>
              <a:gd name="adj" fmla="val 42812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Cylinder 7">
            <a:extLst>
              <a:ext uri="{FF2B5EF4-FFF2-40B4-BE49-F238E27FC236}">
                <a16:creationId xmlns:a16="http://schemas.microsoft.com/office/drawing/2014/main" id="{99B2BA48-80B0-47F6-AAE2-2401CD99E1CF}"/>
              </a:ext>
            </a:extLst>
          </p:cNvPr>
          <p:cNvSpPr/>
          <p:nvPr/>
        </p:nvSpPr>
        <p:spPr>
          <a:xfrm>
            <a:off x="7154540" y="2616200"/>
            <a:ext cx="1157610" cy="1219200"/>
          </a:xfrm>
          <a:prstGeom prst="can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4402428-AF16-4A4E-BEEB-3CD8384BFA83}"/>
              </a:ext>
            </a:extLst>
          </p:cNvPr>
          <p:cNvCxnSpPr/>
          <p:nvPr/>
        </p:nvCxnSpPr>
        <p:spPr>
          <a:xfrm flipH="1" flipV="1">
            <a:off x="8388350" y="3244850"/>
            <a:ext cx="74" cy="47218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B8E5DA5-AA3E-4E7F-B5C5-0E8A27B71FF0}"/>
                  </a:ext>
                </a:extLst>
              </p:cNvPr>
              <p:cNvSpPr txBox="1"/>
              <p:nvPr/>
            </p:nvSpPr>
            <p:spPr>
              <a:xfrm>
                <a:off x="8356066" y="3331838"/>
                <a:ext cx="254534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h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B8E5DA5-AA3E-4E7F-B5C5-0E8A27B71F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56066" y="3331838"/>
                <a:ext cx="254534" cy="27699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7F6429C-5448-41D3-AB4B-74B0C2F34EFD}"/>
                  </a:ext>
                </a:extLst>
              </p:cNvPr>
              <p:cNvSpPr txBox="1"/>
              <p:nvPr/>
            </p:nvSpPr>
            <p:spPr>
              <a:xfrm>
                <a:off x="7482160" y="3851923"/>
                <a:ext cx="54424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20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7F6429C-5448-41D3-AB4B-74B0C2F34E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82160" y="3851923"/>
                <a:ext cx="544240" cy="2769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CC0B0544-2C81-4891-9EB0-AADDD5CDB556}"/>
              </a:ext>
            </a:extLst>
          </p:cNvPr>
          <p:cNvCxnSpPr>
            <a:cxnSpLocks/>
          </p:cNvCxnSpPr>
          <p:nvPr/>
        </p:nvCxnSpPr>
        <p:spPr>
          <a:xfrm flipH="1">
            <a:off x="7159822" y="3892550"/>
            <a:ext cx="1171378" cy="3823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2646BEA-5B08-475D-B7C2-199E1D13654B}"/>
                  </a:ext>
                </a:extLst>
              </p:cNvPr>
              <p:cNvSpPr txBox="1"/>
              <p:nvPr/>
            </p:nvSpPr>
            <p:spPr>
              <a:xfrm>
                <a:off x="265814" y="3470308"/>
                <a:ext cx="3232298" cy="21395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𝜋</m:t>
                      </m:r>
                      <m:sSup>
                        <m:sSup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p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=100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𝜋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h</m:t>
                      </m:r>
                    </m:oMath>
                    <m:oMath xmlns:m="http://schemas.openxmlformats.org/officeDocument/2006/math">
                      <m:f>
                        <m:f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𝑑𝑉</m:t>
                          </m:r>
                        </m:num>
                        <m:den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𝑑h</m:t>
                          </m:r>
                        </m:den>
                      </m:f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=100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𝜋</m:t>
                      </m:r>
                    </m:oMath>
                    <m:oMath xmlns:m="http://schemas.openxmlformats.org/officeDocument/2006/math">
                      <m:f>
                        <m:f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𝑑𝑉</m:t>
                          </m:r>
                        </m:num>
                        <m:den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𝑐</m:t>
                      </m:r>
                      <m:rad>
                        <m:rad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g>
                        <m:e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</m:rad>
                    </m:oMath>
                    <m:oMath xmlns:m="http://schemas.openxmlformats.org/officeDocument/2006/math"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𝑐</m:t>
                      </m:r>
                      <m:rad>
                        <m:rad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g>
                        <m:e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100</m:t>
                          </m:r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</m:rad>
                    </m:oMath>
                    <m:oMath xmlns:m="http://schemas.openxmlformats.org/officeDocument/2006/math">
                      <m:f>
                        <m:f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𝑑h</m:t>
                          </m:r>
                        </m:num>
                        <m:den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𝑑h</m:t>
                          </m:r>
                        </m:num>
                        <m:den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𝑑𝑉</m:t>
                          </m:r>
                        </m:den>
                      </m:f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𝑑𝑉</m:t>
                          </m:r>
                        </m:num>
                        <m:den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100</m:t>
                          </m:r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den>
                      </m:f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×</m:t>
                      </m:r>
                      <m:d>
                        <m:d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  <m:rad>
                            <m:radPr>
                              <m:ctrlP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deg>
                            <m:e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100</m:t>
                              </m:r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</m:rad>
                        </m:e>
                      </m:d>
                    </m:oMath>
                  </m:oMathPara>
                </a14:m>
                <a:br>
                  <a:rPr lang="en-GB" sz="1400" b="0" dirty="0"/>
                </a:b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∴</m:t>
                    </m:r>
                    <m:f>
                      <m:fPr>
                        <m:ctrlPr>
                          <a:rPr lang="en-GB" sz="1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𝑑h</m:t>
                        </m:r>
                      </m:num>
                      <m:den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𝑘</m:t>
                    </m:r>
                    <m:rad>
                      <m:radPr>
                        <m:ctrlPr>
                          <a:rPr lang="en-GB" sz="1400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deg>
                      <m:e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</m:rad>
                  </m:oMath>
                </a14:m>
                <a:r>
                  <a:rPr lang="en-GB" sz="1400" dirty="0"/>
                  <a:t> where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sz="1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  <m:rad>
                          <m:radPr>
                            <m:ctrlPr>
                              <a:rPr lang="en-GB" sz="1400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>
                            <m:r>
                              <a:rPr lang="en-GB" sz="14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deg>
                          <m:e>
                            <m:r>
                              <a:rPr lang="en-GB" sz="1400" b="0" i="1" smtClean="0">
                                <a:latin typeface="Cambria Math" panose="02040503050406030204" pitchFamily="18" charset="0"/>
                              </a:rPr>
                              <m:t>100</m:t>
                            </m:r>
                            <m:r>
                              <a:rPr lang="en-GB" sz="1400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</m:rad>
                      </m:num>
                      <m:den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100</m:t>
                        </m:r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den>
                    </m:f>
                  </m:oMath>
                </a14:m>
                <a:endParaRPr lang="en-GB" sz="14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2646BEA-5B08-475D-B7C2-199E1D1365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814" y="3470308"/>
                <a:ext cx="3232298" cy="213956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51F2D808-1466-4527-AD6D-E108EA88A8E2}"/>
              </a:ext>
            </a:extLst>
          </p:cNvPr>
          <p:cNvSpPr txBox="1"/>
          <p:nvPr/>
        </p:nvSpPr>
        <p:spPr>
          <a:xfrm>
            <a:off x="2641789" y="4030774"/>
            <a:ext cx="187220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/>
              <a:t>If water is flowing out, the rate of change is negative.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1157B06D-1F9B-43DC-99E6-64474DAF8566}"/>
              </a:ext>
            </a:extLst>
          </p:cNvPr>
          <p:cNvCxnSpPr>
            <a:cxnSpLocks/>
            <a:stCxn id="17" idx="1"/>
          </p:cNvCxnSpPr>
          <p:nvPr/>
        </p:nvCxnSpPr>
        <p:spPr>
          <a:xfrm flipH="1">
            <a:off x="2062716" y="4246218"/>
            <a:ext cx="579073" cy="1450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884ADE53-C50A-4BCF-A1A7-CAC93837B2A4}"/>
              </a:ext>
            </a:extLst>
          </p:cNvPr>
          <p:cNvSpPr txBox="1"/>
          <p:nvPr/>
        </p:nvSpPr>
        <p:spPr>
          <a:xfrm>
            <a:off x="2631110" y="3283589"/>
            <a:ext cx="2594755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/>
              <a:t>(a) is a ‘connected rate of change’ question in the style we saw in Chapter 9. Model the fact we have a cylinder.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3648DA65-4B41-4313-BB45-D1A49527931E}"/>
              </a:ext>
            </a:extLst>
          </p:cNvPr>
          <p:cNvCxnSpPr>
            <a:cxnSpLocks/>
          </p:cNvCxnSpPr>
          <p:nvPr/>
        </p:nvCxnSpPr>
        <p:spPr>
          <a:xfrm flipH="1">
            <a:off x="2498651" y="3600059"/>
            <a:ext cx="143139" cy="256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F8F249D0-E3C7-4866-B7F4-06E48465257B}"/>
              </a:ext>
            </a:extLst>
          </p:cNvPr>
          <p:cNvSpPr txBox="1"/>
          <p:nvPr/>
        </p:nvSpPr>
        <p:spPr>
          <a:xfrm>
            <a:off x="3131840" y="4569015"/>
            <a:ext cx="187220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/>
              <a:t>Use chain rule.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22C2838B-DFAC-49DE-9F2F-7B0A1CE1EA91}"/>
              </a:ext>
            </a:extLst>
          </p:cNvPr>
          <p:cNvCxnSpPr>
            <a:cxnSpLocks/>
          </p:cNvCxnSpPr>
          <p:nvPr/>
        </p:nvCxnSpPr>
        <p:spPr>
          <a:xfrm flipH="1">
            <a:off x="2392326" y="4648380"/>
            <a:ext cx="569067" cy="1362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93BB0479-583D-47A3-B552-2EF0C9BBD336}"/>
                  </a:ext>
                </a:extLst>
              </p:cNvPr>
              <p:cNvSpPr txBox="1"/>
              <p:nvPr/>
            </p:nvSpPr>
            <p:spPr>
              <a:xfrm>
                <a:off x="148568" y="5616298"/>
                <a:ext cx="2275655" cy="11684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𝑑h</m:t>
                          </m:r>
                        </m:num>
                        <m:den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𝑘</m:t>
                      </m:r>
                      <m:sSup>
                        <m:sSupPr>
                          <m:ctrlPr>
                            <a:rPr lang="en-GB" sz="1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p>
                          <m:f>
                            <m:fPr>
                              <m:ctrlP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den>
                          </m:f>
                        </m:sup>
                      </m:sSup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  →   </m:t>
                      </m:r>
                      <m:sSup>
                        <m:sSupPr>
                          <m:ctrlPr>
                            <a:rPr lang="en-GB" sz="1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p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den>
                          </m:f>
                        </m:sup>
                      </m:sSup>
                      <m:f>
                        <m:fPr>
                          <m:ctrlPr>
                            <a:rPr lang="en-GB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𝑑h</m:t>
                          </m:r>
                        </m:num>
                        <m:den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𝑘</m:t>
                      </m:r>
                    </m:oMath>
                    <m:oMath xmlns:m="http://schemas.openxmlformats.org/officeDocument/2006/math"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∫</m:t>
                      </m:r>
                      <m:sSup>
                        <m:sSupPr>
                          <m:ctrlPr>
                            <a:rPr lang="en-GB" sz="1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p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den>
                          </m:f>
                        </m:sup>
                      </m:sSup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𝑑h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subHide m:val="on"/>
                          <m:supHide m:val="on"/>
                          <m:ctrlPr>
                            <a:rPr lang="en-GB" sz="12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e>
                      </m:nary>
                    </m:oMath>
                  </m:oMathPara>
                </a14:m>
                <a:endParaRPr lang="en-GB" sz="12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GB" sz="1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p>
                          <m:f>
                            <m:fPr>
                              <m:ctrlP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den>
                          </m:f>
                        </m:sup>
                      </m:sSup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𝑘𝑡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93BB0479-583D-47A3-B552-2EF0C9BBD3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568" y="5616298"/>
                <a:ext cx="2275655" cy="1168461"/>
              </a:xfrm>
              <a:prstGeom prst="rect">
                <a:avLst/>
              </a:prstGeom>
              <a:blipFill>
                <a:blip r:embed="rId6"/>
                <a:stretch>
                  <a:fillRect t="-34896" b="-625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A210F6C2-1A92-4F05-808B-EDC1E3174174}"/>
                  </a:ext>
                </a:extLst>
              </p:cNvPr>
              <p:cNvSpPr txBox="1"/>
              <p:nvPr/>
            </p:nvSpPr>
            <p:spPr>
              <a:xfrm>
                <a:off x="2386607" y="5582358"/>
                <a:ext cx="2275655" cy="12243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1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p>
                          <m:f>
                            <m:fPr>
                              <m:ctrlP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den>
                          </m:f>
                        </m:sup>
                      </m:sSup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GB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𝑘𝑡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𝑐</m:t>
                      </m:r>
                    </m:oMath>
                    <m:oMath xmlns:m="http://schemas.openxmlformats.org/officeDocument/2006/math"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1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GB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sz="12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num>
                                <m:den>
                                  <m:r>
                                    <a:rPr lang="en-GB" sz="1200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𝑘𝑡</m:t>
                              </m:r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GB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sz="12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num>
                                <m:den>
                                  <m:r>
                                    <a:rPr lang="en-GB" sz="1200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</m:d>
                        </m:e>
                        <m:sup>
                          <m:f>
                            <m:fPr>
                              <m:ctrlP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</m:oMath>
                    <m:oMath xmlns:m="http://schemas.openxmlformats.org/officeDocument/2006/math"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1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𝑄𝑡</m:t>
                              </m:r>
                            </m:e>
                          </m:d>
                        </m:e>
                        <m:sup>
                          <m:f>
                            <m:fPr>
                              <m:ctrlP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en-GB" sz="1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A210F6C2-1A92-4F05-808B-EDC1E31741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86607" y="5582358"/>
                <a:ext cx="2275655" cy="122431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8DAD830E-C88E-4CFC-9E71-DC7829FF4081}"/>
              </a:ext>
            </a:extLst>
          </p:cNvPr>
          <p:cNvCxnSpPr/>
          <p:nvPr/>
        </p:nvCxnSpPr>
        <p:spPr>
          <a:xfrm>
            <a:off x="2570220" y="5733256"/>
            <a:ext cx="0" cy="93610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4E2F1910-2BB5-4F57-9445-919E2E68489E}"/>
                  </a:ext>
                </a:extLst>
              </p:cNvPr>
              <p:cNvSpPr txBox="1"/>
              <p:nvPr/>
            </p:nvSpPr>
            <p:spPr>
              <a:xfrm>
                <a:off x="5162070" y="3689498"/>
                <a:ext cx="2154158" cy="20437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=0, 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=27</m:t>
                      </m:r>
                    </m:oMath>
                    <m:oMath xmlns:m="http://schemas.openxmlformats.org/officeDocument/2006/math"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27=</m:t>
                      </m:r>
                      <m:sSup>
                        <m:sSup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p>
                          <m:f>
                            <m:fPr>
                              <m:ctrlP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  ⇒  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=9</m:t>
                      </m:r>
                    </m:oMath>
                    <m:oMath xmlns:m="http://schemas.openxmlformats.org/officeDocument/2006/math"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=10, 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=8</m:t>
                      </m:r>
                    </m:oMath>
                    <m:oMath xmlns:m="http://schemas.openxmlformats.org/officeDocument/2006/math"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8=</m:t>
                      </m:r>
                      <m:sSup>
                        <m:sSup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9−10</m:t>
                              </m:r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</m:d>
                        </m:e>
                        <m:sup>
                          <m:f>
                            <m:fPr>
                              <m:ctrlP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</m:oMath>
                    <m:oMath xmlns:m="http://schemas.openxmlformats.org/officeDocument/2006/math"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4=9−10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𝑄</m:t>
                      </m:r>
                    </m:oMath>
                    <m:oMath xmlns:m="http://schemas.openxmlformats.org/officeDocument/2006/math"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GB" sz="1400" dirty="0"/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4E2F1910-2BB5-4F57-9445-919E2E6848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62070" y="3689498"/>
                <a:ext cx="2154158" cy="204376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CDD031A7-A44E-4489-8E20-985502AAFB60}"/>
                  </a:ext>
                </a:extLst>
              </p:cNvPr>
              <p:cNvSpPr txBox="1"/>
              <p:nvPr/>
            </p:nvSpPr>
            <p:spPr>
              <a:xfrm>
                <a:off x="7373024" y="5177943"/>
                <a:ext cx="2154158" cy="15756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9−</m:t>
                              </m:r>
                              <m:f>
                                <m:fPr>
                                  <m:ctrlPr>
                                    <a:rPr lang="en-GB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sz="1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GB" sz="1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  <m:sup>
                          <m:f>
                            <m:fPr>
                              <m:ctrlP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</m:oMath>
                    <m:oMath xmlns:m="http://schemas.openxmlformats.org/officeDocument/2006/math"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1=</m:t>
                      </m:r>
                      <m:sSup>
                        <m:sSup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9−</m:t>
                              </m:r>
                              <m:f>
                                <m:fPr>
                                  <m:ctrlPr>
                                    <a:rPr lang="en-GB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sz="1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GB" sz="1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  <m:sup>
                          <m:f>
                            <m:fPr>
                              <m:ctrlP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</m:oMath>
                  </m:oMathPara>
                </a14:m>
                <a:br>
                  <a:rPr lang="en-GB" sz="1400" b="0" dirty="0"/>
                </a:b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=16</m:t>
                    </m:r>
                  </m:oMath>
                </a14:m>
                <a:r>
                  <a:rPr lang="en-GB" dirty="0"/>
                  <a:t> minutes</a:t>
                </a:r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CDD031A7-A44E-4489-8E20-985502AAFB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73024" y="5177943"/>
                <a:ext cx="2154158" cy="1575688"/>
              </a:xfrm>
              <a:prstGeom prst="rect">
                <a:avLst/>
              </a:prstGeom>
              <a:blipFill>
                <a:blip r:embed="rId9"/>
                <a:stretch>
                  <a:fillRect b="-501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Rectangle 32">
            <a:extLst>
              <a:ext uri="{FF2B5EF4-FFF2-40B4-BE49-F238E27FC236}">
                <a16:creationId xmlns:a16="http://schemas.microsoft.com/office/drawing/2014/main" id="{72871ECB-7319-4823-A82D-78D1C0C5ED47}"/>
              </a:ext>
            </a:extLst>
          </p:cNvPr>
          <p:cNvSpPr/>
          <p:nvPr/>
        </p:nvSpPr>
        <p:spPr>
          <a:xfrm>
            <a:off x="106038" y="3498610"/>
            <a:ext cx="194332" cy="200929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a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F8FAC66C-3C66-4E54-81AF-ACD4668FA34E}"/>
              </a:ext>
            </a:extLst>
          </p:cNvPr>
          <p:cNvSpPr/>
          <p:nvPr/>
        </p:nvSpPr>
        <p:spPr>
          <a:xfrm>
            <a:off x="18119" y="5723122"/>
            <a:ext cx="194332" cy="200929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b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0D482771-8B66-416B-A235-05CE33EA60EF}"/>
              </a:ext>
            </a:extLst>
          </p:cNvPr>
          <p:cNvSpPr/>
          <p:nvPr/>
        </p:nvSpPr>
        <p:spPr>
          <a:xfrm>
            <a:off x="5197177" y="3753668"/>
            <a:ext cx="194332" cy="200929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34082A89-1590-44BC-825B-CF7C6ED58A42}"/>
              </a:ext>
            </a:extLst>
          </p:cNvPr>
          <p:cNvSpPr/>
          <p:nvPr/>
        </p:nvSpPr>
        <p:spPr>
          <a:xfrm>
            <a:off x="7093632" y="5062452"/>
            <a:ext cx="194332" cy="200929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d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7F04C8AC-FBFC-438B-A9E7-9E98614FD463}"/>
              </a:ext>
            </a:extLst>
          </p:cNvPr>
          <p:cNvSpPr/>
          <p:nvPr/>
        </p:nvSpPr>
        <p:spPr>
          <a:xfrm>
            <a:off x="307920" y="3390728"/>
            <a:ext cx="4758107" cy="2235221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ED55DCE5-8DE4-48A4-B4E2-C84E7AF3C50E}"/>
              </a:ext>
            </a:extLst>
          </p:cNvPr>
          <p:cNvSpPr/>
          <p:nvPr/>
        </p:nvSpPr>
        <p:spPr>
          <a:xfrm>
            <a:off x="313622" y="5642031"/>
            <a:ext cx="4758107" cy="116220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3B570017-1F9A-4772-B4A9-E493A4A06DBD}"/>
              </a:ext>
            </a:extLst>
          </p:cNvPr>
          <p:cNvSpPr/>
          <p:nvPr/>
        </p:nvSpPr>
        <p:spPr>
          <a:xfrm>
            <a:off x="5392792" y="3737629"/>
            <a:ext cx="1645961" cy="1663711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AF3A9321-E1AE-476C-A17D-AD83AD14ACF2}"/>
              </a:ext>
            </a:extLst>
          </p:cNvPr>
          <p:cNvSpPr/>
          <p:nvPr/>
        </p:nvSpPr>
        <p:spPr>
          <a:xfrm>
            <a:off x="7269116" y="5055465"/>
            <a:ext cx="1645961" cy="1663711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7221092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7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8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3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9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4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0"/>
                  </p:tgtEl>
                </p:cond>
              </p:nextCondLst>
            </p:seq>
          </p:childTnLst>
        </p:cTn>
      </p:par>
    </p:tnLst>
    <p:bldLst>
      <p:bldP spid="37" grpId="0" animBg="1"/>
      <p:bldP spid="38" grpId="0" animBg="1"/>
      <p:bldP spid="39" grpId="0" animBg="1"/>
      <p:bldP spid="40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F11F4FF8-EF46-43E1-8734-364022BBD924}"/>
              </a:ext>
            </a:extLst>
          </p:cNvPr>
          <p:cNvGrpSpPr/>
          <p:nvPr/>
        </p:nvGrpSpPr>
        <p:grpSpPr>
          <a:xfrm>
            <a:off x="0" y="0"/>
            <a:ext cx="9144000" cy="599127"/>
            <a:chOff x="0" y="13335"/>
            <a:chExt cx="9144218" cy="599127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E8A835FC-737D-4FEE-9F81-4A65C543FF93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Test Your Understanding</a:t>
              </a: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7CC82587-AC92-4E70-8F29-2A6B5979FC4A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4F2AC5C4-3A27-4432-B021-30E5B1BB06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940" y="1016287"/>
            <a:ext cx="5690203" cy="3430859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6C29D51-0AA1-4680-B881-42DFA6CADB84}"/>
              </a:ext>
            </a:extLst>
          </p:cNvPr>
          <p:cNvSpPr txBox="1"/>
          <p:nvPr/>
        </p:nvSpPr>
        <p:spPr>
          <a:xfrm>
            <a:off x="110232" y="644533"/>
            <a:ext cx="2520280" cy="36933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dirty="0"/>
              <a:t>Edexcel C4 June 2005 Q8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35CDF56-C143-401E-A90C-C408182EE8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0765" y="1943064"/>
            <a:ext cx="5190536" cy="109223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8B59E89-B883-4C83-BD73-F71FAE2DBC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82632" y="5182203"/>
            <a:ext cx="4561367" cy="881751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CB282A2F-2DF4-49D9-B6AD-1D8CB79FC9C1}"/>
              </a:ext>
            </a:extLst>
          </p:cNvPr>
          <p:cNvSpPr/>
          <p:nvPr/>
        </p:nvSpPr>
        <p:spPr>
          <a:xfrm>
            <a:off x="4335379" y="1862062"/>
            <a:ext cx="4783221" cy="121133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996E767-79E4-44F2-A7DB-96165CE93C56}"/>
              </a:ext>
            </a:extLst>
          </p:cNvPr>
          <p:cNvSpPr/>
          <p:nvPr/>
        </p:nvSpPr>
        <p:spPr>
          <a:xfrm>
            <a:off x="4846143" y="4965405"/>
            <a:ext cx="4282721" cy="164133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F354463-28F5-4A6C-B29D-F8842E0E8B1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4809838"/>
            <a:ext cx="4736575" cy="1896394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EB544497-CB42-49CC-95A9-039E9AD2DD0E}"/>
              </a:ext>
            </a:extLst>
          </p:cNvPr>
          <p:cNvSpPr/>
          <p:nvPr/>
        </p:nvSpPr>
        <p:spPr>
          <a:xfrm>
            <a:off x="274315" y="4784650"/>
            <a:ext cx="4212625" cy="196702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FBBE12A-E284-469B-8E5E-33B5A6E317F1}"/>
              </a:ext>
            </a:extLst>
          </p:cNvPr>
          <p:cNvSpPr txBox="1"/>
          <p:nvPr/>
        </p:nvSpPr>
        <p:spPr>
          <a:xfrm>
            <a:off x="6407413" y="3333009"/>
            <a:ext cx="2286374" cy="116955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sz="1400" b="1" dirty="0"/>
              <a:t>Teachers/Students</a:t>
            </a:r>
            <a:r>
              <a:rPr lang="en-GB" sz="1400" dirty="0"/>
              <a:t>: I recommend also looking at Edexcel Jan 2008 Q8 which has a part (a) similar to the previous example.</a:t>
            </a:r>
          </a:p>
        </p:txBody>
      </p:sp>
    </p:spTree>
    <p:extLst>
      <p:ext uri="{BB962C8B-B14F-4D97-AF65-F5344CB8AC3E}">
        <p14:creationId xmlns:p14="http://schemas.microsoft.com/office/powerpoint/2010/main" val="28390452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4000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Exercise 11.11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AB409FA8-34C4-4FDD-966B-EFA5D58ECFF6}"/>
              </a:ext>
            </a:extLst>
          </p:cNvPr>
          <p:cNvSpPr txBox="1"/>
          <p:nvPr/>
        </p:nvSpPr>
        <p:spPr>
          <a:xfrm>
            <a:off x="395536" y="725840"/>
            <a:ext cx="79208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Pearson Pure Year 2</a:t>
            </a:r>
          </a:p>
          <a:p>
            <a:r>
              <a:rPr lang="en-GB" sz="2400" dirty="0"/>
              <a:t>Pages 99-100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07B3D4EB-D2A9-4BCC-B402-8AAEDE7CB1A1}"/>
              </a:ext>
            </a:extLst>
          </p:cNvPr>
          <p:cNvCxnSpPr/>
          <p:nvPr/>
        </p:nvCxnSpPr>
        <p:spPr>
          <a:xfrm>
            <a:off x="0" y="1739717"/>
            <a:ext cx="9144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93070792-982B-43DC-B3F0-C3F8AB041DB2}"/>
              </a:ext>
            </a:extLst>
          </p:cNvPr>
          <p:cNvSpPr txBox="1"/>
          <p:nvPr/>
        </p:nvSpPr>
        <p:spPr>
          <a:xfrm>
            <a:off x="374452" y="1806848"/>
            <a:ext cx="19442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Extension:</a:t>
            </a:r>
          </a:p>
          <a:p>
            <a:r>
              <a:rPr lang="en-GB" i="1" dirty="0"/>
              <a:t>[STEP 2011 Q7]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28FDEC5-51AF-43D4-A4FF-2D0758A727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5736" y="1922148"/>
            <a:ext cx="6454778" cy="4777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24031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Homework Exercise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45B9179D-64B6-537C-4708-6882DB45E7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903" y="620688"/>
            <a:ext cx="7639050" cy="6210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8875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Homework Exercise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E09A32EA-A357-8621-D552-2CDB9C9A4B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465" y="764704"/>
            <a:ext cx="7781925" cy="5905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29289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49FBA6-E7A8-AED8-4862-6EC500D20F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77980BFA-A184-C480-FEB7-AB67D13F31EE}"/>
              </a:ext>
            </a:extLst>
          </p:cNvPr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8F4C1C7A-6F4A-CE86-21DE-296F2B4E34B5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Homework Exercise</a:t>
              </a: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1390C0AD-9DF1-0767-3EBA-D79FDD986000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0272FEAD-6571-39C9-FB6A-20174B920C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228" y="908720"/>
            <a:ext cx="7772400" cy="4552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23974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C500B5-B570-B107-9B4F-8E9FF851B4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CB3FEC8F-895D-BDE0-15AB-8D4CE6895487}"/>
              </a:ext>
            </a:extLst>
          </p:cNvPr>
          <p:cNvGrpSpPr/>
          <p:nvPr/>
        </p:nvGrpSpPr>
        <p:grpSpPr>
          <a:xfrm>
            <a:off x="0" y="0"/>
            <a:ext cx="9143074" cy="587744"/>
            <a:chOff x="0" y="13335"/>
            <a:chExt cx="9144218" cy="587744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F90FA4E8-4B7E-AC18-C6BB-1CFF17B45D19}"/>
                </a:ext>
              </a:extLst>
            </p:cNvPr>
            <p:cNvSpPr txBox="1"/>
            <p:nvPr/>
          </p:nvSpPr>
          <p:spPr>
            <a:xfrm>
              <a:off x="0" y="13335"/>
              <a:ext cx="9144000" cy="58477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Homework</a:t>
              </a:r>
              <a:r>
                <a:rPr lang="en-GB" sz="3200" dirty="0">
                  <a:latin typeface="+mj-lt"/>
                </a:rPr>
                <a:t> Answers</a:t>
              </a:r>
              <a:endParaRPr lang="en-GB" sz="3200" dirty="0"/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02D48786-6F2D-EAE3-232E-79D37785557E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03C07F10-BFD5-D888-E00A-400AEA4A12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89099"/>
            <a:ext cx="9144000" cy="5736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89010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2145CED0C8C3544A5BCCC2783BB773D" ma:contentTypeVersion="18" ma:contentTypeDescription="Create a new document." ma:contentTypeScope="" ma:versionID="071d80e8befb16289be70b0ed95d7a13">
  <xsd:schema xmlns:xsd="http://www.w3.org/2001/XMLSchema" xmlns:xs="http://www.w3.org/2001/XMLSchema" xmlns:p="http://schemas.microsoft.com/office/2006/metadata/properties" xmlns:ns2="faa1ecaf-a1aa-4fc9-8c75-2805352e1f65" xmlns:ns3="f9cd3b9a-9a6c-485a-81b7-4082693b5161" targetNamespace="http://schemas.microsoft.com/office/2006/metadata/properties" ma:root="true" ma:fieldsID="bfedc4b824bdcf7bc3afcdacf96d42fb" ns2:_="" ns3:_="">
    <xsd:import namespace="faa1ecaf-a1aa-4fc9-8c75-2805352e1f65"/>
    <xsd:import namespace="f9cd3b9a-9a6c-485a-81b7-4082693b516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DateTaken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aa1ecaf-a1aa-4fc9-8c75-2805352e1f6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internalName="MediaServiceAutoTags" ma:readOnly="true">
      <xsd:simpleType>
        <xsd:restriction base="dms:Text"/>
      </xsd:simpleType>
    </xsd:element>
    <xsd:element name="MediaServiceOCR" ma:index="11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3" nillable="true" ma:displayName="MediaServiceLocation" ma:internalName="MediaServiceLocation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MediaServiceObjectDetectorVersions" ma:index="2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23" nillable="true" ma:taxonomy="true" ma:internalName="lcf76f155ced4ddcb4097134ff3c332f" ma:taxonomyFieldName="MediaServiceImageTags" ma:displayName="Image Tags" ma:readOnly="false" ma:fieldId="{5cf76f15-5ced-4ddc-b409-7134ff3c332f}" ma:taxonomyMulti="true" ma:sspId="35c9266d-873e-4384-88ad-117b2e21bbb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9cd3b9a-9a6c-485a-81b7-4082693b516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4" nillable="true" ma:displayName="Taxonomy Catch All Column" ma:hidden="true" ma:list="{37dd2894-802d-4a2b-8969-adc31d00c97c}" ma:internalName="TaxCatchAll" ma:showField="CatchAllData" ma:web="f9cd3b9a-9a6c-485a-81b7-4082693b516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aa1ecaf-a1aa-4fc9-8c75-2805352e1f65">
      <Terms xmlns="http://schemas.microsoft.com/office/infopath/2007/PartnerControls"/>
    </lcf76f155ced4ddcb4097134ff3c332f>
    <TaxCatchAll xmlns="f9cd3b9a-9a6c-485a-81b7-4082693b5161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0663578-A72F-4CF5-86EB-49307922FA5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aa1ecaf-a1aa-4fc9-8c75-2805352e1f65"/>
    <ds:schemaRef ds:uri="f9cd3b9a-9a6c-485a-81b7-4082693b516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33B3424-125D-4609-84E5-4A3F753A602C}">
  <ds:schemaRefs>
    <ds:schemaRef ds:uri="http://schemas.microsoft.com/office/2006/metadata/properties"/>
    <ds:schemaRef ds:uri="http://schemas.microsoft.com/office/infopath/2007/PartnerControls"/>
    <ds:schemaRef ds:uri="faa1ecaf-a1aa-4fc9-8c75-2805352e1f65"/>
    <ds:schemaRef ds:uri="f9cd3b9a-9a6c-485a-81b7-4082693b5161"/>
  </ds:schemaRefs>
</ds:datastoreItem>
</file>

<file path=customXml/itemProps3.xml><?xml version="1.0" encoding="utf-8"?>
<ds:datastoreItem xmlns:ds="http://schemas.openxmlformats.org/officeDocument/2006/customXml" ds:itemID="{87A8A453-4F69-4ABD-93B0-CC23B8374D5A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22517</TotalTime>
  <Words>608</Words>
  <Application>Microsoft Office PowerPoint</Application>
  <PresentationFormat>On-screen Show (4:3)</PresentationFormat>
  <Paragraphs>52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Cambria Math</vt:lpstr>
      <vt:lpstr>Office Theme</vt:lpstr>
      <vt:lpstr>P2 Chapter 11: Integration  Modelling with Differential Equations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RM plc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Frost J</dc:creator>
  <cp:lastModifiedBy>Dieter Beaven</cp:lastModifiedBy>
  <cp:revision>836</cp:revision>
  <dcterms:created xsi:type="dcterms:W3CDTF">2013-02-28T07:36:55Z</dcterms:created>
  <dcterms:modified xsi:type="dcterms:W3CDTF">2025-09-30T15:33:15Z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0x010100E2145CED0C8C3544A5BCCC2783BB773D</vt:lpwstr>
  </property>
</Properties>
</file>