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717" r:id="rId5"/>
    <p:sldId id="654" r:id="rId6"/>
    <p:sldId id="663" r:id="rId7"/>
    <p:sldId id="664" r:id="rId8"/>
    <p:sldId id="531" r:id="rId9"/>
    <p:sldId id="533" r:id="rId10"/>
    <p:sldId id="718" r:id="rId11"/>
    <p:sldId id="70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197000CD-D614-4EDB-B4C2-59D6EF113C98}"/>
    <pc:docChg chg="modSld">
      <pc:chgData name="Dieter Beaven" userId="9bbdb69f-69d0-4759-aa9b-5c090a2da237" providerId="ADAL" clId="{197000CD-D614-4EDB-B4C2-59D6EF113C98}" dt="2024-12-11T14:12:40.069" v="11" actId="20577"/>
      <pc:docMkLst>
        <pc:docMk/>
      </pc:docMkLst>
      <pc:sldChg chg="modSp mod">
        <pc:chgData name="Dieter Beaven" userId="9bbdb69f-69d0-4759-aa9b-5c090a2da237" providerId="ADAL" clId="{197000CD-D614-4EDB-B4C2-59D6EF113C98}" dt="2024-12-11T14:12:40.069" v="11" actId="20577"/>
        <pc:sldMkLst>
          <pc:docMk/>
          <pc:sldMk cId="938785864" sldId="717"/>
        </pc:sldMkLst>
        <pc:spChg chg="mod">
          <ac:chgData name="Dieter Beaven" userId="9bbdb69f-69d0-4759-aa9b-5c090a2da237" providerId="ADAL" clId="{197000CD-D614-4EDB-B4C2-59D6EF113C98}" dt="2024-12-11T14:12:40.069" v="11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200CFD01-AA2B-457D-AB24-A1431253D06C}"/>
    <pc:docChg chg="modSld">
      <pc:chgData name="Dieter Beaven" userId="9bbdb69f-69d0-4759-aa9b-5c090a2da237" providerId="ADAL" clId="{200CFD01-AA2B-457D-AB24-A1431253D06C}" dt="2024-12-17T16:44:03.200" v="35" actId="6549"/>
      <pc:docMkLst>
        <pc:docMk/>
      </pc:docMkLst>
      <pc:sldChg chg="modSp mod">
        <pc:chgData name="Dieter Beaven" userId="9bbdb69f-69d0-4759-aa9b-5c090a2da237" providerId="ADAL" clId="{200CFD01-AA2B-457D-AB24-A1431253D06C}" dt="2024-12-17T16:44:03.200" v="35" actId="6549"/>
        <pc:sldMkLst>
          <pc:docMk/>
          <pc:sldMk cId="2586607706" sldId="531"/>
        </pc:sldMkLst>
        <pc:spChg chg="mod">
          <ac:chgData name="Dieter Beaven" userId="9bbdb69f-69d0-4759-aa9b-5c090a2da237" providerId="ADAL" clId="{200CFD01-AA2B-457D-AB24-A1431253D06C}" dt="2024-12-17T16:43:05.240" v="3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200CFD01-AA2B-457D-AB24-A1431253D06C}" dt="2024-12-17T16:44:03.200" v="35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modSp mod">
        <pc:chgData name="Dieter Beaven" userId="9bbdb69f-69d0-4759-aa9b-5c090a2da237" providerId="ADAL" clId="{200CFD01-AA2B-457D-AB24-A1431253D06C}" dt="2024-12-17T16:42:49.673" v="31" actId="20577"/>
        <pc:sldMkLst>
          <pc:docMk/>
          <pc:sldMk cId="938785864" sldId="717"/>
        </pc:sldMkLst>
        <pc:spChg chg="mod">
          <ac:chgData name="Dieter Beaven" userId="9bbdb69f-69d0-4759-aa9b-5c090a2da237" providerId="ADAL" clId="{200CFD01-AA2B-457D-AB24-A1431253D06C}" dt="2024-12-17T16:42:49.673" v="31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F95AE5B9-5693-47CF-84F6-4D36A4565940}"/>
    <pc:docChg chg="undo custSel addSld modSld">
      <pc:chgData name="Dieter Beaven" userId="9bbdb69f-69d0-4759-aa9b-5c090a2da237" providerId="ADAL" clId="{F95AE5B9-5693-47CF-84F6-4D36A4565940}" dt="2024-12-10T16:41:50.722" v="15" actId="6549"/>
      <pc:docMkLst>
        <pc:docMk/>
      </pc:docMkLst>
      <pc:sldChg chg="modSp mod">
        <pc:chgData name="Dieter Beaven" userId="9bbdb69f-69d0-4759-aa9b-5c090a2da237" providerId="ADAL" clId="{F95AE5B9-5693-47CF-84F6-4D36A4565940}" dt="2024-12-10T16:41:50.722" v="15" actId="6549"/>
        <pc:sldMkLst>
          <pc:docMk/>
          <pc:sldMk cId="2586607706" sldId="531"/>
        </pc:sldMkLst>
        <pc:spChg chg="mod">
          <ac:chgData name="Dieter Beaven" userId="9bbdb69f-69d0-4759-aa9b-5c090a2da237" providerId="ADAL" clId="{F95AE5B9-5693-47CF-84F6-4D36A4565940}" dt="2024-12-10T16:41:36.348" v="13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F95AE5B9-5693-47CF-84F6-4D36A4565940}" dt="2024-12-10T16:41:50.722" v="15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Sp mod">
        <pc:chgData name="Dieter Beaven" userId="9bbdb69f-69d0-4759-aa9b-5c090a2da237" providerId="ADAL" clId="{F95AE5B9-5693-47CF-84F6-4D36A4565940}" dt="2024-12-10T16:19:41.249" v="3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F95AE5B9-5693-47CF-84F6-4D36A4565940}" dt="2024-12-10T16:19:23.987" v="1" actId="22"/>
          <ac:picMkLst>
            <pc:docMk/>
            <pc:sldMk cId="173887519" sldId="533"/>
            <ac:picMk id="6" creationId="{5F937C33-3DE4-A43E-A7CE-7BCA07ABFAC0}"/>
          </ac:picMkLst>
        </pc:picChg>
        <pc:picChg chg="add mod">
          <ac:chgData name="Dieter Beaven" userId="9bbdb69f-69d0-4759-aa9b-5c090a2da237" providerId="ADAL" clId="{F95AE5B9-5693-47CF-84F6-4D36A4565940}" dt="2024-12-10T16:19:41.249" v="3" actId="1076"/>
          <ac:picMkLst>
            <pc:docMk/>
            <pc:sldMk cId="173887519" sldId="533"/>
            <ac:picMk id="8" creationId="{7206BBFE-47D2-8A61-6C77-DE22F5E5BA36}"/>
          </ac:picMkLst>
        </pc:picChg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214681041" sldId="582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126887055" sldId="584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1811924599" sldId="585"/>
        </pc:sldMkLst>
      </pc:sldChg>
      <pc:sldChg chg="addSp modSp mod">
        <pc:chgData name="Dieter Beaven" userId="9bbdb69f-69d0-4759-aa9b-5c090a2da237" providerId="ADAL" clId="{F95AE5B9-5693-47CF-84F6-4D36A4565940}" dt="2024-12-10T16:39:45.423" v="10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F95AE5B9-5693-47CF-84F6-4D36A4565940}" dt="2024-12-10T16:39:45.423" v="10" actId="1076"/>
          <ac:picMkLst>
            <pc:docMk/>
            <pc:sldMk cId="464788855" sldId="701"/>
            <ac:picMk id="6" creationId="{A8BA92AD-AA83-5B61-A807-E41D8C12DE1D}"/>
          </ac:picMkLst>
        </pc:picChg>
      </pc:sldChg>
      <pc:sldChg chg="addSp modSp mod">
        <pc:chgData name="Dieter Beaven" userId="9bbdb69f-69d0-4759-aa9b-5c090a2da237" providerId="ADAL" clId="{F95AE5B9-5693-47CF-84F6-4D36A4565940}" dt="2024-12-10T16:20:40.384" v="6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F95AE5B9-5693-47CF-84F6-4D36A4565940}" dt="2024-12-10T16:20:40.384" v="6" actId="1076"/>
          <ac:picMkLst>
            <pc:docMk/>
            <pc:sldMk cId="3902928920" sldId="718"/>
            <ac:picMk id="6" creationId="{0B6F0CD0-F534-CC23-2B25-2C699B43CF1B}"/>
          </ac:picMkLst>
        </pc:picChg>
      </pc:sldChg>
    </pc:docChg>
  </pc:docChgLst>
  <pc:docChgLst>
    <pc:chgData name="Dieter Beaven" userId="9bbdb69f-69d0-4759-aa9b-5c090a2da237" providerId="ADAL" clId="{F80E3982-F7F7-416F-9043-600DEC2FD550}"/>
    <pc:docChg chg="addSld modSld">
      <pc:chgData name="Dieter Beaven" userId="9bbdb69f-69d0-4759-aa9b-5c090a2da237" providerId="ADAL" clId="{F80E3982-F7F7-416F-9043-600DEC2FD550}" dt="2024-12-17T16:51:12.083" v="50"/>
      <pc:docMkLst>
        <pc:docMk/>
      </pc:docMkLst>
      <pc:sldChg chg="modSp mod">
        <pc:chgData name="Dieter Beaven" userId="9bbdb69f-69d0-4759-aa9b-5c090a2da237" providerId="ADAL" clId="{F80E3982-F7F7-416F-9043-600DEC2FD550}" dt="2024-12-17T16:46:35.336" v="49" actId="6549"/>
        <pc:sldMkLst>
          <pc:docMk/>
          <pc:sldMk cId="2586607706" sldId="531"/>
        </pc:sldMkLst>
        <pc:spChg chg="mod">
          <ac:chgData name="Dieter Beaven" userId="9bbdb69f-69d0-4759-aa9b-5c090a2da237" providerId="ADAL" clId="{F80E3982-F7F7-416F-9043-600DEC2FD550}" dt="2024-12-17T16:46:27.392" v="45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F80E3982-F7F7-416F-9043-600DEC2FD550}" dt="2024-12-17T16:46:35.336" v="49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F80E3982-F7F7-416F-9043-600DEC2FD550}" dt="2024-12-17T16:51:12.083" v="50"/>
        <pc:sldMkLst>
          <pc:docMk/>
          <pc:sldMk cId="3841160040" sldId="654"/>
        </pc:sldMkLst>
      </pc:sldChg>
      <pc:sldChg chg="add">
        <pc:chgData name="Dieter Beaven" userId="9bbdb69f-69d0-4759-aa9b-5c090a2da237" providerId="ADAL" clId="{F80E3982-F7F7-416F-9043-600DEC2FD550}" dt="2024-12-17T16:51:12.083" v="50"/>
        <pc:sldMkLst>
          <pc:docMk/>
          <pc:sldMk cId="1371189512" sldId="663"/>
        </pc:sldMkLst>
      </pc:sldChg>
      <pc:sldChg chg="add">
        <pc:chgData name="Dieter Beaven" userId="9bbdb69f-69d0-4759-aa9b-5c090a2da237" providerId="ADAL" clId="{F80E3982-F7F7-416F-9043-600DEC2FD550}" dt="2024-12-17T16:51:12.083" v="50"/>
        <pc:sldMkLst>
          <pc:docMk/>
          <pc:sldMk cId="2030828111" sldId="664"/>
        </pc:sldMkLst>
      </pc:sldChg>
      <pc:sldChg chg="modSp mod">
        <pc:chgData name="Dieter Beaven" userId="9bbdb69f-69d0-4759-aa9b-5c090a2da237" providerId="ADAL" clId="{F80E3982-F7F7-416F-9043-600DEC2FD550}" dt="2024-12-17T16:46:21.668" v="43" actId="20577"/>
        <pc:sldMkLst>
          <pc:docMk/>
          <pc:sldMk cId="938785864" sldId="717"/>
        </pc:sldMkLst>
        <pc:spChg chg="mod">
          <ac:chgData name="Dieter Beaven" userId="9bbdb69f-69d0-4759-aa9b-5c090a2da237" providerId="ADAL" clId="{F80E3982-F7F7-416F-9043-600DEC2FD550}" dt="2024-12-17T16:46:21.668" v="43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2FFCC0BE-FC24-4544-85A6-5647C4F89ED7}"/>
    <pc:docChg chg="custSel delSld modSld">
      <pc:chgData name="Dieter Beaven" userId="9bbdb69f-69d0-4759-aa9b-5c090a2da237" providerId="ADAL" clId="{2FFCC0BE-FC24-4544-85A6-5647C4F89ED7}" dt="2024-12-17T16:41:58.429" v="34" actId="478"/>
      <pc:docMkLst>
        <pc:docMk/>
      </pc:docMkLst>
      <pc:sldChg chg="delSp mod">
        <pc:chgData name="Dieter Beaven" userId="9bbdb69f-69d0-4759-aa9b-5c090a2da237" providerId="ADAL" clId="{2FFCC0BE-FC24-4544-85A6-5647C4F89ED7}" dt="2024-12-17T16:41:50.773" v="30" actId="478"/>
        <pc:sldMkLst>
          <pc:docMk/>
          <pc:sldMk cId="173887519" sldId="533"/>
        </pc:sldMkLst>
        <pc:picChg chg="del">
          <ac:chgData name="Dieter Beaven" userId="9bbdb69f-69d0-4759-aa9b-5c090a2da237" providerId="ADAL" clId="{2FFCC0BE-FC24-4544-85A6-5647C4F89ED7}" dt="2024-12-17T16:41:50.773" v="30" actId="478"/>
          <ac:picMkLst>
            <pc:docMk/>
            <pc:sldMk cId="173887519" sldId="533"/>
            <ac:picMk id="6" creationId="{19633A17-17A1-7A70-5602-F932599D0C0B}"/>
          </ac:picMkLst>
        </pc:picChg>
      </pc:sldChg>
      <pc:sldChg chg="del">
        <pc:chgData name="Dieter Beaven" userId="9bbdb69f-69d0-4759-aa9b-5c090a2da237" providerId="ADAL" clId="{2FFCC0BE-FC24-4544-85A6-5647C4F89ED7}" dt="2024-12-17T16:41:44.955" v="24" actId="47"/>
        <pc:sldMkLst>
          <pc:docMk/>
          <pc:sldMk cId="519013552" sldId="642"/>
        </pc:sldMkLst>
      </pc:sldChg>
      <pc:sldChg chg="del">
        <pc:chgData name="Dieter Beaven" userId="9bbdb69f-69d0-4759-aa9b-5c090a2da237" providerId="ADAL" clId="{2FFCC0BE-FC24-4544-85A6-5647C4F89ED7}" dt="2024-12-17T16:41:45.798" v="25" actId="47"/>
        <pc:sldMkLst>
          <pc:docMk/>
          <pc:sldMk cId="308390081" sldId="643"/>
        </pc:sldMkLst>
      </pc:sldChg>
      <pc:sldChg chg="del">
        <pc:chgData name="Dieter Beaven" userId="9bbdb69f-69d0-4759-aa9b-5c090a2da237" providerId="ADAL" clId="{2FFCC0BE-FC24-4544-85A6-5647C4F89ED7}" dt="2024-12-17T16:41:46.275" v="26" actId="47"/>
        <pc:sldMkLst>
          <pc:docMk/>
          <pc:sldMk cId="1440638986" sldId="644"/>
        </pc:sldMkLst>
      </pc:sldChg>
      <pc:sldChg chg="del">
        <pc:chgData name="Dieter Beaven" userId="9bbdb69f-69d0-4759-aa9b-5c090a2da237" providerId="ADAL" clId="{2FFCC0BE-FC24-4544-85A6-5647C4F89ED7}" dt="2024-12-17T16:41:46.806" v="27" actId="47"/>
        <pc:sldMkLst>
          <pc:docMk/>
          <pc:sldMk cId="1490156849" sldId="646"/>
        </pc:sldMkLst>
      </pc:sldChg>
      <pc:sldChg chg="del">
        <pc:chgData name="Dieter Beaven" userId="9bbdb69f-69d0-4759-aa9b-5c090a2da237" providerId="ADAL" clId="{2FFCC0BE-FC24-4544-85A6-5647C4F89ED7}" dt="2024-12-17T16:41:47.570" v="28" actId="47"/>
        <pc:sldMkLst>
          <pc:docMk/>
          <pc:sldMk cId="1679143814" sldId="647"/>
        </pc:sldMkLst>
      </pc:sldChg>
      <pc:sldChg chg="del">
        <pc:chgData name="Dieter Beaven" userId="9bbdb69f-69d0-4759-aa9b-5c090a2da237" providerId="ADAL" clId="{2FFCC0BE-FC24-4544-85A6-5647C4F89ED7}" dt="2024-12-17T16:41:48.742" v="29" actId="47"/>
        <pc:sldMkLst>
          <pc:docMk/>
          <pc:sldMk cId="4689981" sldId="648"/>
        </pc:sldMkLst>
      </pc:sldChg>
      <pc:sldChg chg="delSp mod">
        <pc:chgData name="Dieter Beaven" userId="9bbdb69f-69d0-4759-aa9b-5c090a2da237" providerId="ADAL" clId="{2FFCC0BE-FC24-4544-85A6-5647C4F89ED7}" dt="2024-12-17T16:41:57.179" v="33" actId="478"/>
        <pc:sldMkLst>
          <pc:docMk/>
          <pc:sldMk cId="464788855" sldId="701"/>
        </pc:sldMkLst>
        <pc:picChg chg="del">
          <ac:chgData name="Dieter Beaven" userId="9bbdb69f-69d0-4759-aa9b-5c090a2da237" providerId="ADAL" clId="{2FFCC0BE-FC24-4544-85A6-5647C4F89ED7}" dt="2024-12-17T16:41:57.179" v="33" actId="478"/>
          <ac:picMkLst>
            <pc:docMk/>
            <pc:sldMk cId="464788855" sldId="701"/>
            <ac:picMk id="7" creationId="{1545D896-8CBC-0EBA-7446-7B95E04A2DF4}"/>
          </ac:picMkLst>
        </pc:picChg>
      </pc:sldChg>
      <pc:sldChg chg="modSp mod">
        <pc:chgData name="Dieter Beaven" userId="9bbdb69f-69d0-4759-aa9b-5c090a2da237" providerId="ADAL" clId="{2FFCC0BE-FC24-4544-85A6-5647C4F89ED7}" dt="2024-12-17T16:41:37.652" v="23" actId="20577"/>
        <pc:sldMkLst>
          <pc:docMk/>
          <pc:sldMk cId="938785864" sldId="717"/>
        </pc:sldMkLst>
        <pc:spChg chg="mod">
          <ac:chgData name="Dieter Beaven" userId="9bbdb69f-69d0-4759-aa9b-5c090a2da237" providerId="ADAL" clId="{2FFCC0BE-FC24-4544-85A6-5647C4F89ED7}" dt="2024-12-17T16:41:37.652" v="23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2FFCC0BE-FC24-4544-85A6-5647C4F89ED7}" dt="2024-12-17T16:41:52.070" v="31" actId="478"/>
        <pc:sldMkLst>
          <pc:docMk/>
          <pc:sldMk cId="3902928920" sldId="718"/>
        </pc:sldMkLst>
        <pc:picChg chg="del">
          <ac:chgData name="Dieter Beaven" userId="9bbdb69f-69d0-4759-aa9b-5c090a2da237" providerId="ADAL" clId="{2FFCC0BE-FC24-4544-85A6-5647C4F89ED7}" dt="2024-12-17T16:41:52.070" v="31" actId="478"/>
          <ac:picMkLst>
            <pc:docMk/>
            <pc:sldMk cId="3902928920" sldId="718"/>
            <ac:picMk id="7" creationId="{A9304D5B-0868-1DA1-A342-C22D2AAEE5FE}"/>
          </ac:picMkLst>
        </pc:picChg>
      </pc:sldChg>
      <pc:sldChg chg="delSp mod">
        <pc:chgData name="Dieter Beaven" userId="9bbdb69f-69d0-4759-aa9b-5c090a2da237" providerId="ADAL" clId="{2FFCC0BE-FC24-4544-85A6-5647C4F89ED7}" dt="2024-12-17T16:41:53.211" v="32" actId="478"/>
        <pc:sldMkLst>
          <pc:docMk/>
          <pc:sldMk cId="1631546961" sldId="719"/>
        </pc:sldMkLst>
        <pc:picChg chg="del">
          <ac:chgData name="Dieter Beaven" userId="9bbdb69f-69d0-4759-aa9b-5c090a2da237" providerId="ADAL" clId="{2FFCC0BE-FC24-4544-85A6-5647C4F89ED7}" dt="2024-12-17T16:41:53.211" v="32" actId="478"/>
          <ac:picMkLst>
            <pc:docMk/>
            <pc:sldMk cId="1631546961" sldId="719"/>
            <ac:picMk id="6" creationId="{7D69BA0B-3CC2-3921-F2A8-A7E1CE765695}"/>
          </ac:picMkLst>
        </pc:picChg>
      </pc:sldChg>
      <pc:sldChg chg="delSp mod">
        <pc:chgData name="Dieter Beaven" userId="9bbdb69f-69d0-4759-aa9b-5c090a2da237" providerId="ADAL" clId="{2FFCC0BE-FC24-4544-85A6-5647C4F89ED7}" dt="2024-12-17T16:41:58.429" v="34" actId="478"/>
        <pc:sldMkLst>
          <pc:docMk/>
          <pc:sldMk cId="1127558906" sldId="720"/>
        </pc:sldMkLst>
        <pc:picChg chg="del">
          <ac:chgData name="Dieter Beaven" userId="9bbdb69f-69d0-4759-aa9b-5c090a2da237" providerId="ADAL" clId="{2FFCC0BE-FC24-4544-85A6-5647C4F89ED7}" dt="2024-12-17T16:41:58.429" v="34" actId="478"/>
          <ac:picMkLst>
            <pc:docMk/>
            <pc:sldMk cId="1127558906" sldId="720"/>
            <ac:picMk id="8" creationId="{AE054D04-3A90-71C2-2CB8-CED3580EA3D8}"/>
          </ac:picMkLst>
        </pc:picChg>
      </pc:sldChg>
    </pc:docChg>
  </pc:docChgLst>
  <pc:docChgLst>
    <pc:chgData name="Dieter Beaven" userId="9bbdb69f-69d0-4759-aa9b-5c090a2da237" providerId="ADAL" clId="{EA8BAB0F-7536-4D0B-8892-B624F71C1627}"/>
    <pc:docChg chg="undo custSel addSld delSld modSld">
      <pc:chgData name="Dieter Beaven" userId="9bbdb69f-69d0-4759-aa9b-5c090a2da237" providerId="ADAL" clId="{EA8BAB0F-7536-4D0B-8892-B624F71C1627}" dt="2024-12-11T17:16:25.189" v="98" actId="1076"/>
      <pc:docMkLst>
        <pc:docMk/>
      </pc:docMkLst>
      <pc:sldChg chg="modSp mod">
        <pc:chgData name="Dieter Beaven" userId="9bbdb69f-69d0-4759-aa9b-5c090a2da237" providerId="ADAL" clId="{EA8BAB0F-7536-4D0B-8892-B624F71C1627}" dt="2024-12-11T17:05:42.94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A8BAB0F-7536-4D0B-8892-B624F71C1627}" dt="2024-12-11T17:05:33.801" v="56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A8BAB0F-7536-4D0B-8892-B624F71C1627}" dt="2024-12-11T17:05:42.94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">
        <pc:chgData name="Dieter Beaven" userId="9bbdb69f-69d0-4759-aa9b-5c090a2da237" providerId="ADAL" clId="{EA8BAB0F-7536-4D0B-8892-B624F71C1627}" dt="2024-12-11T17:11:11.790" v="81" actId="22"/>
        <pc:sldMkLst>
          <pc:docMk/>
          <pc:sldMk cId="173887519" sldId="533"/>
        </pc:sldMkLst>
        <pc:picChg chg="add">
          <ac:chgData name="Dieter Beaven" userId="9bbdb69f-69d0-4759-aa9b-5c090a2da237" providerId="ADAL" clId="{EA8BAB0F-7536-4D0B-8892-B624F71C1627}" dt="2024-12-11T17:11:11.790" v="81" actId="22"/>
          <ac:picMkLst>
            <pc:docMk/>
            <pc:sldMk cId="173887519" sldId="533"/>
            <ac:picMk id="6" creationId="{19633A17-17A1-7A70-5602-F932599D0C0B}"/>
          </ac:picMkLst>
        </pc:picChg>
        <pc:picChg chg="del">
          <ac:chgData name="Dieter Beaven" userId="9bbdb69f-69d0-4759-aa9b-5c090a2da237" providerId="ADAL" clId="{EA8BAB0F-7536-4D0B-8892-B624F71C1627}" dt="2024-12-11T17:05:46.835" v="61" actId="478"/>
          <ac:picMkLst>
            <pc:docMk/>
            <pc:sldMk cId="173887519" sldId="533"/>
            <ac:picMk id="8" creationId="{7206BBFE-47D2-8A61-6C77-DE22F5E5BA36}"/>
          </ac:picMkLst>
        </pc:picChg>
      </pc:sldChg>
      <pc:sldChg chg="del">
        <pc:chgData name="Dieter Beaven" userId="9bbdb69f-69d0-4759-aa9b-5c090a2da237" providerId="ADAL" clId="{EA8BAB0F-7536-4D0B-8892-B624F71C1627}" dt="2024-12-11T17:05:25.035" v="50" actId="47"/>
        <pc:sldMkLst>
          <pc:docMk/>
          <pc:sldMk cId="2214681041" sldId="582"/>
        </pc:sldMkLst>
      </pc:sldChg>
      <pc:sldChg chg="del">
        <pc:chgData name="Dieter Beaven" userId="9bbdb69f-69d0-4759-aa9b-5c090a2da237" providerId="ADAL" clId="{EA8BAB0F-7536-4D0B-8892-B624F71C1627}" dt="2024-12-11T17:05:25.761" v="51" actId="47"/>
        <pc:sldMkLst>
          <pc:docMk/>
          <pc:sldMk cId="2126887055" sldId="584"/>
        </pc:sldMkLst>
      </pc:sldChg>
      <pc:sldChg chg="del">
        <pc:chgData name="Dieter Beaven" userId="9bbdb69f-69d0-4759-aa9b-5c090a2da237" providerId="ADAL" clId="{EA8BAB0F-7536-4D0B-8892-B624F71C1627}" dt="2024-12-11T17:05:26.221" v="52" actId="47"/>
        <pc:sldMkLst>
          <pc:docMk/>
          <pc:sldMk cId="1811924599" sldId="585"/>
        </pc:sldMkLst>
      </pc:sldChg>
      <pc:sldChg chg="modSp add">
        <pc:chgData name="Dieter Beaven" userId="9bbdb69f-69d0-4759-aa9b-5c090a2da237" providerId="ADAL" clId="{EA8BAB0F-7536-4D0B-8892-B624F71C1627}" dt="2024-12-11T17:07:13.476" v="78" actId="20577"/>
        <pc:sldMkLst>
          <pc:docMk/>
          <pc:sldMk cId="519013552" sldId="642"/>
        </pc:sldMkLst>
        <pc:spChg chg="mod">
          <ac:chgData name="Dieter Beaven" userId="9bbdb69f-69d0-4759-aa9b-5c090a2da237" providerId="ADAL" clId="{EA8BAB0F-7536-4D0B-8892-B624F71C1627}" dt="2024-12-11T17:07:08.909" v="71" actId="20577"/>
          <ac:spMkLst>
            <pc:docMk/>
            <pc:sldMk cId="519013552" sldId="642"/>
            <ac:spMk id="47" creationId="{00000000-0000-0000-0000-000000000000}"/>
          </ac:spMkLst>
        </pc:spChg>
        <pc:spChg chg="mod">
          <ac:chgData name="Dieter Beaven" userId="9bbdb69f-69d0-4759-aa9b-5c090a2da237" providerId="ADAL" clId="{EA8BAB0F-7536-4D0B-8892-B624F71C1627}" dt="2024-12-11T17:07:13.476" v="78" actId="20577"/>
          <ac:spMkLst>
            <pc:docMk/>
            <pc:sldMk cId="519013552" sldId="642"/>
            <ac:spMk id="60" creationId="{00000000-0000-0000-0000-000000000000}"/>
          </ac:spMkLst>
        </pc:spChg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308390081" sldId="643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440638986" sldId="644"/>
        </pc:sldMkLst>
      </pc:sldChg>
      <pc:sldChg chg="add del">
        <pc:chgData name="Dieter Beaven" userId="9bbdb69f-69d0-4759-aa9b-5c090a2da237" providerId="ADAL" clId="{EA8BAB0F-7536-4D0B-8892-B624F71C1627}" dt="2024-12-11T17:07:47.452" v="79" actId="47"/>
        <pc:sldMkLst>
          <pc:docMk/>
          <pc:sldMk cId="2842025953" sldId="645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490156849" sldId="646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679143814" sldId="647"/>
        </pc:sldMkLst>
      </pc:sldChg>
      <pc:sldChg chg="modSp add">
        <pc:chgData name="Dieter Beaven" userId="9bbdb69f-69d0-4759-aa9b-5c090a2da237" providerId="ADAL" clId="{EA8BAB0F-7536-4D0B-8892-B624F71C1627}" dt="2024-12-11T17:08:19.620" v="80" actId="6549"/>
        <pc:sldMkLst>
          <pc:docMk/>
          <pc:sldMk cId="4689981" sldId="648"/>
        </pc:sldMkLst>
        <pc:spChg chg="mod">
          <ac:chgData name="Dieter Beaven" userId="9bbdb69f-69d0-4759-aa9b-5c090a2da237" providerId="ADAL" clId="{EA8BAB0F-7536-4D0B-8892-B624F71C1627}" dt="2024-12-11T17:08:19.620" v="80" actId="6549"/>
          <ac:spMkLst>
            <pc:docMk/>
            <pc:sldMk cId="4689981" sldId="648"/>
            <ac:spMk id="28" creationId="{6837DF74-9DCB-4DC9-BC57-4920027A5A3C}"/>
          </ac:spMkLst>
        </pc:spChg>
      </pc:sldChg>
      <pc:sldChg chg="addSp delSp modSp mod">
        <pc:chgData name="Dieter Beaven" userId="9bbdb69f-69d0-4759-aa9b-5c090a2da237" providerId="ADAL" clId="{EA8BAB0F-7536-4D0B-8892-B624F71C1627}" dt="2024-12-11T17:15:55.968" v="92" actId="1076"/>
        <pc:sldMkLst>
          <pc:docMk/>
          <pc:sldMk cId="464788855" sldId="701"/>
        </pc:sldMkLst>
        <pc:picChg chg="del">
          <ac:chgData name="Dieter Beaven" userId="9bbdb69f-69d0-4759-aa9b-5c090a2da237" providerId="ADAL" clId="{EA8BAB0F-7536-4D0B-8892-B624F71C1627}" dt="2024-12-11T17:05:49.437" v="63" actId="478"/>
          <ac:picMkLst>
            <pc:docMk/>
            <pc:sldMk cId="464788855" sldId="701"/>
            <ac:picMk id="6" creationId="{A8BA92AD-AA83-5B61-A807-E41D8C12DE1D}"/>
          </ac:picMkLst>
        </pc:picChg>
        <pc:picChg chg="add mod">
          <ac:chgData name="Dieter Beaven" userId="9bbdb69f-69d0-4759-aa9b-5c090a2da237" providerId="ADAL" clId="{EA8BAB0F-7536-4D0B-8892-B624F71C1627}" dt="2024-12-11T17:15:55.968" v="92" actId="1076"/>
          <ac:picMkLst>
            <pc:docMk/>
            <pc:sldMk cId="464788855" sldId="701"/>
            <ac:picMk id="7" creationId="{1545D896-8CBC-0EBA-7446-7B95E04A2DF4}"/>
          </ac:picMkLst>
        </pc:picChg>
      </pc:sldChg>
      <pc:sldChg chg="modSp mod">
        <pc:chgData name="Dieter Beaven" userId="9bbdb69f-69d0-4759-aa9b-5c090a2da237" providerId="ADAL" clId="{EA8BAB0F-7536-4D0B-8892-B624F71C1627}" dt="2024-12-11T17:05:20.624" v="49" actId="20577"/>
        <pc:sldMkLst>
          <pc:docMk/>
          <pc:sldMk cId="938785864" sldId="717"/>
        </pc:sldMkLst>
        <pc:spChg chg="mod">
          <ac:chgData name="Dieter Beaven" userId="9bbdb69f-69d0-4759-aa9b-5c090a2da237" providerId="ADAL" clId="{EA8BAB0F-7536-4D0B-8892-B624F71C1627}" dt="2024-12-11T17:05:20.624" v="49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EA8BAB0F-7536-4D0B-8892-B624F71C1627}" dt="2024-12-11T17:12:03.592" v="85" actId="1076"/>
        <pc:sldMkLst>
          <pc:docMk/>
          <pc:sldMk cId="3902928920" sldId="718"/>
        </pc:sldMkLst>
        <pc:picChg chg="del">
          <ac:chgData name="Dieter Beaven" userId="9bbdb69f-69d0-4759-aa9b-5c090a2da237" providerId="ADAL" clId="{EA8BAB0F-7536-4D0B-8892-B624F71C1627}" dt="2024-12-11T17:05:48.156" v="62" actId="478"/>
          <ac:picMkLst>
            <pc:docMk/>
            <pc:sldMk cId="3902928920" sldId="718"/>
            <ac:picMk id="6" creationId="{0B6F0CD0-F534-CC23-2B25-2C699B43CF1B}"/>
          </ac:picMkLst>
        </pc:picChg>
        <pc:picChg chg="add mod">
          <ac:chgData name="Dieter Beaven" userId="9bbdb69f-69d0-4759-aa9b-5c090a2da237" providerId="ADAL" clId="{EA8BAB0F-7536-4D0B-8892-B624F71C1627}" dt="2024-12-11T17:12:03.592" v="85" actId="1076"/>
          <ac:picMkLst>
            <pc:docMk/>
            <pc:sldMk cId="3902928920" sldId="718"/>
            <ac:picMk id="7" creationId="{A9304D5B-0868-1DA1-A342-C22D2AAEE5FE}"/>
          </ac:picMkLst>
        </pc:picChg>
      </pc:sldChg>
      <pc:sldChg chg="addSp modSp add mod">
        <pc:chgData name="Dieter Beaven" userId="9bbdb69f-69d0-4759-aa9b-5c090a2da237" providerId="ADAL" clId="{EA8BAB0F-7536-4D0B-8892-B624F71C1627}" dt="2024-12-11T17:12:48.811" v="87" actId="1076"/>
        <pc:sldMkLst>
          <pc:docMk/>
          <pc:sldMk cId="1631546961" sldId="719"/>
        </pc:sldMkLst>
        <pc:picChg chg="add mod">
          <ac:chgData name="Dieter Beaven" userId="9bbdb69f-69d0-4759-aa9b-5c090a2da237" providerId="ADAL" clId="{EA8BAB0F-7536-4D0B-8892-B624F71C1627}" dt="2024-12-11T17:12:48.811" v="87" actId="1076"/>
          <ac:picMkLst>
            <pc:docMk/>
            <pc:sldMk cId="1631546961" sldId="719"/>
            <ac:picMk id="6" creationId="{7D69BA0B-3CC2-3921-F2A8-A7E1CE765695}"/>
          </ac:picMkLst>
        </pc:picChg>
      </pc:sldChg>
      <pc:sldChg chg="addSp delSp modSp add mod">
        <pc:chgData name="Dieter Beaven" userId="9bbdb69f-69d0-4759-aa9b-5c090a2da237" providerId="ADAL" clId="{EA8BAB0F-7536-4D0B-8892-B624F71C1627}" dt="2024-12-11T17:16:25.189" v="98" actId="1076"/>
        <pc:sldMkLst>
          <pc:docMk/>
          <pc:sldMk cId="1127558906" sldId="720"/>
        </pc:sldMkLst>
        <pc:picChg chg="add del mod">
          <ac:chgData name="Dieter Beaven" userId="9bbdb69f-69d0-4759-aa9b-5c090a2da237" providerId="ADAL" clId="{EA8BAB0F-7536-4D0B-8892-B624F71C1627}" dt="2024-12-11T17:16:19.901" v="96" actId="22"/>
          <ac:picMkLst>
            <pc:docMk/>
            <pc:sldMk cId="1127558906" sldId="720"/>
            <ac:picMk id="6" creationId="{9180C01C-65B0-DABF-6E76-B341B40BAB45}"/>
          </ac:picMkLst>
        </pc:picChg>
        <pc:picChg chg="add mod">
          <ac:chgData name="Dieter Beaven" userId="9bbdb69f-69d0-4759-aa9b-5c090a2da237" providerId="ADAL" clId="{EA8BAB0F-7536-4D0B-8892-B624F71C1627}" dt="2024-12-11T17:16:25.189" v="98" actId="1076"/>
          <ac:picMkLst>
            <pc:docMk/>
            <pc:sldMk cId="1127558906" sldId="720"/>
            <ac:picMk id="8" creationId="{AE054D04-3A90-71C2-2CB8-CED3580EA3D8}"/>
          </ac:picMkLst>
        </pc:picChg>
      </pc:sldChg>
      <pc:sldChg chg="add del">
        <pc:chgData name="Dieter Beaven" userId="9bbdb69f-69d0-4759-aa9b-5c090a2da237" providerId="ADAL" clId="{EA8BAB0F-7536-4D0B-8892-B624F71C1627}" dt="2024-12-11T17:12:50.671" v="88" actId="47"/>
        <pc:sldMkLst>
          <pc:docMk/>
          <pc:sldMk cId="3955233091" sldId="720"/>
        </pc:sldMkLst>
      </pc:sldChg>
    </pc:docChg>
  </pc:docChgLst>
  <pc:docChgLst>
    <pc:chgData name="Dieter Beaven" userId="9bbdb69f-69d0-4759-aa9b-5c090a2da237" providerId="ADAL" clId="{323B071C-7816-4AD8-9935-DA8F3B33C4B0}"/>
    <pc:docChg chg="delSld modSld">
      <pc:chgData name="Dieter Beaven" userId="9bbdb69f-69d0-4759-aa9b-5c090a2da237" providerId="ADAL" clId="{323B071C-7816-4AD8-9935-DA8F3B33C4B0}" dt="2025-01-07T17:37:38.149" v="9" actId="47"/>
      <pc:docMkLst>
        <pc:docMk/>
      </pc:docMkLst>
      <pc:sldChg chg="addSp mod">
        <pc:chgData name="Dieter Beaven" userId="9bbdb69f-69d0-4759-aa9b-5c090a2da237" providerId="ADAL" clId="{323B071C-7816-4AD8-9935-DA8F3B33C4B0}" dt="2025-01-07T17:33:57.426" v="0" actId="22"/>
        <pc:sldMkLst>
          <pc:docMk/>
          <pc:sldMk cId="173887519" sldId="533"/>
        </pc:sldMkLst>
        <pc:picChg chg="add">
          <ac:chgData name="Dieter Beaven" userId="9bbdb69f-69d0-4759-aa9b-5c090a2da237" providerId="ADAL" clId="{323B071C-7816-4AD8-9935-DA8F3B33C4B0}" dt="2025-01-07T17:33:57.426" v="0" actId="22"/>
          <ac:picMkLst>
            <pc:docMk/>
            <pc:sldMk cId="173887519" sldId="533"/>
            <ac:picMk id="6" creationId="{737435DA-5918-61FC-FADF-7AD8BC466825}"/>
          </ac:picMkLst>
        </pc:picChg>
      </pc:sldChg>
      <pc:sldChg chg="addSp modSp mod">
        <pc:chgData name="Dieter Beaven" userId="9bbdb69f-69d0-4759-aa9b-5c090a2da237" providerId="ADAL" clId="{323B071C-7816-4AD8-9935-DA8F3B33C4B0}" dt="2025-01-07T17:37:36.240" v="8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323B071C-7816-4AD8-9935-DA8F3B33C4B0}" dt="2025-01-07T17:37:36.240" v="8" actId="1076"/>
          <ac:picMkLst>
            <pc:docMk/>
            <pc:sldMk cId="464788855" sldId="701"/>
            <ac:picMk id="6" creationId="{4E22B076-1214-64B7-3AA8-DD5D715B5E5B}"/>
          </ac:picMkLst>
        </pc:picChg>
      </pc:sldChg>
      <pc:sldChg chg="addSp modSp mod">
        <pc:chgData name="Dieter Beaven" userId="9bbdb69f-69d0-4759-aa9b-5c090a2da237" providerId="ADAL" clId="{323B071C-7816-4AD8-9935-DA8F3B33C4B0}" dt="2025-01-07T17:34:24.759" v="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323B071C-7816-4AD8-9935-DA8F3B33C4B0}" dt="2025-01-07T17:34:24.759" v="3" actId="1076"/>
          <ac:picMkLst>
            <pc:docMk/>
            <pc:sldMk cId="3902928920" sldId="718"/>
            <ac:picMk id="6" creationId="{4F2DBFC7-1035-204F-A0F2-FDAF2FB8FA47}"/>
          </ac:picMkLst>
        </pc:picChg>
      </pc:sldChg>
      <pc:sldChg chg="del">
        <pc:chgData name="Dieter Beaven" userId="9bbdb69f-69d0-4759-aa9b-5c090a2da237" providerId="ADAL" clId="{323B071C-7816-4AD8-9935-DA8F3B33C4B0}" dt="2025-01-07T17:34:28.712" v="4" actId="47"/>
        <pc:sldMkLst>
          <pc:docMk/>
          <pc:sldMk cId="1631546961" sldId="719"/>
        </pc:sldMkLst>
      </pc:sldChg>
      <pc:sldChg chg="del">
        <pc:chgData name="Dieter Beaven" userId="9bbdb69f-69d0-4759-aa9b-5c090a2da237" providerId="ADAL" clId="{323B071C-7816-4AD8-9935-DA8F3B33C4B0}" dt="2025-01-07T17:37:38.149" v="9" actId="47"/>
        <pc:sldMkLst>
          <pc:docMk/>
          <pc:sldMk cId="1127558906" sldId="7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2.png"/><Relationship Id="rId7" Type="http://schemas.openxmlformats.org/officeDocument/2006/relationships/image" Target="../media/image1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10" Type="http://schemas.openxmlformats.org/officeDocument/2006/relationships/image" Target="../media/image178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image" Target="../media/image179.png"/><Relationship Id="rId16" Type="http://schemas.openxmlformats.org/officeDocument/2006/relationships/image" Target="../media/image1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5" Type="http://schemas.openxmlformats.org/officeDocument/2006/relationships/image" Target="../media/image19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5: </a:t>
            </a:r>
            <a:r>
              <a:rPr lang="en-GB" dirty="0">
                <a:solidFill>
                  <a:schemeClr val="accent5"/>
                </a:solidFill>
              </a:rPr>
              <a:t>Radians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Small Angle Approximations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09B63D-6C0A-4CF1-9294-9C0C62363D1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D1446EC-EB7D-4745-8B29-08CCFD32414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Small Angle Approximations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234F711-EBFF-4C93-B13C-5FB1948B009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E0F3375-7C66-4D99-9250-A108A4BDB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35" y="1111796"/>
            <a:ext cx="3820852" cy="3240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9C09BC-2094-4BD2-B729-288AF9656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084" y="1243436"/>
            <a:ext cx="3888703" cy="28892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E6EE51-D9A0-491B-AA42-AD1A476CFF13}"/>
                  </a:ext>
                </a:extLst>
              </p:cNvPr>
              <p:cNvSpPr txBox="1"/>
              <p:nvPr/>
            </p:nvSpPr>
            <p:spPr>
              <a:xfrm>
                <a:off x="475035" y="4454128"/>
                <a:ext cx="3820852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is in radians, we can see from the graph that as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approaches 0, the two graphs are approximately the same, i.e.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E6EE51-D9A0-491B-AA42-AD1A476CF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35" y="4454128"/>
                <a:ext cx="3820852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916599-3C65-4F0B-8597-0A4EEE9BD7DB}"/>
                  </a:ext>
                </a:extLst>
              </p:cNvPr>
              <p:cNvSpPr txBox="1"/>
              <p:nvPr/>
            </p:nvSpPr>
            <p:spPr>
              <a:xfrm>
                <a:off x="2876219" y="1108758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916599-3C65-4F0B-8597-0A4EEE9BD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219" y="1108758"/>
                <a:ext cx="115212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FB261C-1CEA-48C0-974E-86A71CD1EF96}"/>
                  </a:ext>
                </a:extLst>
              </p:cNvPr>
              <p:cNvSpPr txBox="1"/>
              <p:nvPr/>
            </p:nvSpPr>
            <p:spPr>
              <a:xfrm>
                <a:off x="3347845" y="1808964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FB261C-1CEA-48C0-974E-86A71CD1E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45" y="1808964"/>
                <a:ext cx="115212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24C8E1-BBC1-4689-B097-5F42DE4B1C1A}"/>
                  </a:ext>
                </a:extLst>
              </p:cNvPr>
              <p:cNvSpPr txBox="1"/>
              <p:nvPr/>
            </p:nvSpPr>
            <p:spPr>
              <a:xfrm>
                <a:off x="6516216" y="1293424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24C8E1-BBC1-4689-B097-5F42DE4B1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1293424"/>
                <a:ext cx="1152128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43E5F5-56B4-4CC0-84AB-7818A794C220}"/>
                  </a:ext>
                </a:extLst>
              </p:cNvPr>
              <p:cNvSpPr txBox="1"/>
              <p:nvPr/>
            </p:nvSpPr>
            <p:spPr>
              <a:xfrm>
                <a:off x="7072482" y="2036129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43E5F5-56B4-4CC0-84AB-7818A794C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482" y="2036129"/>
                <a:ext cx="115212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1255C6-9EF1-4BE7-99BC-272F8ABAF99F}"/>
                  </a:ext>
                </a:extLst>
              </p:cNvPr>
              <p:cNvSpPr txBox="1"/>
              <p:nvPr/>
            </p:nvSpPr>
            <p:spPr>
              <a:xfrm>
                <a:off x="4733381" y="4447926"/>
                <a:ext cx="3820852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was in degrees however, then we can see this is not the case.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1255C6-9EF1-4BE7-99BC-272F8ABAF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381" y="4447926"/>
                <a:ext cx="3820852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FE2C6B-BCAF-4E43-9005-04B3E821ED62}"/>
                  </a:ext>
                </a:extLst>
              </p:cNvPr>
              <p:cNvSpPr txBox="1"/>
              <p:nvPr/>
            </p:nvSpPr>
            <p:spPr>
              <a:xfrm>
                <a:off x="2661444" y="5428456"/>
                <a:ext cx="3990032" cy="121360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latin typeface="Wingdings" panose="05000000000000000000" pitchFamily="2" charset="2"/>
                  </a:rPr>
                  <a:t>!</a:t>
                </a:r>
                <a:r>
                  <a:rPr lang="en-GB" sz="1600" dirty="0"/>
                  <a:t> 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 is small and measured in radians: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GB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GB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≈1−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FE2C6B-BCAF-4E43-9005-04B3E821E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444" y="5428456"/>
                <a:ext cx="3990032" cy="1213602"/>
              </a:xfrm>
              <a:prstGeom prst="rect">
                <a:avLst/>
              </a:prstGeom>
              <a:blipFill>
                <a:blip r:embed="rId10"/>
                <a:stretch>
                  <a:fillRect l="-608" t="-9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116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al Circle 1">
            <a:extLst>
              <a:ext uri="{FF2B5EF4-FFF2-40B4-BE49-F238E27FC236}">
                <a16:creationId xmlns:a16="http://schemas.microsoft.com/office/drawing/2014/main" id="{311FB729-3DA8-4158-B153-02C83688E3BF}"/>
              </a:ext>
            </a:extLst>
          </p:cNvPr>
          <p:cNvSpPr/>
          <p:nvPr/>
        </p:nvSpPr>
        <p:spPr>
          <a:xfrm>
            <a:off x="-1201976" y="570367"/>
            <a:ext cx="4330987" cy="3820881"/>
          </a:xfrm>
          <a:prstGeom prst="pie">
            <a:avLst>
              <a:gd name="adj1" fmla="val 19437373"/>
              <a:gd name="adj2" fmla="val 1522866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4A9FB-4B60-4973-8BF6-B06B0F156E38}"/>
                  </a:ext>
                </a:extLst>
              </p:cNvPr>
              <p:cNvSpPr txBox="1"/>
              <p:nvPr/>
            </p:nvSpPr>
            <p:spPr>
              <a:xfrm>
                <a:off x="1211314" y="1417495"/>
                <a:ext cx="1078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4A9FB-4B60-4973-8BF6-B06B0F156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314" y="1417495"/>
                <a:ext cx="107819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18BD7E1-ED41-4713-89A9-BE895B98A36A}"/>
              </a:ext>
            </a:extLst>
          </p:cNvPr>
          <p:cNvSpPr/>
          <p:nvPr/>
        </p:nvSpPr>
        <p:spPr>
          <a:xfrm>
            <a:off x="1445444" y="2098457"/>
            <a:ext cx="140093" cy="647500"/>
          </a:xfrm>
          <a:custGeom>
            <a:avLst/>
            <a:gdLst>
              <a:gd name="connsiteX0" fmla="*/ 0 w 68468"/>
              <a:gd name="connsiteY0" fmla="*/ 0 h 326231"/>
              <a:gd name="connsiteX1" fmla="*/ 66675 w 68468"/>
              <a:gd name="connsiteY1" fmla="*/ 164306 h 326231"/>
              <a:gd name="connsiteX2" fmla="*/ 42862 w 68468"/>
              <a:gd name="connsiteY2" fmla="*/ 326231 h 326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468" h="326231">
                <a:moveTo>
                  <a:pt x="0" y="0"/>
                </a:moveTo>
                <a:cubicBezTo>
                  <a:pt x="29765" y="54967"/>
                  <a:pt x="59531" y="109934"/>
                  <a:pt x="66675" y="164306"/>
                </a:cubicBezTo>
                <a:cubicBezTo>
                  <a:pt x="73819" y="218678"/>
                  <a:pt x="58340" y="272454"/>
                  <a:pt x="42862" y="32623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B3327F-21D4-4477-A246-EE6AB3A68EC4}"/>
                  </a:ext>
                </a:extLst>
              </p:cNvPr>
              <p:cNvSpPr txBox="1"/>
              <p:nvPr/>
            </p:nvSpPr>
            <p:spPr>
              <a:xfrm>
                <a:off x="467531" y="2314544"/>
                <a:ext cx="7447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B3327F-21D4-4477-A246-EE6AB3A68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31" y="2314544"/>
                <a:ext cx="74479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5AE1BB4-79BC-4A16-A1BF-2ECDEC66D97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13" name="TextBox 32">
              <a:extLst>
                <a:ext uri="{FF2B5EF4-FFF2-40B4-BE49-F238E27FC236}">
                  <a16:creationId xmlns:a16="http://schemas.microsoft.com/office/drawing/2014/main" id="{8EF43BBC-CC4D-4694-8B48-32F200C5030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Small Angle Approximations</a:t>
              </a:r>
              <a:endParaRPr lang="en-GB" sz="32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0643770-235B-4142-AE58-922B6ED169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5582CF-3EAE-4B51-85DE-98A65FEDB8AA}"/>
              </a:ext>
            </a:extLst>
          </p:cNvPr>
          <p:cNvCxnSpPr>
            <a:cxnSpLocks/>
          </p:cNvCxnSpPr>
          <p:nvPr/>
        </p:nvCxnSpPr>
        <p:spPr>
          <a:xfrm>
            <a:off x="2644140" y="1272540"/>
            <a:ext cx="228600" cy="21031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E369CF-4DF9-4D42-82DA-9CEA8BC1F3D5}"/>
                  </a:ext>
                </a:extLst>
              </p:cNvPr>
              <p:cNvSpPr txBox="1"/>
              <p:nvPr/>
            </p:nvSpPr>
            <p:spPr>
              <a:xfrm>
                <a:off x="1335235" y="2946992"/>
                <a:ext cx="1078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E369CF-4DF9-4D42-82DA-9CEA8BC1F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235" y="2946992"/>
                <a:ext cx="10781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56541E-3B92-44CF-939F-31D29D112B33}"/>
                  </a:ext>
                </a:extLst>
              </p:cNvPr>
              <p:cNvSpPr txBox="1"/>
              <p:nvPr/>
            </p:nvSpPr>
            <p:spPr>
              <a:xfrm>
                <a:off x="1441915" y="2243483"/>
                <a:ext cx="5961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56541E-3B92-44CF-939F-31D29D112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915" y="2243483"/>
                <a:ext cx="5961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8B2345-E81E-4631-841B-507F5D973D88}"/>
                  </a:ext>
                </a:extLst>
              </p:cNvPr>
              <p:cNvSpPr txBox="1"/>
              <p:nvPr/>
            </p:nvSpPr>
            <p:spPr>
              <a:xfrm>
                <a:off x="2271743" y="963035"/>
                <a:ext cx="7447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8B2345-E81E-4631-841B-507F5D973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43" y="963035"/>
                <a:ext cx="74479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159AC1-D1CE-4C4D-9D7B-72A0AA395E3E}"/>
                  </a:ext>
                </a:extLst>
              </p:cNvPr>
              <p:cNvSpPr txBox="1"/>
              <p:nvPr/>
            </p:nvSpPr>
            <p:spPr>
              <a:xfrm>
                <a:off x="2500343" y="3375660"/>
                <a:ext cx="7447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159AC1-D1CE-4C4D-9D7B-72A0AA395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43" y="3375660"/>
                <a:ext cx="744793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3607A4-8DA3-4B62-BF17-9538D173B2F3}"/>
                  </a:ext>
                </a:extLst>
              </p:cNvPr>
              <p:cNvSpPr txBox="1"/>
              <p:nvPr/>
            </p:nvSpPr>
            <p:spPr>
              <a:xfrm>
                <a:off x="3851920" y="1272540"/>
                <a:ext cx="3456384" cy="168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area of sector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GB" dirty="0"/>
                  <a:t>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dirty="0"/>
                  <a:t>The area of triangle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GB" dirty="0"/>
                  <a:t>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3607A4-8DA3-4B62-BF17-9538D173B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1272540"/>
                <a:ext cx="3456384" cy="1683538"/>
              </a:xfrm>
              <a:prstGeom prst="rect">
                <a:avLst/>
              </a:prstGeom>
              <a:blipFill>
                <a:blip r:embed="rId8"/>
                <a:stretch>
                  <a:fillRect l="-1587" t="-2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860C9F-BE91-42F4-B5A1-063562E1A81B}"/>
                  </a:ext>
                </a:extLst>
              </p:cNvPr>
              <p:cNvSpPr txBox="1"/>
              <p:nvPr/>
            </p:nvSpPr>
            <p:spPr>
              <a:xfrm>
                <a:off x="3950197" y="3766196"/>
                <a:ext cx="3456384" cy="1718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becomes small, the area of the triangle is approximately equal to that of the sector, so: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860C9F-BE91-42F4-B5A1-063562E1A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197" y="3766196"/>
                <a:ext cx="3456384" cy="1718932"/>
              </a:xfrm>
              <a:prstGeom prst="rect">
                <a:avLst/>
              </a:prstGeom>
              <a:blipFill>
                <a:blip r:embed="rId9"/>
                <a:stretch>
                  <a:fillRect l="-1587" t="-2128" r="-14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C7410F-3D38-49C1-8C07-36EE5A4A4B0E}"/>
                  </a:ext>
                </a:extLst>
              </p:cNvPr>
              <p:cNvSpPr txBox="1"/>
              <p:nvPr/>
            </p:nvSpPr>
            <p:spPr>
              <a:xfrm>
                <a:off x="3827388" y="846899"/>
                <a:ext cx="34563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Geometric Proof that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b="1" dirty="0"/>
                  <a:t>: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C7410F-3D38-49C1-8C07-36EE5A4A4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388" y="846899"/>
                <a:ext cx="3456384" cy="369332"/>
              </a:xfrm>
              <a:prstGeom prst="rect">
                <a:avLst/>
              </a:prstGeom>
              <a:blipFill>
                <a:blip r:embed="rId10"/>
                <a:stretch>
                  <a:fillRect l="-1587"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Partial Circle 27">
            <a:extLst>
              <a:ext uri="{FF2B5EF4-FFF2-40B4-BE49-F238E27FC236}">
                <a16:creationId xmlns:a16="http://schemas.microsoft.com/office/drawing/2014/main" id="{3A33287D-30C1-4538-B57F-7D7E2DEB76F7}"/>
              </a:ext>
            </a:extLst>
          </p:cNvPr>
          <p:cNvSpPr/>
          <p:nvPr/>
        </p:nvSpPr>
        <p:spPr>
          <a:xfrm>
            <a:off x="-1303565" y="2805689"/>
            <a:ext cx="4330987" cy="3820881"/>
          </a:xfrm>
          <a:prstGeom prst="pie">
            <a:avLst>
              <a:gd name="adj1" fmla="val 20982902"/>
              <a:gd name="adj2" fmla="val 517261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4C176C-6FED-4D40-AB67-B34EB065B4CC}"/>
                  </a:ext>
                </a:extLst>
              </p:cNvPr>
              <p:cNvSpPr txBox="1"/>
              <p:nvPr/>
            </p:nvSpPr>
            <p:spPr>
              <a:xfrm>
                <a:off x="1485963" y="4157642"/>
                <a:ext cx="1078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4C176C-6FED-4D40-AB67-B34EB065B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63" y="4157642"/>
                <a:ext cx="107819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9A3CD77-132A-4074-93E9-FF84B89ED1A8}"/>
              </a:ext>
            </a:extLst>
          </p:cNvPr>
          <p:cNvSpPr/>
          <p:nvPr/>
        </p:nvSpPr>
        <p:spPr>
          <a:xfrm>
            <a:off x="1587273" y="4573814"/>
            <a:ext cx="63362" cy="259827"/>
          </a:xfrm>
          <a:custGeom>
            <a:avLst/>
            <a:gdLst>
              <a:gd name="connsiteX0" fmla="*/ 0 w 68468"/>
              <a:gd name="connsiteY0" fmla="*/ 0 h 326231"/>
              <a:gd name="connsiteX1" fmla="*/ 66675 w 68468"/>
              <a:gd name="connsiteY1" fmla="*/ 164306 h 326231"/>
              <a:gd name="connsiteX2" fmla="*/ 42862 w 68468"/>
              <a:gd name="connsiteY2" fmla="*/ 326231 h 326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468" h="326231">
                <a:moveTo>
                  <a:pt x="0" y="0"/>
                </a:moveTo>
                <a:cubicBezTo>
                  <a:pt x="29765" y="54967"/>
                  <a:pt x="59531" y="109934"/>
                  <a:pt x="66675" y="164306"/>
                </a:cubicBezTo>
                <a:cubicBezTo>
                  <a:pt x="73819" y="218678"/>
                  <a:pt x="58340" y="272454"/>
                  <a:pt x="42862" y="32623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1348C3B-F150-4AFE-A3BB-A22328023112}"/>
                  </a:ext>
                </a:extLst>
              </p:cNvPr>
              <p:cNvSpPr txBox="1"/>
              <p:nvPr/>
            </p:nvSpPr>
            <p:spPr>
              <a:xfrm>
                <a:off x="365942" y="4549866"/>
                <a:ext cx="7447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1348C3B-F150-4AFE-A3BB-A22328023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42" y="4549866"/>
                <a:ext cx="744793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EB9D84-7936-4C9A-A9AD-B14DD7D2567F}"/>
              </a:ext>
            </a:extLst>
          </p:cNvPr>
          <p:cNvCxnSpPr>
            <a:cxnSpLocks/>
          </p:cNvCxnSpPr>
          <p:nvPr/>
        </p:nvCxnSpPr>
        <p:spPr>
          <a:xfrm>
            <a:off x="2977925" y="4340452"/>
            <a:ext cx="9524" cy="6953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1A5B41F-642F-4D06-BACC-DF8CC22D4DD2}"/>
                  </a:ext>
                </a:extLst>
              </p:cNvPr>
              <p:cNvSpPr txBox="1"/>
              <p:nvPr/>
            </p:nvSpPr>
            <p:spPr>
              <a:xfrm>
                <a:off x="1424146" y="4872751"/>
                <a:ext cx="1078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1A5B41F-642F-4D06-BACC-DF8CC22D4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146" y="4872751"/>
                <a:ext cx="107819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CE0225D-7D30-4E37-BAE7-EAA1C7B550FB}"/>
                  </a:ext>
                </a:extLst>
              </p:cNvPr>
              <p:cNvSpPr txBox="1"/>
              <p:nvPr/>
            </p:nvSpPr>
            <p:spPr>
              <a:xfrm>
                <a:off x="1540351" y="4516905"/>
                <a:ext cx="4072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CE0225D-7D30-4E37-BAE7-EAA1C7B55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51" y="4516905"/>
                <a:ext cx="40724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CE7AFB-1935-4878-AF1F-FBFC88B88B96}"/>
                  </a:ext>
                </a:extLst>
              </p:cNvPr>
              <p:cNvSpPr txBox="1"/>
              <p:nvPr/>
            </p:nvSpPr>
            <p:spPr>
              <a:xfrm>
                <a:off x="2580030" y="3999523"/>
                <a:ext cx="7447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CE7AFB-1935-4878-AF1F-FBFC88B88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030" y="3999523"/>
                <a:ext cx="744793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207840F-9EBF-4008-95F8-9202A0D40475}"/>
                  </a:ext>
                </a:extLst>
              </p:cNvPr>
              <p:cNvSpPr txBox="1"/>
              <p:nvPr/>
            </p:nvSpPr>
            <p:spPr>
              <a:xfrm>
                <a:off x="2598779" y="5006144"/>
                <a:ext cx="7447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207840F-9EBF-4008-95F8-9202A0D40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779" y="5006144"/>
                <a:ext cx="744793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B28DA0-F990-4650-AD61-919DE28D3C7B}"/>
                  </a:ext>
                </a:extLst>
              </p:cNvPr>
              <p:cNvSpPr txBox="1"/>
              <p:nvPr/>
            </p:nvSpPr>
            <p:spPr>
              <a:xfrm>
                <a:off x="486128" y="5698221"/>
                <a:ext cx="8208912" cy="93936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Note that this only works for radians, because we used the sector area formula for radians.</a:t>
                </a:r>
              </a:p>
              <a:p>
                <a:r>
                  <a:rPr lang="en-GB" sz="1600" dirty="0"/>
                  <a:t>The fact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 is enormously important when we come to differentiation, because we can use it to prove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B28DA0-F990-4650-AD61-919DE28D3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28" y="5698221"/>
                <a:ext cx="8208912" cy="93936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18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8" grpId="0" animBg="1"/>
      <p:bldP spid="29" grpId="0"/>
      <p:bldP spid="30" grpId="0" animBg="1"/>
      <p:bldP spid="31" grpId="0"/>
      <p:bldP spid="33" grpId="0"/>
      <p:bldP spid="34" grpId="0"/>
      <p:bldP spid="35" grpId="0"/>
      <p:bldP spid="36" grpId="0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2C9DEDD-CBE4-48CF-9669-35E356E3F09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F054842-7027-48BC-A3F3-BD9199537E3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DB49F96-CC2B-486A-8C86-DA06D6707D6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2988A4-51A2-40AF-9971-310F70D4244E}"/>
                  </a:ext>
                </a:extLst>
              </p:cNvPr>
              <p:cNvSpPr txBox="1"/>
              <p:nvPr/>
            </p:nvSpPr>
            <p:spPr>
              <a:xfrm>
                <a:off x="466971" y="2352160"/>
                <a:ext cx="3147085" cy="145873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is small, find the approximate value of:</a:t>
                </a:r>
              </a:p>
              <a:p>
                <a:pPr marL="342900" indent="-342900">
                  <a:buAutoNum type="alphaL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2988A4-51A2-40AF-9971-310F70D42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71" y="2352160"/>
                <a:ext cx="3147085" cy="14587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98EF07-243A-49DA-8170-0BDC522ADA29}"/>
                  </a:ext>
                </a:extLst>
              </p:cNvPr>
              <p:cNvSpPr txBox="1"/>
              <p:nvPr/>
            </p:nvSpPr>
            <p:spPr>
              <a:xfrm>
                <a:off x="466971" y="4152360"/>
                <a:ext cx="3147085" cy="2272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:r>
                  <a:rPr lang="en-GB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𝒔𝒊𝒏</m:t>
                            </m:r>
                          </m:fName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  <m:r>
                          <a:rPr lang="en-GB" b="1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𝒕𝒂𝒏</m:t>
                            </m:r>
                          </m:fName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𝜽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GB" b="1" dirty="0"/>
              </a:p>
              <a:p>
                <a:pPr marL="342900" indent="-342900">
                  <a:buFontTx/>
                  <a:buAutoNum type="alphaLcParenR"/>
                </a:pPr>
                <a:r>
                  <a:rPr lang="en-GB" b="1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</m:fName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  <m:r>
                          <a:rPr lang="en-GB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𝜽</m:t>
                        </m:r>
                        <m:func>
                          <m:func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𝒔𝒊𝒏</m:t>
                            </m:r>
                          </m:fName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den>
                    </m:f>
                  </m:oMath>
                </a14:m>
                <a:br>
                  <a:rPr lang="en-GB" b="1" dirty="0"/>
                </a:b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𝟏𝟔</m:t>
                            </m:r>
                            <m:sSup>
                              <m:sSupPr>
                                <m:ctrlP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br>
                  <a:rPr lang="en-GB" sz="1600" b="1" dirty="0"/>
                </a:b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sSup>
                          <m:sSup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98EF07-243A-49DA-8170-0BDC522AD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71" y="4152360"/>
                <a:ext cx="3147085" cy="2272995"/>
              </a:xfrm>
              <a:prstGeom prst="rect">
                <a:avLst/>
              </a:prstGeom>
              <a:blipFill>
                <a:blip r:embed="rId3"/>
                <a:stretch>
                  <a:fillRect l="-17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623825-0241-4FA7-A23F-31B1E81ECA68}"/>
                  </a:ext>
                </a:extLst>
              </p:cNvPr>
              <p:cNvSpPr txBox="1"/>
              <p:nvPr/>
            </p:nvSpPr>
            <p:spPr>
              <a:xfrm>
                <a:off x="2630945" y="749181"/>
                <a:ext cx="3628115" cy="121360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 is small and measured in radians: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GB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GB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≈1−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623825-0241-4FA7-A23F-31B1E81EC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945" y="749181"/>
                <a:ext cx="3628115" cy="1213602"/>
              </a:xfrm>
              <a:prstGeom prst="rect">
                <a:avLst/>
              </a:prstGeom>
              <a:blipFill>
                <a:blip r:embed="rId4"/>
                <a:stretch>
                  <a:fillRect l="-668" t="-493" r="-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18700E8-962B-4011-8DD1-ACC4E4E22510}"/>
              </a:ext>
            </a:extLst>
          </p:cNvPr>
          <p:cNvSpPr/>
          <p:nvPr/>
        </p:nvSpPr>
        <p:spPr>
          <a:xfrm>
            <a:off x="906236" y="4057765"/>
            <a:ext cx="2632856" cy="57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6A2CFC-2E99-44C5-AED3-85EAFD249651}"/>
              </a:ext>
            </a:extLst>
          </p:cNvPr>
          <p:cNvSpPr/>
          <p:nvPr/>
        </p:nvSpPr>
        <p:spPr>
          <a:xfrm>
            <a:off x="906236" y="4630860"/>
            <a:ext cx="2632856" cy="19341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EC4E0E-1DB0-45B3-9371-9635BECDAF04}"/>
                  </a:ext>
                </a:extLst>
              </p:cNvPr>
              <p:cNvSpPr txBox="1"/>
              <p:nvPr/>
            </p:nvSpPr>
            <p:spPr>
              <a:xfrm>
                <a:off x="3851920" y="2348880"/>
                <a:ext cx="5112568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dirty="0"/>
                  <a:t>[Textbook] a) Show that,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is small, </a:t>
                </a:r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≈2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b) Hence state the approximate value of </a:t>
                </a:r>
                <a:br>
                  <a:rPr lang="en-GB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 for small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EC4E0E-1DB0-45B3-9371-9635BECDA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2348880"/>
                <a:ext cx="5112568" cy="1200329"/>
              </a:xfrm>
              <a:prstGeom prst="rect">
                <a:avLst/>
              </a:prstGeom>
              <a:blipFill>
                <a:blip r:embed="rId5"/>
                <a:stretch>
                  <a:fillRect b="-4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B8725F-AC5D-4AB6-A6A9-1C85DEA38748}"/>
                  </a:ext>
                </a:extLst>
              </p:cNvPr>
              <p:cNvSpPr txBox="1"/>
              <p:nvPr/>
            </p:nvSpPr>
            <p:spPr>
              <a:xfrm>
                <a:off x="4468537" y="3890188"/>
                <a:ext cx="3151334" cy="2382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r>
                  <a:rPr lang="en-GB" b="1" dirty="0"/>
                  <a:t>b)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b="1" dirty="0"/>
                  <a:t> terms tend towards 0, thus the approximate value is -1.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B8725F-AC5D-4AB6-A6A9-1C85DEA38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537" y="3890188"/>
                <a:ext cx="3151334" cy="2382319"/>
              </a:xfrm>
              <a:prstGeom prst="rect">
                <a:avLst/>
              </a:prstGeom>
              <a:blipFill>
                <a:blip r:embed="rId6"/>
                <a:stretch>
                  <a:fillRect l="-1547" r="-193" b="-3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358758A-7AAF-4B39-ABAF-2F301FA925BD}"/>
              </a:ext>
            </a:extLst>
          </p:cNvPr>
          <p:cNvSpPr/>
          <p:nvPr/>
        </p:nvSpPr>
        <p:spPr>
          <a:xfrm>
            <a:off x="4192560" y="3914969"/>
            <a:ext cx="3600400" cy="1320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3F062B-809B-4AB5-ACF9-E0ACEE3FFAEA}"/>
              </a:ext>
            </a:extLst>
          </p:cNvPr>
          <p:cNvSpPr/>
          <p:nvPr/>
        </p:nvSpPr>
        <p:spPr>
          <a:xfrm>
            <a:off x="4192560" y="5232773"/>
            <a:ext cx="3600400" cy="1320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3082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5.5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40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37435DA-5918-61FC-FADF-7AD8BC466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100137"/>
            <a:ext cx="681990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F2DBFC7-1035-204F-A0F2-FDAF2FB8F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220354"/>
            <a:ext cx="57816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E22B076-1214-64B7-3AA8-DD5D715B5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35084"/>
            <a:ext cx="7492748" cy="460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22517</TotalTime>
  <Words>392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Wingdings</vt:lpstr>
      <vt:lpstr>Office Theme</vt:lpstr>
      <vt:lpstr>P2 Chapter 5: Radians  Small Angle Approximations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2025-01-07T17:37:42Z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