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717" r:id="rId5"/>
    <p:sldId id="649" r:id="rId6"/>
    <p:sldId id="650" r:id="rId7"/>
    <p:sldId id="651" r:id="rId8"/>
    <p:sldId id="652" r:id="rId9"/>
    <p:sldId id="531" r:id="rId10"/>
    <p:sldId id="533" r:id="rId11"/>
    <p:sldId id="718" r:id="rId12"/>
    <p:sldId id="719" r:id="rId13"/>
    <p:sldId id="701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FCC0BE-FC24-4544-85A6-5647C4F89ED7}" v="1" dt="2024-12-17T16:47:48.9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90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680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D34E0421-F03F-43F5-BDD3-9D5B0F4E01F6}"/>
    <pc:docChg chg="undo custSel addSld delSld modSld">
      <pc:chgData name="Dieter Beaven" userId="9bbdb69f-69d0-4759-aa9b-5c090a2da237" providerId="ADAL" clId="{D34E0421-F03F-43F5-BDD3-9D5B0F4E01F6}" dt="2024-12-03T16:44:18.743" v="103" actId="1076"/>
      <pc:docMkLst>
        <pc:docMk/>
      </pc:docMkLst>
      <pc:sldChg chg="del">
        <pc:chgData name="Dieter Beaven" userId="9bbdb69f-69d0-4759-aa9b-5c090a2da237" providerId="ADAL" clId="{D34E0421-F03F-43F5-BDD3-9D5B0F4E01F6}" dt="2024-12-03T16:34:31.944" v="67" actId="47"/>
        <pc:sldMkLst>
          <pc:docMk/>
          <pc:sldMk cId="3130908362" sldId="525"/>
        </pc:sldMkLst>
      </pc:sldChg>
      <pc:sldChg chg="del">
        <pc:chgData name="Dieter Beaven" userId="9bbdb69f-69d0-4759-aa9b-5c090a2da237" providerId="ADAL" clId="{D34E0421-F03F-43F5-BDD3-9D5B0F4E01F6}" dt="2024-12-03T16:34:30.376" v="64" actId="47"/>
        <pc:sldMkLst>
          <pc:docMk/>
          <pc:sldMk cId="1349853522" sldId="529"/>
        </pc:sldMkLst>
      </pc:sldChg>
      <pc:sldChg chg="del">
        <pc:chgData name="Dieter Beaven" userId="9bbdb69f-69d0-4759-aa9b-5c090a2da237" providerId="ADAL" clId="{D34E0421-F03F-43F5-BDD3-9D5B0F4E01F6}" dt="2024-12-03T16:34:31.530" v="66" actId="47"/>
        <pc:sldMkLst>
          <pc:docMk/>
          <pc:sldMk cId="2314451268" sldId="530"/>
        </pc:sldMkLst>
      </pc:sldChg>
      <pc:sldChg chg="modSp mod">
        <pc:chgData name="Dieter Beaven" userId="9bbdb69f-69d0-4759-aa9b-5c090a2da237" providerId="ADAL" clId="{D34E0421-F03F-43F5-BDD3-9D5B0F4E01F6}" dt="2024-12-03T16:35:03.131" v="85" actId="20577"/>
        <pc:sldMkLst>
          <pc:docMk/>
          <pc:sldMk cId="2586607706" sldId="531"/>
        </pc:sldMkLst>
        <pc:spChg chg="mod">
          <ac:chgData name="Dieter Beaven" userId="9bbdb69f-69d0-4759-aa9b-5c090a2da237" providerId="ADAL" clId="{D34E0421-F03F-43F5-BDD3-9D5B0F4E01F6}" dt="2024-12-03T16:34:49.248" v="73" actId="20577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D34E0421-F03F-43F5-BDD3-9D5B0F4E01F6}" dt="2024-12-03T16:35:03.131" v="85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">
        <pc:chgData name="Dieter Beaven" userId="9bbdb69f-69d0-4759-aa9b-5c090a2da237" providerId="ADAL" clId="{D34E0421-F03F-43F5-BDD3-9D5B0F4E01F6}" dt="2024-12-03T16:34:30.992" v="65" actId="47"/>
        <pc:sldMkLst>
          <pc:docMk/>
          <pc:sldMk cId="3885846802" sldId="532"/>
        </pc:sldMkLst>
      </pc:sldChg>
      <pc:sldChg chg="addSp delSp modSp mod">
        <pc:chgData name="Dieter Beaven" userId="9bbdb69f-69d0-4759-aa9b-5c090a2da237" providerId="ADAL" clId="{D34E0421-F03F-43F5-BDD3-9D5B0F4E01F6}" dt="2024-12-03T16:43:49.853" v="101" actId="1076"/>
        <pc:sldMkLst>
          <pc:docMk/>
          <pc:sldMk cId="173887519" sldId="533"/>
        </pc:sldMkLst>
        <pc:picChg chg="add del">
          <ac:chgData name="Dieter Beaven" userId="9bbdb69f-69d0-4759-aa9b-5c090a2da237" providerId="ADAL" clId="{D34E0421-F03F-43F5-BDD3-9D5B0F4E01F6}" dt="2024-12-03T16:42:40.536" v="95" actId="22"/>
          <ac:picMkLst>
            <pc:docMk/>
            <pc:sldMk cId="173887519" sldId="533"/>
            <ac:picMk id="6" creationId="{42C6118B-202B-256B-429A-8BAB84C22E42}"/>
          </ac:picMkLst>
        </pc:picChg>
        <pc:picChg chg="add del mod">
          <ac:chgData name="Dieter Beaven" userId="9bbdb69f-69d0-4759-aa9b-5c090a2da237" providerId="ADAL" clId="{D34E0421-F03F-43F5-BDD3-9D5B0F4E01F6}" dt="2024-12-03T16:43:16.685" v="98" actId="478"/>
          <ac:picMkLst>
            <pc:docMk/>
            <pc:sldMk cId="173887519" sldId="533"/>
            <ac:picMk id="8" creationId="{379E7335-A57F-8AC0-BC33-F157DEA696E9}"/>
          </ac:picMkLst>
        </pc:picChg>
        <pc:picChg chg="del">
          <ac:chgData name="Dieter Beaven" userId="9bbdb69f-69d0-4759-aa9b-5c090a2da237" providerId="ADAL" clId="{D34E0421-F03F-43F5-BDD3-9D5B0F4E01F6}" dt="2024-12-03T16:35:21.747" v="86" actId="478"/>
          <ac:picMkLst>
            <pc:docMk/>
            <pc:sldMk cId="173887519" sldId="533"/>
            <ac:picMk id="8" creationId="{C938A651-6684-D122-61FB-82F0372BE2BF}"/>
          </ac:picMkLst>
        </pc:picChg>
        <pc:picChg chg="add mod">
          <ac:chgData name="Dieter Beaven" userId="9bbdb69f-69d0-4759-aa9b-5c090a2da237" providerId="ADAL" clId="{D34E0421-F03F-43F5-BDD3-9D5B0F4E01F6}" dt="2024-12-03T16:43:49.853" v="101" actId="1076"/>
          <ac:picMkLst>
            <pc:docMk/>
            <pc:sldMk cId="173887519" sldId="533"/>
            <ac:picMk id="10" creationId="{4AD4ACBB-14BF-AC1B-4111-C633BBF5FA19}"/>
          </ac:picMkLst>
        </pc:picChg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2702725889" sldId="565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628465465" sldId="566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026909746" sldId="567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536885959" sldId="568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1552281268" sldId="569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4134640982" sldId="570"/>
        </pc:sldMkLst>
      </pc:sldChg>
      <pc:sldChg chg="delSp mod">
        <pc:chgData name="Dieter Beaven" userId="9bbdb69f-69d0-4759-aa9b-5c090a2da237" providerId="ADAL" clId="{D34E0421-F03F-43F5-BDD3-9D5B0F4E01F6}" dt="2024-12-03T16:35:24.591" v="88" actId="478"/>
        <pc:sldMkLst>
          <pc:docMk/>
          <pc:sldMk cId="464788855" sldId="701"/>
        </pc:sldMkLst>
        <pc:picChg chg="del">
          <ac:chgData name="Dieter Beaven" userId="9bbdb69f-69d0-4759-aa9b-5c090a2da237" providerId="ADAL" clId="{D34E0421-F03F-43F5-BDD3-9D5B0F4E01F6}" dt="2024-12-03T16:35:24.591" v="88" actId="478"/>
          <ac:picMkLst>
            <pc:docMk/>
            <pc:sldMk cId="464788855" sldId="701"/>
            <ac:picMk id="6" creationId="{6908608A-AE97-AB0F-3502-87D35C09CC91}"/>
          </ac:picMkLst>
        </pc:picChg>
      </pc:sldChg>
      <pc:sldChg chg="modSp mod">
        <pc:chgData name="Dieter Beaven" userId="9bbdb69f-69d0-4759-aa9b-5c090a2da237" providerId="ADAL" clId="{D34E0421-F03F-43F5-BDD3-9D5B0F4E01F6}" dt="2024-12-03T16:35:36.263" v="92" actId="6549"/>
        <pc:sldMkLst>
          <pc:docMk/>
          <pc:sldMk cId="938785864" sldId="717"/>
        </pc:sldMkLst>
        <pc:spChg chg="mod">
          <ac:chgData name="Dieter Beaven" userId="9bbdb69f-69d0-4759-aa9b-5c090a2da237" providerId="ADAL" clId="{D34E0421-F03F-43F5-BDD3-9D5B0F4E01F6}" dt="2024-12-03T16:35:36.263" v="92" actId="6549"/>
          <ac:spMkLst>
            <pc:docMk/>
            <pc:sldMk cId="938785864" sldId="717"/>
            <ac:spMk id="2" creationId="{00000000-0000-0000-0000-000000000000}"/>
          </ac:spMkLst>
        </pc:spChg>
      </pc:sldChg>
      <pc:sldChg chg="addSp delSp modSp mod">
        <pc:chgData name="Dieter Beaven" userId="9bbdb69f-69d0-4759-aa9b-5c090a2da237" providerId="ADAL" clId="{D34E0421-F03F-43F5-BDD3-9D5B0F4E01F6}" dt="2024-12-03T16:44:18.743" v="103" actId="1076"/>
        <pc:sldMkLst>
          <pc:docMk/>
          <pc:sldMk cId="3902928920" sldId="718"/>
        </pc:sldMkLst>
        <pc:picChg chg="add mod">
          <ac:chgData name="Dieter Beaven" userId="9bbdb69f-69d0-4759-aa9b-5c090a2da237" providerId="ADAL" clId="{D34E0421-F03F-43F5-BDD3-9D5B0F4E01F6}" dt="2024-12-03T16:44:18.743" v="103" actId="1076"/>
          <ac:picMkLst>
            <pc:docMk/>
            <pc:sldMk cId="3902928920" sldId="718"/>
            <ac:picMk id="6" creationId="{6FE058EC-293F-6D3B-32DA-9BFE3FF1EAEC}"/>
          </ac:picMkLst>
        </pc:picChg>
        <pc:picChg chg="del">
          <ac:chgData name="Dieter Beaven" userId="9bbdb69f-69d0-4759-aa9b-5c090a2da237" providerId="ADAL" clId="{D34E0421-F03F-43F5-BDD3-9D5B0F4E01F6}" dt="2024-12-03T16:35:23.169" v="87" actId="478"/>
          <ac:picMkLst>
            <pc:docMk/>
            <pc:sldMk cId="3902928920" sldId="718"/>
            <ac:picMk id="6" creationId="{7181C309-966E-05D7-8FA5-CEEEB12DC424}"/>
          </ac:picMkLst>
        </pc:picChg>
      </pc:sldChg>
    </pc:docChg>
  </pc:docChgLst>
  <pc:docChgLst>
    <pc:chgData name="Dieter Beaven" userId="9bbdb69f-69d0-4759-aa9b-5c090a2da237" providerId="ADAL" clId="{2FFCC0BE-FC24-4544-85A6-5647C4F89ED7}"/>
    <pc:docChg chg="custSel addSld delSld modSld">
      <pc:chgData name="Dieter Beaven" userId="9bbdb69f-69d0-4759-aa9b-5c090a2da237" providerId="ADAL" clId="{2FFCC0BE-FC24-4544-85A6-5647C4F89ED7}" dt="2024-12-17T17:14:50.181" v="68" actId="47"/>
      <pc:docMkLst>
        <pc:docMk/>
      </pc:docMkLst>
      <pc:sldChg chg="modSp mod">
        <pc:chgData name="Dieter Beaven" userId="9bbdb69f-69d0-4759-aa9b-5c090a2da237" providerId="ADAL" clId="{2FFCC0BE-FC24-4544-85A6-5647C4F89ED7}" dt="2024-12-17T16:44:20.748" v="38" actId="6549"/>
        <pc:sldMkLst>
          <pc:docMk/>
          <pc:sldMk cId="2586607706" sldId="531"/>
        </pc:sldMkLst>
        <pc:spChg chg="mod">
          <ac:chgData name="Dieter Beaven" userId="9bbdb69f-69d0-4759-aa9b-5c090a2da237" providerId="ADAL" clId="{2FFCC0BE-FC24-4544-85A6-5647C4F89ED7}" dt="2024-12-17T16:44:20.748" v="38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2FFCC0BE-FC24-4544-85A6-5647C4F89ED7}" dt="2024-12-17T16:44:15.402" v="36" actId="6549"/>
          <ac:spMkLst>
            <pc:docMk/>
            <pc:sldMk cId="2586607706" sldId="531"/>
            <ac:spMk id="5" creationId="{00000000-0000-0000-0000-000000000000}"/>
          </ac:spMkLst>
        </pc:spChg>
      </pc:sldChg>
      <pc:sldChg chg="addSp delSp modSp mod">
        <pc:chgData name="Dieter Beaven" userId="9bbdb69f-69d0-4759-aa9b-5c090a2da237" providerId="ADAL" clId="{2FFCC0BE-FC24-4544-85A6-5647C4F89ED7}" dt="2024-12-17T16:58:38.082" v="52" actId="1036"/>
        <pc:sldMkLst>
          <pc:docMk/>
          <pc:sldMk cId="173887519" sldId="533"/>
        </pc:sldMkLst>
        <pc:picChg chg="del">
          <ac:chgData name="Dieter Beaven" userId="9bbdb69f-69d0-4759-aa9b-5c090a2da237" providerId="ADAL" clId="{2FFCC0BE-FC24-4544-85A6-5647C4F89ED7}" dt="2024-12-17T16:41:50.773" v="30" actId="478"/>
          <ac:picMkLst>
            <pc:docMk/>
            <pc:sldMk cId="173887519" sldId="533"/>
            <ac:picMk id="6" creationId="{19633A17-17A1-7A70-5602-F932599D0C0B}"/>
          </ac:picMkLst>
        </pc:picChg>
        <pc:picChg chg="add del mod">
          <ac:chgData name="Dieter Beaven" userId="9bbdb69f-69d0-4759-aa9b-5c090a2da237" providerId="ADAL" clId="{2FFCC0BE-FC24-4544-85A6-5647C4F89ED7}" dt="2024-12-17T16:58:26.585" v="45" actId="478"/>
          <ac:picMkLst>
            <pc:docMk/>
            <pc:sldMk cId="173887519" sldId="533"/>
            <ac:picMk id="6" creationId="{C435C81C-6DF1-9050-9919-55F53A8FFFF7}"/>
          </ac:picMkLst>
        </pc:picChg>
        <pc:picChg chg="add mod">
          <ac:chgData name="Dieter Beaven" userId="9bbdb69f-69d0-4759-aa9b-5c090a2da237" providerId="ADAL" clId="{2FFCC0BE-FC24-4544-85A6-5647C4F89ED7}" dt="2024-12-17T16:58:38.082" v="52" actId="1036"/>
          <ac:picMkLst>
            <pc:docMk/>
            <pc:sldMk cId="173887519" sldId="533"/>
            <ac:picMk id="8" creationId="{E8272EC6-A7F4-C9AD-6ED1-A15C98ABF0F4}"/>
          </ac:picMkLst>
        </pc:picChg>
      </pc:sldChg>
      <pc:sldChg chg="del">
        <pc:chgData name="Dieter Beaven" userId="9bbdb69f-69d0-4759-aa9b-5c090a2da237" providerId="ADAL" clId="{2FFCC0BE-FC24-4544-85A6-5647C4F89ED7}" dt="2024-12-17T16:41:44.955" v="24" actId="47"/>
        <pc:sldMkLst>
          <pc:docMk/>
          <pc:sldMk cId="519013552" sldId="642"/>
        </pc:sldMkLst>
      </pc:sldChg>
      <pc:sldChg chg="del">
        <pc:chgData name="Dieter Beaven" userId="9bbdb69f-69d0-4759-aa9b-5c090a2da237" providerId="ADAL" clId="{2FFCC0BE-FC24-4544-85A6-5647C4F89ED7}" dt="2024-12-17T16:41:45.798" v="25" actId="47"/>
        <pc:sldMkLst>
          <pc:docMk/>
          <pc:sldMk cId="308390081" sldId="643"/>
        </pc:sldMkLst>
      </pc:sldChg>
      <pc:sldChg chg="del">
        <pc:chgData name="Dieter Beaven" userId="9bbdb69f-69d0-4759-aa9b-5c090a2da237" providerId="ADAL" clId="{2FFCC0BE-FC24-4544-85A6-5647C4F89ED7}" dt="2024-12-17T16:41:46.275" v="26" actId="47"/>
        <pc:sldMkLst>
          <pc:docMk/>
          <pc:sldMk cId="1440638986" sldId="644"/>
        </pc:sldMkLst>
      </pc:sldChg>
      <pc:sldChg chg="del">
        <pc:chgData name="Dieter Beaven" userId="9bbdb69f-69d0-4759-aa9b-5c090a2da237" providerId="ADAL" clId="{2FFCC0BE-FC24-4544-85A6-5647C4F89ED7}" dt="2024-12-17T16:41:46.806" v="27" actId="47"/>
        <pc:sldMkLst>
          <pc:docMk/>
          <pc:sldMk cId="1490156849" sldId="646"/>
        </pc:sldMkLst>
      </pc:sldChg>
      <pc:sldChg chg="del">
        <pc:chgData name="Dieter Beaven" userId="9bbdb69f-69d0-4759-aa9b-5c090a2da237" providerId="ADAL" clId="{2FFCC0BE-FC24-4544-85A6-5647C4F89ED7}" dt="2024-12-17T16:41:47.570" v="28" actId="47"/>
        <pc:sldMkLst>
          <pc:docMk/>
          <pc:sldMk cId="1679143814" sldId="647"/>
        </pc:sldMkLst>
      </pc:sldChg>
      <pc:sldChg chg="del">
        <pc:chgData name="Dieter Beaven" userId="9bbdb69f-69d0-4759-aa9b-5c090a2da237" providerId="ADAL" clId="{2FFCC0BE-FC24-4544-85A6-5647C4F89ED7}" dt="2024-12-17T16:41:48.742" v="29" actId="47"/>
        <pc:sldMkLst>
          <pc:docMk/>
          <pc:sldMk cId="4689981" sldId="648"/>
        </pc:sldMkLst>
      </pc:sldChg>
      <pc:sldChg chg="add">
        <pc:chgData name="Dieter Beaven" userId="9bbdb69f-69d0-4759-aa9b-5c090a2da237" providerId="ADAL" clId="{2FFCC0BE-FC24-4544-85A6-5647C4F89ED7}" dt="2024-12-17T16:47:48.914" v="39"/>
        <pc:sldMkLst>
          <pc:docMk/>
          <pc:sldMk cId="2115513895" sldId="649"/>
        </pc:sldMkLst>
      </pc:sldChg>
      <pc:sldChg chg="add">
        <pc:chgData name="Dieter Beaven" userId="9bbdb69f-69d0-4759-aa9b-5c090a2da237" providerId="ADAL" clId="{2FFCC0BE-FC24-4544-85A6-5647C4F89ED7}" dt="2024-12-17T16:47:48.914" v="39"/>
        <pc:sldMkLst>
          <pc:docMk/>
          <pc:sldMk cId="2063137215" sldId="650"/>
        </pc:sldMkLst>
      </pc:sldChg>
      <pc:sldChg chg="add">
        <pc:chgData name="Dieter Beaven" userId="9bbdb69f-69d0-4759-aa9b-5c090a2da237" providerId="ADAL" clId="{2FFCC0BE-FC24-4544-85A6-5647C4F89ED7}" dt="2024-12-17T16:47:48.914" v="39"/>
        <pc:sldMkLst>
          <pc:docMk/>
          <pc:sldMk cId="1862785541" sldId="651"/>
        </pc:sldMkLst>
      </pc:sldChg>
      <pc:sldChg chg="add">
        <pc:chgData name="Dieter Beaven" userId="9bbdb69f-69d0-4759-aa9b-5c090a2da237" providerId="ADAL" clId="{2FFCC0BE-FC24-4544-85A6-5647C4F89ED7}" dt="2024-12-17T16:47:48.914" v="39"/>
        <pc:sldMkLst>
          <pc:docMk/>
          <pc:sldMk cId="3250419688" sldId="652"/>
        </pc:sldMkLst>
      </pc:sldChg>
      <pc:sldChg chg="addSp delSp modSp mod">
        <pc:chgData name="Dieter Beaven" userId="9bbdb69f-69d0-4759-aa9b-5c090a2da237" providerId="ADAL" clId="{2FFCC0BE-FC24-4544-85A6-5647C4F89ED7}" dt="2024-12-17T17:14:48.931" v="67" actId="1076"/>
        <pc:sldMkLst>
          <pc:docMk/>
          <pc:sldMk cId="464788855" sldId="701"/>
        </pc:sldMkLst>
        <pc:picChg chg="add mod">
          <ac:chgData name="Dieter Beaven" userId="9bbdb69f-69d0-4759-aa9b-5c090a2da237" providerId="ADAL" clId="{2FFCC0BE-FC24-4544-85A6-5647C4F89ED7}" dt="2024-12-17T17:14:48.931" v="67" actId="1076"/>
          <ac:picMkLst>
            <pc:docMk/>
            <pc:sldMk cId="464788855" sldId="701"/>
            <ac:picMk id="6" creationId="{FB9E7838-8603-EADA-9070-E13A7DB2000E}"/>
          </ac:picMkLst>
        </pc:picChg>
        <pc:picChg chg="del">
          <ac:chgData name="Dieter Beaven" userId="9bbdb69f-69d0-4759-aa9b-5c090a2da237" providerId="ADAL" clId="{2FFCC0BE-FC24-4544-85A6-5647C4F89ED7}" dt="2024-12-17T16:41:57.179" v="33" actId="478"/>
          <ac:picMkLst>
            <pc:docMk/>
            <pc:sldMk cId="464788855" sldId="701"/>
            <ac:picMk id="7" creationId="{1545D896-8CBC-0EBA-7446-7B95E04A2DF4}"/>
          </ac:picMkLst>
        </pc:picChg>
      </pc:sldChg>
      <pc:sldChg chg="modSp mod">
        <pc:chgData name="Dieter Beaven" userId="9bbdb69f-69d0-4759-aa9b-5c090a2da237" providerId="ADAL" clId="{2FFCC0BE-FC24-4544-85A6-5647C4F89ED7}" dt="2024-12-17T16:41:37.652" v="23" actId="20577"/>
        <pc:sldMkLst>
          <pc:docMk/>
          <pc:sldMk cId="938785864" sldId="717"/>
        </pc:sldMkLst>
        <pc:spChg chg="mod">
          <ac:chgData name="Dieter Beaven" userId="9bbdb69f-69d0-4759-aa9b-5c090a2da237" providerId="ADAL" clId="{2FFCC0BE-FC24-4544-85A6-5647C4F89ED7}" dt="2024-12-17T16:41:37.652" v="23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addSp delSp modSp mod">
        <pc:chgData name="Dieter Beaven" userId="9bbdb69f-69d0-4759-aa9b-5c090a2da237" providerId="ADAL" clId="{2FFCC0BE-FC24-4544-85A6-5647C4F89ED7}" dt="2024-12-17T17:00:08.202" v="55" actId="1076"/>
        <pc:sldMkLst>
          <pc:docMk/>
          <pc:sldMk cId="3902928920" sldId="718"/>
        </pc:sldMkLst>
        <pc:picChg chg="add del mod">
          <ac:chgData name="Dieter Beaven" userId="9bbdb69f-69d0-4759-aa9b-5c090a2da237" providerId="ADAL" clId="{2FFCC0BE-FC24-4544-85A6-5647C4F89ED7}" dt="2024-12-17T16:58:44.260" v="53" actId="478"/>
          <ac:picMkLst>
            <pc:docMk/>
            <pc:sldMk cId="3902928920" sldId="718"/>
            <ac:picMk id="6" creationId="{5546DA90-4A00-3498-44F5-81C9C653E68C}"/>
          </ac:picMkLst>
        </pc:picChg>
        <pc:picChg chg="del">
          <ac:chgData name="Dieter Beaven" userId="9bbdb69f-69d0-4759-aa9b-5c090a2da237" providerId="ADAL" clId="{2FFCC0BE-FC24-4544-85A6-5647C4F89ED7}" dt="2024-12-17T16:41:52.070" v="31" actId="478"/>
          <ac:picMkLst>
            <pc:docMk/>
            <pc:sldMk cId="3902928920" sldId="718"/>
            <ac:picMk id="7" creationId="{A9304D5B-0868-1DA1-A342-C22D2AAEE5FE}"/>
          </ac:picMkLst>
        </pc:picChg>
        <pc:picChg chg="add mod">
          <ac:chgData name="Dieter Beaven" userId="9bbdb69f-69d0-4759-aa9b-5c090a2da237" providerId="ADAL" clId="{2FFCC0BE-FC24-4544-85A6-5647C4F89ED7}" dt="2024-12-17T17:00:08.202" v="55" actId="1076"/>
          <ac:picMkLst>
            <pc:docMk/>
            <pc:sldMk cId="3902928920" sldId="718"/>
            <ac:picMk id="8" creationId="{2AB4715E-6623-BF6D-7BF0-E20B937D6213}"/>
          </ac:picMkLst>
        </pc:picChg>
      </pc:sldChg>
      <pc:sldChg chg="addSp delSp modSp mod">
        <pc:chgData name="Dieter Beaven" userId="9bbdb69f-69d0-4759-aa9b-5c090a2da237" providerId="ADAL" clId="{2FFCC0BE-FC24-4544-85A6-5647C4F89ED7}" dt="2024-12-17T17:02:02.158" v="65" actId="1036"/>
        <pc:sldMkLst>
          <pc:docMk/>
          <pc:sldMk cId="1631546961" sldId="719"/>
        </pc:sldMkLst>
        <pc:picChg chg="add del">
          <ac:chgData name="Dieter Beaven" userId="9bbdb69f-69d0-4759-aa9b-5c090a2da237" providerId="ADAL" clId="{2FFCC0BE-FC24-4544-85A6-5647C4F89ED7}" dt="2024-12-17T17:00:13.749" v="56" actId="478"/>
          <ac:picMkLst>
            <pc:docMk/>
            <pc:sldMk cId="1631546961" sldId="719"/>
            <ac:picMk id="6" creationId="{49C3B22B-CA50-B408-4409-151882527FFD}"/>
          </ac:picMkLst>
        </pc:picChg>
        <pc:picChg chg="del">
          <ac:chgData name="Dieter Beaven" userId="9bbdb69f-69d0-4759-aa9b-5c090a2da237" providerId="ADAL" clId="{2FFCC0BE-FC24-4544-85A6-5647C4F89ED7}" dt="2024-12-17T16:41:53.211" v="32" actId="478"/>
          <ac:picMkLst>
            <pc:docMk/>
            <pc:sldMk cId="1631546961" sldId="719"/>
            <ac:picMk id="6" creationId="{7D69BA0B-3CC2-3921-F2A8-A7E1CE765695}"/>
          </ac:picMkLst>
        </pc:picChg>
        <pc:picChg chg="add del">
          <ac:chgData name="Dieter Beaven" userId="9bbdb69f-69d0-4759-aa9b-5c090a2da237" providerId="ADAL" clId="{2FFCC0BE-FC24-4544-85A6-5647C4F89ED7}" dt="2024-12-17T17:01:16.684" v="58" actId="478"/>
          <ac:picMkLst>
            <pc:docMk/>
            <pc:sldMk cId="1631546961" sldId="719"/>
            <ac:picMk id="8" creationId="{B7D23822-2587-A725-7B2E-136303F5C6D5}"/>
          </ac:picMkLst>
        </pc:picChg>
        <pc:picChg chg="add mod">
          <ac:chgData name="Dieter Beaven" userId="9bbdb69f-69d0-4759-aa9b-5c090a2da237" providerId="ADAL" clId="{2FFCC0BE-FC24-4544-85A6-5647C4F89ED7}" dt="2024-12-17T17:02:02.158" v="65" actId="1036"/>
          <ac:picMkLst>
            <pc:docMk/>
            <pc:sldMk cId="1631546961" sldId="719"/>
            <ac:picMk id="10" creationId="{4C10FDF1-5019-FA48-5803-E0502FD4FF18}"/>
          </ac:picMkLst>
        </pc:picChg>
      </pc:sldChg>
      <pc:sldChg chg="delSp del mod">
        <pc:chgData name="Dieter Beaven" userId="9bbdb69f-69d0-4759-aa9b-5c090a2da237" providerId="ADAL" clId="{2FFCC0BE-FC24-4544-85A6-5647C4F89ED7}" dt="2024-12-17T17:14:50.181" v="68" actId="47"/>
        <pc:sldMkLst>
          <pc:docMk/>
          <pc:sldMk cId="1127558906" sldId="720"/>
        </pc:sldMkLst>
        <pc:picChg chg="del">
          <ac:chgData name="Dieter Beaven" userId="9bbdb69f-69d0-4759-aa9b-5c090a2da237" providerId="ADAL" clId="{2FFCC0BE-FC24-4544-85A6-5647C4F89ED7}" dt="2024-12-17T16:41:58.429" v="34" actId="478"/>
          <ac:picMkLst>
            <pc:docMk/>
            <pc:sldMk cId="1127558906" sldId="720"/>
            <ac:picMk id="8" creationId="{AE054D04-3A90-71C2-2CB8-CED3580EA3D8}"/>
          </ac:picMkLst>
        </pc:picChg>
      </pc:sldChg>
    </pc:docChg>
  </pc:docChgLst>
  <pc:docChgLst>
    <pc:chgData name="Dieter Beaven" userId="9bbdb69f-69d0-4759-aa9b-5c090a2da237" providerId="ADAL" clId="{F95AE5B9-5693-47CF-84F6-4D36A4565940}"/>
    <pc:docChg chg="undo custSel addSld modSld">
      <pc:chgData name="Dieter Beaven" userId="9bbdb69f-69d0-4759-aa9b-5c090a2da237" providerId="ADAL" clId="{F95AE5B9-5693-47CF-84F6-4D36A4565940}" dt="2024-12-10T16:41:50.722" v="15" actId="6549"/>
      <pc:docMkLst>
        <pc:docMk/>
      </pc:docMkLst>
      <pc:sldChg chg="modSp mod">
        <pc:chgData name="Dieter Beaven" userId="9bbdb69f-69d0-4759-aa9b-5c090a2da237" providerId="ADAL" clId="{F95AE5B9-5693-47CF-84F6-4D36A4565940}" dt="2024-12-10T16:41:50.722" v="15" actId="6549"/>
        <pc:sldMkLst>
          <pc:docMk/>
          <pc:sldMk cId="2586607706" sldId="531"/>
        </pc:sldMkLst>
        <pc:spChg chg="mod">
          <ac:chgData name="Dieter Beaven" userId="9bbdb69f-69d0-4759-aa9b-5c090a2da237" providerId="ADAL" clId="{F95AE5B9-5693-47CF-84F6-4D36A4565940}" dt="2024-12-10T16:41:36.348" v="13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F95AE5B9-5693-47CF-84F6-4D36A4565940}" dt="2024-12-10T16:41:50.722" v="15" actId="6549"/>
          <ac:spMkLst>
            <pc:docMk/>
            <pc:sldMk cId="2586607706" sldId="531"/>
            <ac:spMk id="5" creationId="{00000000-0000-0000-0000-000000000000}"/>
          </ac:spMkLst>
        </pc:spChg>
      </pc:sldChg>
      <pc:sldChg chg="addSp delSp modSp mod">
        <pc:chgData name="Dieter Beaven" userId="9bbdb69f-69d0-4759-aa9b-5c090a2da237" providerId="ADAL" clId="{F95AE5B9-5693-47CF-84F6-4D36A4565940}" dt="2024-12-10T16:19:41.249" v="3" actId="1076"/>
        <pc:sldMkLst>
          <pc:docMk/>
          <pc:sldMk cId="173887519" sldId="533"/>
        </pc:sldMkLst>
        <pc:picChg chg="add del">
          <ac:chgData name="Dieter Beaven" userId="9bbdb69f-69d0-4759-aa9b-5c090a2da237" providerId="ADAL" clId="{F95AE5B9-5693-47CF-84F6-4D36A4565940}" dt="2024-12-10T16:19:23.987" v="1" actId="22"/>
          <ac:picMkLst>
            <pc:docMk/>
            <pc:sldMk cId="173887519" sldId="533"/>
            <ac:picMk id="6" creationId="{5F937C33-3DE4-A43E-A7CE-7BCA07ABFAC0}"/>
          </ac:picMkLst>
        </pc:picChg>
        <pc:picChg chg="add mod">
          <ac:chgData name="Dieter Beaven" userId="9bbdb69f-69d0-4759-aa9b-5c090a2da237" providerId="ADAL" clId="{F95AE5B9-5693-47CF-84F6-4D36A4565940}" dt="2024-12-10T16:19:41.249" v="3" actId="1076"/>
          <ac:picMkLst>
            <pc:docMk/>
            <pc:sldMk cId="173887519" sldId="533"/>
            <ac:picMk id="8" creationId="{7206BBFE-47D2-8A61-6C77-DE22F5E5BA36}"/>
          </ac:picMkLst>
        </pc:picChg>
      </pc:sldChg>
      <pc:sldChg chg="add">
        <pc:chgData name="Dieter Beaven" userId="9bbdb69f-69d0-4759-aa9b-5c090a2da237" providerId="ADAL" clId="{F95AE5B9-5693-47CF-84F6-4D36A4565940}" dt="2024-12-10T16:40:51.035" v="11"/>
        <pc:sldMkLst>
          <pc:docMk/>
          <pc:sldMk cId="2214681041" sldId="582"/>
        </pc:sldMkLst>
      </pc:sldChg>
      <pc:sldChg chg="add">
        <pc:chgData name="Dieter Beaven" userId="9bbdb69f-69d0-4759-aa9b-5c090a2da237" providerId="ADAL" clId="{F95AE5B9-5693-47CF-84F6-4D36A4565940}" dt="2024-12-10T16:40:51.035" v="11"/>
        <pc:sldMkLst>
          <pc:docMk/>
          <pc:sldMk cId="2126887055" sldId="584"/>
        </pc:sldMkLst>
      </pc:sldChg>
      <pc:sldChg chg="add">
        <pc:chgData name="Dieter Beaven" userId="9bbdb69f-69d0-4759-aa9b-5c090a2da237" providerId="ADAL" clId="{F95AE5B9-5693-47CF-84F6-4D36A4565940}" dt="2024-12-10T16:40:51.035" v="11"/>
        <pc:sldMkLst>
          <pc:docMk/>
          <pc:sldMk cId="1811924599" sldId="585"/>
        </pc:sldMkLst>
      </pc:sldChg>
      <pc:sldChg chg="addSp modSp mod">
        <pc:chgData name="Dieter Beaven" userId="9bbdb69f-69d0-4759-aa9b-5c090a2da237" providerId="ADAL" clId="{F95AE5B9-5693-47CF-84F6-4D36A4565940}" dt="2024-12-10T16:39:45.423" v="10" actId="1076"/>
        <pc:sldMkLst>
          <pc:docMk/>
          <pc:sldMk cId="464788855" sldId="701"/>
        </pc:sldMkLst>
        <pc:picChg chg="add mod">
          <ac:chgData name="Dieter Beaven" userId="9bbdb69f-69d0-4759-aa9b-5c090a2da237" providerId="ADAL" clId="{F95AE5B9-5693-47CF-84F6-4D36A4565940}" dt="2024-12-10T16:39:45.423" v="10" actId="1076"/>
          <ac:picMkLst>
            <pc:docMk/>
            <pc:sldMk cId="464788855" sldId="701"/>
            <ac:picMk id="6" creationId="{A8BA92AD-AA83-5B61-A807-E41D8C12DE1D}"/>
          </ac:picMkLst>
        </pc:picChg>
      </pc:sldChg>
      <pc:sldChg chg="addSp modSp mod">
        <pc:chgData name="Dieter Beaven" userId="9bbdb69f-69d0-4759-aa9b-5c090a2da237" providerId="ADAL" clId="{F95AE5B9-5693-47CF-84F6-4D36A4565940}" dt="2024-12-10T16:20:40.384" v="6" actId="1076"/>
        <pc:sldMkLst>
          <pc:docMk/>
          <pc:sldMk cId="3902928920" sldId="718"/>
        </pc:sldMkLst>
        <pc:picChg chg="add mod">
          <ac:chgData name="Dieter Beaven" userId="9bbdb69f-69d0-4759-aa9b-5c090a2da237" providerId="ADAL" clId="{F95AE5B9-5693-47CF-84F6-4D36A4565940}" dt="2024-12-10T16:20:40.384" v="6" actId="1076"/>
          <ac:picMkLst>
            <pc:docMk/>
            <pc:sldMk cId="3902928920" sldId="718"/>
            <ac:picMk id="6" creationId="{0B6F0CD0-F534-CC23-2B25-2C699B43CF1B}"/>
          </ac:picMkLst>
        </pc:picChg>
      </pc:sldChg>
    </pc:docChg>
  </pc:docChgLst>
  <pc:docChgLst>
    <pc:chgData name="Dieter Beaven" userId="9bbdb69f-69d0-4759-aa9b-5c090a2da237" providerId="ADAL" clId="{ECBD9E4A-1235-4EEC-869C-E985CAFAC468}"/>
    <pc:docChg chg="custSel delSld modSld">
      <pc:chgData name="Dieter Beaven" userId="9bbdb69f-69d0-4759-aa9b-5c090a2da237" providerId="ADAL" clId="{ECBD9E4A-1235-4EEC-869C-E985CAFAC468}" dt="2024-12-03T16:48:12.107" v="62" actId="478"/>
      <pc:docMkLst>
        <pc:docMk/>
      </pc:docMkLst>
      <pc:sldChg chg="modSp mod">
        <pc:chgData name="Dieter Beaven" userId="9bbdb69f-69d0-4759-aa9b-5c090a2da237" providerId="ADAL" clId="{ECBD9E4A-1235-4EEC-869C-E985CAFAC468}" dt="2024-12-03T16:48:08.522" v="60" actId="20577"/>
        <pc:sldMkLst>
          <pc:docMk/>
          <pc:sldMk cId="2586607706" sldId="531"/>
        </pc:sldMkLst>
        <pc:spChg chg="mod">
          <ac:chgData name="Dieter Beaven" userId="9bbdb69f-69d0-4759-aa9b-5c090a2da237" providerId="ADAL" clId="{ECBD9E4A-1235-4EEC-869C-E985CAFAC468}" dt="2024-12-03T16:48:01.510" v="58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ECBD9E4A-1235-4EEC-869C-E985CAFAC468}" dt="2024-12-03T16:48:08.522" v="60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Sp mod">
        <pc:chgData name="Dieter Beaven" userId="9bbdb69f-69d0-4759-aa9b-5c090a2da237" providerId="ADAL" clId="{ECBD9E4A-1235-4EEC-869C-E985CAFAC468}" dt="2024-12-03T16:48:10.928" v="61" actId="478"/>
        <pc:sldMkLst>
          <pc:docMk/>
          <pc:sldMk cId="173887519" sldId="533"/>
        </pc:sldMkLst>
        <pc:picChg chg="del">
          <ac:chgData name="Dieter Beaven" userId="9bbdb69f-69d0-4759-aa9b-5c090a2da237" providerId="ADAL" clId="{ECBD9E4A-1235-4EEC-869C-E985CAFAC468}" dt="2024-12-03T16:48:10.928" v="61" actId="478"/>
          <ac:picMkLst>
            <pc:docMk/>
            <pc:sldMk cId="173887519" sldId="533"/>
            <ac:picMk id="10" creationId="{4AD4ACBB-14BF-AC1B-4111-C633BBF5FA19}"/>
          </ac:picMkLst>
        </pc:picChg>
      </pc:sldChg>
      <pc:sldChg chg="del">
        <pc:chgData name="Dieter Beaven" userId="9bbdb69f-69d0-4759-aa9b-5c090a2da237" providerId="ADAL" clId="{ECBD9E4A-1235-4EEC-869C-E985CAFAC468}" dt="2024-12-03T16:47:51.686" v="51" actId="47"/>
        <pc:sldMkLst>
          <pc:docMk/>
          <pc:sldMk cId="2702725889" sldId="565"/>
        </pc:sldMkLst>
      </pc:sldChg>
      <pc:sldChg chg="del">
        <pc:chgData name="Dieter Beaven" userId="9bbdb69f-69d0-4759-aa9b-5c090a2da237" providerId="ADAL" clId="{ECBD9E4A-1235-4EEC-869C-E985CAFAC468}" dt="2024-12-03T16:47:54.828" v="54" actId="47"/>
        <pc:sldMkLst>
          <pc:docMk/>
          <pc:sldMk cId="3628465465" sldId="566"/>
        </pc:sldMkLst>
      </pc:sldChg>
      <pc:sldChg chg="del">
        <pc:chgData name="Dieter Beaven" userId="9bbdb69f-69d0-4759-aa9b-5c090a2da237" providerId="ADAL" clId="{ECBD9E4A-1235-4EEC-869C-E985CAFAC468}" dt="2024-12-03T16:47:52.733" v="52" actId="47"/>
        <pc:sldMkLst>
          <pc:docMk/>
          <pc:sldMk cId="3026909746" sldId="567"/>
        </pc:sldMkLst>
      </pc:sldChg>
      <pc:sldChg chg="del">
        <pc:chgData name="Dieter Beaven" userId="9bbdb69f-69d0-4759-aa9b-5c090a2da237" providerId="ADAL" clId="{ECBD9E4A-1235-4EEC-869C-E985CAFAC468}" dt="2024-12-03T16:47:53.827" v="53" actId="47"/>
        <pc:sldMkLst>
          <pc:docMk/>
          <pc:sldMk cId="3536885959" sldId="568"/>
        </pc:sldMkLst>
      </pc:sldChg>
      <pc:sldChg chg="del">
        <pc:chgData name="Dieter Beaven" userId="9bbdb69f-69d0-4759-aa9b-5c090a2da237" providerId="ADAL" clId="{ECBD9E4A-1235-4EEC-869C-E985CAFAC468}" dt="2024-12-03T16:47:56.062" v="55" actId="47"/>
        <pc:sldMkLst>
          <pc:docMk/>
          <pc:sldMk cId="1552281268" sldId="569"/>
        </pc:sldMkLst>
      </pc:sldChg>
      <pc:sldChg chg="del">
        <pc:chgData name="Dieter Beaven" userId="9bbdb69f-69d0-4759-aa9b-5c090a2da237" providerId="ADAL" clId="{ECBD9E4A-1235-4EEC-869C-E985CAFAC468}" dt="2024-12-03T16:47:57.278" v="56" actId="47"/>
        <pc:sldMkLst>
          <pc:docMk/>
          <pc:sldMk cId="4134640982" sldId="570"/>
        </pc:sldMkLst>
      </pc:sldChg>
      <pc:sldChg chg="modSp mod">
        <pc:chgData name="Dieter Beaven" userId="9bbdb69f-69d0-4759-aa9b-5c090a2da237" providerId="ADAL" clId="{ECBD9E4A-1235-4EEC-869C-E985CAFAC468}" dt="2024-12-03T16:47:48.917" v="50" actId="20577"/>
        <pc:sldMkLst>
          <pc:docMk/>
          <pc:sldMk cId="938785864" sldId="717"/>
        </pc:sldMkLst>
        <pc:spChg chg="mod">
          <ac:chgData name="Dieter Beaven" userId="9bbdb69f-69d0-4759-aa9b-5c090a2da237" providerId="ADAL" clId="{ECBD9E4A-1235-4EEC-869C-E985CAFAC468}" dt="2024-12-03T16:47:48.917" v="50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delSp mod">
        <pc:chgData name="Dieter Beaven" userId="9bbdb69f-69d0-4759-aa9b-5c090a2da237" providerId="ADAL" clId="{ECBD9E4A-1235-4EEC-869C-E985CAFAC468}" dt="2024-12-03T16:48:12.107" v="62" actId="478"/>
        <pc:sldMkLst>
          <pc:docMk/>
          <pc:sldMk cId="3902928920" sldId="718"/>
        </pc:sldMkLst>
        <pc:picChg chg="del">
          <ac:chgData name="Dieter Beaven" userId="9bbdb69f-69d0-4759-aa9b-5c090a2da237" providerId="ADAL" clId="{ECBD9E4A-1235-4EEC-869C-E985CAFAC468}" dt="2024-12-03T16:48:12.107" v="62" actId="478"/>
          <ac:picMkLst>
            <pc:docMk/>
            <pc:sldMk cId="3902928920" sldId="718"/>
            <ac:picMk id="6" creationId="{6FE058EC-293F-6D3B-32DA-9BFE3FF1EAEC}"/>
          </ac:picMkLst>
        </pc:picChg>
      </pc:sldChg>
    </pc:docChg>
  </pc:docChgLst>
  <pc:docChgLst>
    <pc:chgData name="Dieter Beaven" userId="9bbdb69f-69d0-4759-aa9b-5c090a2da237" providerId="ADAL" clId="{EA8BAB0F-7536-4D0B-8892-B624F71C1627}"/>
    <pc:docChg chg="undo custSel addSld delSld modSld">
      <pc:chgData name="Dieter Beaven" userId="9bbdb69f-69d0-4759-aa9b-5c090a2da237" providerId="ADAL" clId="{EA8BAB0F-7536-4D0B-8892-B624F71C1627}" dt="2024-12-11T17:16:25.189" v="98" actId="1076"/>
      <pc:docMkLst>
        <pc:docMk/>
      </pc:docMkLst>
      <pc:sldChg chg="modSp mod">
        <pc:chgData name="Dieter Beaven" userId="9bbdb69f-69d0-4759-aa9b-5c090a2da237" providerId="ADAL" clId="{EA8BAB0F-7536-4D0B-8892-B624F71C1627}" dt="2024-12-11T17:05:42.942" v="60" actId="20577"/>
        <pc:sldMkLst>
          <pc:docMk/>
          <pc:sldMk cId="2586607706" sldId="531"/>
        </pc:sldMkLst>
        <pc:spChg chg="mod">
          <ac:chgData name="Dieter Beaven" userId="9bbdb69f-69d0-4759-aa9b-5c090a2da237" providerId="ADAL" clId="{EA8BAB0F-7536-4D0B-8892-B624F71C1627}" dt="2024-12-11T17:05:33.801" v="56" actId="20577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EA8BAB0F-7536-4D0B-8892-B624F71C1627}" dt="2024-12-11T17:05:42.942" v="60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addSp delSp mod">
        <pc:chgData name="Dieter Beaven" userId="9bbdb69f-69d0-4759-aa9b-5c090a2da237" providerId="ADAL" clId="{EA8BAB0F-7536-4D0B-8892-B624F71C1627}" dt="2024-12-11T17:11:11.790" v="81" actId="22"/>
        <pc:sldMkLst>
          <pc:docMk/>
          <pc:sldMk cId="173887519" sldId="533"/>
        </pc:sldMkLst>
        <pc:picChg chg="add">
          <ac:chgData name="Dieter Beaven" userId="9bbdb69f-69d0-4759-aa9b-5c090a2da237" providerId="ADAL" clId="{EA8BAB0F-7536-4D0B-8892-B624F71C1627}" dt="2024-12-11T17:11:11.790" v="81" actId="22"/>
          <ac:picMkLst>
            <pc:docMk/>
            <pc:sldMk cId="173887519" sldId="533"/>
            <ac:picMk id="6" creationId="{19633A17-17A1-7A70-5602-F932599D0C0B}"/>
          </ac:picMkLst>
        </pc:picChg>
        <pc:picChg chg="del">
          <ac:chgData name="Dieter Beaven" userId="9bbdb69f-69d0-4759-aa9b-5c090a2da237" providerId="ADAL" clId="{EA8BAB0F-7536-4D0B-8892-B624F71C1627}" dt="2024-12-11T17:05:46.835" v="61" actId="478"/>
          <ac:picMkLst>
            <pc:docMk/>
            <pc:sldMk cId="173887519" sldId="533"/>
            <ac:picMk id="8" creationId="{7206BBFE-47D2-8A61-6C77-DE22F5E5BA36}"/>
          </ac:picMkLst>
        </pc:picChg>
      </pc:sldChg>
      <pc:sldChg chg="del">
        <pc:chgData name="Dieter Beaven" userId="9bbdb69f-69d0-4759-aa9b-5c090a2da237" providerId="ADAL" clId="{EA8BAB0F-7536-4D0B-8892-B624F71C1627}" dt="2024-12-11T17:05:25.035" v="50" actId="47"/>
        <pc:sldMkLst>
          <pc:docMk/>
          <pc:sldMk cId="2214681041" sldId="582"/>
        </pc:sldMkLst>
      </pc:sldChg>
      <pc:sldChg chg="del">
        <pc:chgData name="Dieter Beaven" userId="9bbdb69f-69d0-4759-aa9b-5c090a2da237" providerId="ADAL" clId="{EA8BAB0F-7536-4D0B-8892-B624F71C1627}" dt="2024-12-11T17:05:25.761" v="51" actId="47"/>
        <pc:sldMkLst>
          <pc:docMk/>
          <pc:sldMk cId="2126887055" sldId="584"/>
        </pc:sldMkLst>
      </pc:sldChg>
      <pc:sldChg chg="del">
        <pc:chgData name="Dieter Beaven" userId="9bbdb69f-69d0-4759-aa9b-5c090a2da237" providerId="ADAL" clId="{EA8BAB0F-7536-4D0B-8892-B624F71C1627}" dt="2024-12-11T17:05:26.221" v="52" actId="47"/>
        <pc:sldMkLst>
          <pc:docMk/>
          <pc:sldMk cId="1811924599" sldId="585"/>
        </pc:sldMkLst>
      </pc:sldChg>
      <pc:sldChg chg="modSp add">
        <pc:chgData name="Dieter Beaven" userId="9bbdb69f-69d0-4759-aa9b-5c090a2da237" providerId="ADAL" clId="{EA8BAB0F-7536-4D0B-8892-B624F71C1627}" dt="2024-12-11T17:07:13.476" v="78" actId="20577"/>
        <pc:sldMkLst>
          <pc:docMk/>
          <pc:sldMk cId="519013552" sldId="642"/>
        </pc:sldMkLst>
        <pc:spChg chg="mod">
          <ac:chgData name="Dieter Beaven" userId="9bbdb69f-69d0-4759-aa9b-5c090a2da237" providerId="ADAL" clId="{EA8BAB0F-7536-4D0B-8892-B624F71C1627}" dt="2024-12-11T17:07:08.909" v="71" actId="20577"/>
          <ac:spMkLst>
            <pc:docMk/>
            <pc:sldMk cId="519013552" sldId="642"/>
            <ac:spMk id="47" creationId="{00000000-0000-0000-0000-000000000000}"/>
          </ac:spMkLst>
        </pc:spChg>
        <pc:spChg chg="mod">
          <ac:chgData name="Dieter Beaven" userId="9bbdb69f-69d0-4759-aa9b-5c090a2da237" providerId="ADAL" clId="{EA8BAB0F-7536-4D0B-8892-B624F71C1627}" dt="2024-12-11T17:07:13.476" v="78" actId="20577"/>
          <ac:spMkLst>
            <pc:docMk/>
            <pc:sldMk cId="519013552" sldId="642"/>
            <ac:spMk id="60" creationId="{00000000-0000-0000-0000-000000000000}"/>
          </ac:spMkLst>
        </pc:spChg>
      </pc:sldChg>
      <pc:sldChg chg="add">
        <pc:chgData name="Dieter Beaven" userId="9bbdb69f-69d0-4759-aa9b-5c090a2da237" providerId="ADAL" clId="{EA8BAB0F-7536-4D0B-8892-B624F71C1627}" dt="2024-12-11T17:06:55.038" v="64"/>
        <pc:sldMkLst>
          <pc:docMk/>
          <pc:sldMk cId="308390081" sldId="643"/>
        </pc:sldMkLst>
      </pc:sldChg>
      <pc:sldChg chg="add">
        <pc:chgData name="Dieter Beaven" userId="9bbdb69f-69d0-4759-aa9b-5c090a2da237" providerId="ADAL" clId="{EA8BAB0F-7536-4D0B-8892-B624F71C1627}" dt="2024-12-11T17:06:55.038" v="64"/>
        <pc:sldMkLst>
          <pc:docMk/>
          <pc:sldMk cId="1440638986" sldId="644"/>
        </pc:sldMkLst>
      </pc:sldChg>
      <pc:sldChg chg="add del">
        <pc:chgData name="Dieter Beaven" userId="9bbdb69f-69d0-4759-aa9b-5c090a2da237" providerId="ADAL" clId="{EA8BAB0F-7536-4D0B-8892-B624F71C1627}" dt="2024-12-11T17:07:47.452" v="79" actId="47"/>
        <pc:sldMkLst>
          <pc:docMk/>
          <pc:sldMk cId="2842025953" sldId="645"/>
        </pc:sldMkLst>
      </pc:sldChg>
      <pc:sldChg chg="add">
        <pc:chgData name="Dieter Beaven" userId="9bbdb69f-69d0-4759-aa9b-5c090a2da237" providerId="ADAL" clId="{EA8BAB0F-7536-4D0B-8892-B624F71C1627}" dt="2024-12-11T17:06:55.038" v="64"/>
        <pc:sldMkLst>
          <pc:docMk/>
          <pc:sldMk cId="1490156849" sldId="646"/>
        </pc:sldMkLst>
      </pc:sldChg>
      <pc:sldChg chg="add">
        <pc:chgData name="Dieter Beaven" userId="9bbdb69f-69d0-4759-aa9b-5c090a2da237" providerId="ADAL" clId="{EA8BAB0F-7536-4D0B-8892-B624F71C1627}" dt="2024-12-11T17:06:55.038" v="64"/>
        <pc:sldMkLst>
          <pc:docMk/>
          <pc:sldMk cId="1679143814" sldId="647"/>
        </pc:sldMkLst>
      </pc:sldChg>
      <pc:sldChg chg="modSp add">
        <pc:chgData name="Dieter Beaven" userId="9bbdb69f-69d0-4759-aa9b-5c090a2da237" providerId="ADAL" clId="{EA8BAB0F-7536-4D0B-8892-B624F71C1627}" dt="2024-12-11T17:08:19.620" v="80" actId="6549"/>
        <pc:sldMkLst>
          <pc:docMk/>
          <pc:sldMk cId="4689981" sldId="648"/>
        </pc:sldMkLst>
        <pc:spChg chg="mod">
          <ac:chgData name="Dieter Beaven" userId="9bbdb69f-69d0-4759-aa9b-5c090a2da237" providerId="ADAL" clId="{EA8BAB0F-7536-4D0B-8892-B624F71C1627}" dt="2024-12-11T17:08:19.620" v="80" actId="6549"/>
          <ac:spMkLst>
            <pc:docMk/>
            <pc:sldMk cId="4689981" sldId="648"/>
            <ac:spMk id="28" creationId="{6837DF74-9DCB-4DC9-BC57-4920027A5A3C}"/>
          </ac:spMkLst>
        </pc:spChg>
      </pc:sldChg>
      <pc:sldChg chg="addSp delSp modSp mod">
        <pc:chgData name="Dieter Beaven" userId="9bbdb69f-69d0-4759-aa9b-5c090a2da237" providerId="ADAL" clId="{EA8BAB0F-7536-4D0B-8892-B624F71C1627}" dt="2024-12-11T17:15:55.968" v="92" actId="1076"/>
        <pc:sldMkLst>
          <pc:docMk/>
          <pc:sldMk cId="464788855" sldId="701"/>
        </pc:sldMkLst>
        <pc:picChg chg="del">
          <ac:chgData name="Dieter Beaven" userId="9bbdb69f-69d0-4759-aa9b-5c090a2da237" providerId="ADAL" clId="{EA8BAB0F-7536-4D0B-8892-B624F71C1627}" dt="2024-12-11T17:05:49.437" v="63" actId="478"/>
          <ac:picMkLst>
            <pc:docMk/>
            <pc:sldMk cId="464788855" sldId="701"/>
            <ac:picMk id="6" creationId="{A8BA92AD-AA83-5B61-A807-E41D8C12DE1D}"/>
          </ac:picMkLst>
        </pc:picChg>
        <pc:picChg chg="add mod">
          <ac:chgData name="Dieter Beaven" userId="9bbdb69f-69d0-4759-aa9b-5c090a2da237" providerId="ADAL" clId="{EA8BAB0F-7536-4D0B-8892-B624F71C1627}" dt="2024-12-11T17:15:55.968" v="92" actId="1076"/>
          <ac:picMkLst>
            <pc:docMk/>
            <pc:sldMk cId="464788855" sldId="701"/>
            <ac:picMk id="7" creationId="{1545D896-8CBC-0EBA-7446-7B95E04A2DF4}"/>
          </ac:picMkLst>
        </pc:picChg>
      </pc:sldChg>
      <pc:sldChg chg="modSp mod">
        <pc:chgData name="Dieter Beaven" userId="9bbdb69f-69d0-4759-aa9b-5c090a2da237" providerId="ADAL" clId="{EA8BAB0F-7536-4D0B-8892-B624F71C1627}" dt="2024-12-11T17:05:20.624" v="49" actId="20577"/>
        <pc:sldMkLst>
          <pc:docMk/>
          <pc:sldMk cId="938785864" sldId="717"/>
        </pc:sldMkLst>
        <pc:spChg chg="mod">
          <ac:chgData name="Dieter Beaven" userId="9bbdb69f-69d0-4759-aa9b-5c090a2da237" providerId="ADAL" clId="{EA8BAB0F-7536-4D0B-8892-B624F71C1627}" dt="2024-12-11T17:05:20.624" v="49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addSp delSp modSp mod">
        <pc:chgData name="Dieter Beaven" userId="9bbdb69f-69d0-4759-aa9b-5c090a2da237" providerId="ADAL" clId="{EA8BAB0F-7536-4D0B-8892-B624F71C1627}" dt="2024-12-11T17:12:03.592" v="85" actId="1076"/>
        <pc:sldMkLst>
          <pc:docMk/>
          <pc:sldMk cId="3902928920" sldId="718"/>
        </pc:sldMkLst>
        <pc:picChg chg="del">
          <ac:chgData name="Dieter Beaven" userId="9bbdb69f-69d0-4759-aa9b-5c090a2da237" providerId="ADAL" clId="{EA8BAB0F-7536-4D0B-8892-B624F71C1627}" dt="2024-12-11T17:05:48.156" v="62" actId="478"/>
          <ac:picMkLst>
            <pc:docMk/>
            <pc:sldMk cId="3902928920" sldId="718"/>
            <ac:picMk id="6" creationId="{0B6F0CD0-F534-CC23-2B25-2C699B43CF1B}"/>
          </ac:picMkLst>
        </pc:picChg>
        <pc:picChg chg="add mod">
          <ac:chgData name="Dieter Beaven" userId="9bbdb69f-69d0-4759-aa9b-5c090a2da237" providerId="ADAL" clId="{EA8BAB0F-7536-4D0B-8892-B624F71C1627}" dt="2024-12-11T17:12:03.592" v="85" actId="1076"/>
          <ac:picMkLst>
            <pc:docMk/>
            <pc:sldMk cId="3902928920" sldId="718"/>
            <ac:picMk id="7" creationId="{A9304D5B-0868-1DA1-A342-C22D2AAEE5FE}"/>
          </ac:picMkLst>
        </pc:picChg>
      </pc:sldChg>
      <pc:sldChg chg="addSp modSp add mod">
        <pc:chgData name="Dieter Beaven" userId="9bbdb69f-69d0-4759-aa9b-5c090a2da237" providerId="ADAL" clId="{EA8BAB0F-7536-4D0B-8892-B624F71C1627}" dt="2024-12-11T17:12:48.811" v="87" actId="1076"/>
        <pc:sldMkLst>
          <pc:docMk/>
          <pc:sldMk cId="1631546961" sldId="719"/>
        </pc:sldMkLst>
        <pc:picChg chg="add mod">
          <ac:chgData name="Dieter Beaven" userId="9bbdb69f-69d0-4759-aa9b-5c090a2da237" providerId="ADAL" clId="{EA8BAB0F-7536-4D0B-8892-B624F71C1627}" dt="2024-12-11T17:12:48.811" v="87" actId="1076"/>
          <ac:picMkLst>
            <pc:docMk/>
            <pc:sldMk cId="1631546961" sldId="719"/>
            <ac:picMk id="6" creationId="{7D69BA0B-3CC2-3921-F2A8-A7E1CE765695}"/>
          </ac:picMkLst>
        </pc:picChg>
      </pc:sldChg>
      <pc:sldChg chg="addSp delSp modSp add mod">
        <pc:chgData name="Dieter Beaven" userId="9bbdb69f-69d0-4759-aa9b-5c090a2da237" providerId="ADAL" clId="{EA8BAB0F-7536-4D0B-8892-B624F71C1627}" dt="2024-12-11T17:16:25.189" v="98" actId="1076"/>
        <pc:sldMkLst>
          <pc:docMk/>
          <pc:sldMk cId="1127558906" sldId="720"/>
        </pc:sldMkLst>
        <pc:picChg chg="add del mod">
          <ac:chgData name="Dieter Beaven" userId="9bbdb69f-69d0-4759-aa9b-5c090a2da237" providerId="ADAL" clId="{EA8BAB0F-7536-4D0B-8892-B624F71C1627}" dt="2024-12-11T17:16:19.901" v="96" actId="22"/>
          <ac:picMkLst>
            <pc:docMk/>
            <pc:sldMk cId="1127558906" sldId="720"/>
            <ac:picMk id="6" creationId="{9180C01C-65B0-DABF-6E76-B341B40BAB45}"/>
          </ac:picMkLst>
        </pc:picChg>
        <pc:picChg chg="add mod">
          <ac:chgData name="Dieter Beaven" userId="9bbdb69f-69d0-4759-aa9b-5c090a2da237" providerId="ADAL" clId="{EA8BAB0F-7536-4D0B-8892-B624F71C1627}" dt="2024-12-11T17:16:25.189" v="98" actId="1076"/>
          <ac:picMkLst>
            <pc:docMk/>
            <pc:sldMk cId="1127558906" sldId="720"/>
            <ac:picMk id="8" creationId="{AE054D04-3A90-71C2-2CB8-CED3580EA3D8}"/>
          </ac:picMkLst>
        </pc:picChg>
      </pc:sldChg>
      <pc:sldChg chg="add del">
        <pc:chgData name="Dieter Beaven" userId="9bbdb69f-69d0-4759-aa9b-5c090a2da237" providerId="ADAL" clId="{EA8BAB0F-7536-4D0B-8892-B624F71C1627}" dt="2024-12-11T17:12:50.671" v="88" actId="47"/>
        <pc:sldMkLst>
          <pc:docMk/>
          <pc:sldMk cId="3955233091" sldId="720"/>
        </pc:sldMkLst>
      </pc:sldChg>
    </pc:docChg>
  </pc:docChgLst>
  <pc:docChgLst>
    <pc:chgData name="Dieter Beaven" userId="9bbdb69f-69d0-4759-aa9b-5c090a2da237" providerId="ADAL" clId="{197000CD-D614-4EDB-B4C2-59D6EF113C98}"/>
    <pc:docChg chg="modSld">
      <pc:chgData name="Dieter Beaven" userId="9bbdb69f-69d0-4759-aa9b-5c090a2da237" providerId="ADAL" clId="{197000CD-D614-4EDB-B4C2-59D6EF113C98}" dt="2024-12-11T14:12:40.069" v="11" actId="20577"/>
      <pc:docMkLst>
        <pc:docMk/>
      </pc:docMkLst>
      <pc:sldChg chg="modSp mod">
        <pc:chgData name="Dieter Beaven" userId="9bbdb69f-69d0-4759-aa9b-5c090a2da237" providerId="ADAL" clId="{197000CD-D614-4EDB-B4C2-59D6EF113C98}" dt="2024-12-11T14:12:40.069" v="11" actId="20577"/>
        <pc:sldMkLst>
          <pc:docMk/>
          <pc:sldMk cId="938785864" sldId="717"/>
        </pc:sldMkLst>
        <pc:spChg chg="mod">
          <ac:chgData name="Dieter Beaven" userId="9bbdb69f-69d0-4759-aa9b-5c090a2da237" providerId="ADAL" clId="{197000CD-D614-4EDB-B4C2-59D6EF113C98}" dt="2024-12-11T14:12:40.069" v="11" actId="20577"/>
          <ac:spMkLst>
            <pc:docMk/>
            <pc:sldMk cId="938785864" sldId="717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17/12/2024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17/12/2024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17/12/2024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17/12/2024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17/12/2024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17/12/2024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17/12/2024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17/12/2024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17/12/2024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17/12/2024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17/12/2024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17/12/2024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17/12/2024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5" Type="http://schemas.openxmlformats.org/officeDocument/2006/relationships/image" Target="../media/image77.png"/><Relationship Id="rId10" Type="http://schemas.openxmlformats.org/officeDocument/2006/relationships/image" Target="../media/image82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93.png"/><Relationship Id="rId18" Type="http://schemas.openxmlformats.org/officeDocument/2006/relationships/image" Target="../media/image97.png"/><Relationship Id="rId3" Type="http://schemas.openxmlformats.org/officeDocument/2006/relationships/image" Target="../media/image86.png"/><Relationship Id="rId7" Type="http://schemas.openxmlformats.org/officeDocument/2006/relationships/image" Target="../media/image88.png"/><Relationship Id="rId12" Type="http://schemas.openxmlformats.org/officeDocument/2006/relationships/image" Target="../media/image92.png"/><Relationship Id="rId17" Type="http://schemas.openxmlformats.org/officeDocument/2006/relationships/image" Target="../media/image96.png"/><Relationship Id="rId2" Type="http://schemas.openxmlformats.org/officeDocument/2006/relationships/image" Target="../media/image85.png"/><Relationship Id="rId16" Type="http://schemas.openxmlformats.org/officeDocument/2006/relationships/image" Target="../media/image95.png"/><Relationship Id="rId20" Type="http://schemas.openxmlformats.org/officeDocument/2006/relationships/image" Target="../media/image9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11" Type="http://schemas.openxmlformats.org/officeDocument/2006/relationships/image" Target="../media/image91.png"/><Relationship Id="rId5" Type="http://schemas.openxmlformats.org/officeDocument/2006/relationships/image" Target="../media/image79.png"/><Relationship Id="rId15" Type="http://schemas.openxmlformats.org/officeDocument/2006/relationships/image" Target="../media/image94.png"/><Relationship Id="rId10" Type="http://schemas.openxmlformats.org/officeDocument/2006/relationships/image" Target="../media/image90.png"/><Relationship Id="rId19" Type="http://schemas.openxmlformats.org/officeDocument/2006/relationships/image" Target="../media/image98.png"/><Relationship Id="rId4" Type="http://schemas.openxmlformats.org/officeDocument/2006/relationships/image" Target="../media/image87.png"/><Relationship Id="rId9" Type="http://schemas.openxmlformats.org/officeDocument/2006/relationships/image" Target="../media/image89.png"/><Relationship Id="rId14" Type="http://schemas.openxmlformats.org/officeDocument/2006/relationships/image" Target="../media/image8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5: </a:t>
            </a:r>
            <a:r>
              <a:rPr lang="en-GB" dirty="0">
                <a:solidFill>
                  <a:schemeClr val="accent5"/>
                </a:solidFill>
              </a:rPr>
              <a:t>Radians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Arc Length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785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Arc length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Oval 4"/>
          <p:cNvSpPr/>
          <p:nvPr/>
        </p:nvSpPr>
        <p:spPr>
          <a:xfrm>
            <a:off x="2712492" y="1001812"/>
            <a:ext cx="3096344" cy="302433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/>
          <p:cNvCxnSpPr>
            <a:stCxn id="5" idx="0"/>
          </p:cNvCxnSpPr>
          <p:nvPr/>
        </p:nvCxnSpPr>
        <p:spPr>
          <a:xfrm>
            <a:off x="4260664" y="1001812"/>
            <a:ext cx="12732" cy="15163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4273396" y="1603772"/>
            <a:ext cx="1211580" cy="9296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Freeform 11"/>
          <p:cNvSpPr/>
          <p:nvPr/>
        </p:nvSpPr>
        <p:spPr>
          <a:xfrm>
            <a:off x="4273396" y="2152412"/>
            <a:ext cx="320040" cy="144780"/>
          </a:xfrm>
          <a:custGeom>
            <a:avLst/>
            <a:gdLst>
              <a:gd name="connsiteX0" fmla="*/ 0 w 320040"/>
              <a:gd name="connsiteY0" fmla="*/ 7620 h 144780"/>
              <a:gd name="connsiteX1" fmla="*/ 160020 w 320040"/>
              <a:gd name="connsiteY1" fmla="*/ 22860 h 144780"/>
              <a:gd name="connsiteX2" fmla="*/ 320040 w 320040"/>
              <a:gd name="connsiteY2" fmla="*/ 144780 h 144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0040" h="144780">
                <a:moveTo>
                  <a:pt x="0" y="7620"/>
                </a:moveTo>
                <a:cubicBezTo>
                  <a:pt x="53340" y="3810"/>
                  <a:pt x="106680" y="0"/>
                  <a:pt x="160020" y="22860"/>
                </a:cubicBezTo>
                <a:cubicBezTo>
                  <a:pt x="213360" y="45720"/>
                  <a:pt x="266700" y="95250"/>
                  <a:pt x="320040" y="14478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222240" y="1876540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  <a:sym typeface="Symbol"/>
                        </a:rPr>
                        <m:t>𝜃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2240" y="1876540"/>
                <a:ext cx="57606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976738" y="1649884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738" y="1649884"/>
                <a:ext cx="36004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860032" y="4437112"/>
                <a:ext cx="381642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From before, we know that 1 radian gives an arc of 1 radius in length, so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/>
                  <a:t> radians must give a length of…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032" y="4437112"/>
                <a:ext cx="3816424" cy="923330"/>
              </a:xfrm>
              <a:prstGeom prst="rect">
                <a:avLst/>
              </a:prstGeom>
              <a:blipFill>
                <a:blip r:embed="rId4"/>
                <a:stretch>
                  <a:fillRect l="-1278" t="-3974" b="-99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323528" y="4077072"/>
            <a:ext cx="2304256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Arc length in degrees: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8FE69DDE-AA02-467E-88A5-359CA0935477}"/>
              </a:ext>
            </a:extLst>
          </p:cNvPr>
          <p:cNvSpPr/>
          <p:nvPr/>
        </p:nvSpPr>
        <p:spPr>
          <a:xfrm>
            <a:off x="4286988" y="866849"/>
            <a:ext cx="1286540" cy="627321"/>
          </a:xfrm>
          <a:custGeom>
            <a:avLst/>
            <a:gdLst>
              <a:gd name="connsiteX0" fmla="*/ 0 w 1286540"/>
              <a:gd name="connsiteY0" fmla="*/ 0 h 627321"/>
              <a:gd name="connsiteX1" fmla="*/ 754912 w 1286540"/>
              <a:gd name="connsiteY1" fmla="*/ 170121 h 627321"/>
              <a:gd name="connsiteX2" fmla="*/ 1286540 w 1286540"/>
              <a:gd name="connsiteY2" fmla="*/ 627321 h 627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6540" h="627321">
                <a:moveTo>
                  <a:pt x="0" y="0"/>
                </a:moveTo>
                <a:cubicBezTo>
                  <a:pt x="270244" y="32783"/>
                  <a:pt x="540489" y="65567"/>
                  <a:pt x="754912" y="170121"/>
                </a:cubicBezTo>
                <a:cubicBezTo>
                  <a:pt x="969335" y="274675"/>
                  <a:pt x="1127937" y="450998"/>
                  <a:pt x="1286540" y="627321"/>
                </a:cubicBezTo>
              </a:path>
            </a:pathLst>
          </a:custGeom>
          <a:noFill/>
          <a:ln>
            <a:solidFill>
              <a:schemeClr val="tx1"/>
            </a:solidFill>
            <a:prstDash val="sysDash"/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27F64CF-DEEF-4F81-9A0C-F6BB666E4F09}"/>
                  </a:ext>
                </a:extLst>
              </p:cNvPr>
              <p:cNvSpPr txBox="1"/>
              <p:nvPr/>
            </p:nvSpPr>
            <p:spPr>
              <a:xfrm>
                <a:off x="5031081" y="748312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27F64CF-DEEF-4F81-9A0C-F6BB666E4F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1081" y="748312"/>
                <a:ext cx="36004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E546B83C-40BB-4E5F-8184-EBEC2B72DC55}"/>
              </a:ext>
            </a:extLst>
          </p:cNvPr>
          <p:cNvSpPr txBox="1"/>
          <p:nvPr/>
        </p:nvSpPr>
        <p:spPr>
          <a:xfrm>
            <a:off x="4798304" y="4066039"/>
            <a:ext cx="2304256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Arc length in radians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AF18CF-C9DB-4E72-B30E-01A1A19538E5}"/>
                  </a:ext>
                </a:extLst>
              </p:cNvPr>
              <p:cNvSpPr txBox="1"/>
              <p:nvPr/>
            </p:nvSpPr>
            <p:spPr>
              <a:xfrm>
                <a:off x="285676" y="4839568"/>
                <a:ext cx="2664296" cy="905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360</m:t>
                          </m:r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×2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AF18CF-C9DB-4E72-B30E-01A1A1953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676" y="4839568"/>
                <a:ext cx="2664296" cy="9055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500336" y="4760277"/>
            <a:ext cx="2449636" cy="11521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259D04-E535-477F-BED1-BACFCDD55C0F}"/>
                  </a:ext>
                </a:extLst>
              </p:cNvPr>
              <p:cNvSpPr txBox="1"/>
              <p:nvPr/>
            </p:nvSpPr>
            <p:spPr>
              <a:xfrm>
                <a:off x="5502958" y="5707732"/>
                <a:ext cx="179367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259D04-E535-477F-BED1-BACFCDD55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2958" y="5707732"/>
                <a:ext cx="1793674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5441920" y="5568070"/>
            <a:ext cx="1797079" cy="99782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15513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9A94563-80A5-467D-BBB5-AD85EB18E754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DC9DFA1-FEBD-4917-9931-1FD4F399F37F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Examples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C54D71A-3C64-4FBF-A9FF-D9118F6C1048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FD54033-F703-4335-86FD-C51DBE5C4B84}"/>
              </a:ext>
            </a:extLst>
          </p:cNvPr>
          <p:cNvSpPr txBox="1"/>
          <p:nvPr/>
        </p:nvSpPr>
        <p:spPr>
          <a:xfrm>
            <a:off x="467544" y="908720"/>
            <a:ext cx="3024336" cy="1323439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/>
              <a:t>[Textbook] Find the length of the arc of a circle of radius 5.2 cm, given that the arc subtends an angle of 0.8 radians at the centre of the circle.</a:t>
            </a:r>
          </a:p>
        </p:txBody>
      </p:sp>
      <p:sp>
        <p:nvSpPr>
          <p:cNvPr id="6" name="Partial Circle 5">
            <a:extLst>
              <a:ext uri="{FF2B5EF4-FFF2-40B4-BE49-F238E27FC236}">
                <a16:creationId xmlns:a16="http://schemas.microsoft.com/office/drawing/2014/main" id="{0FDF4626-9C34-4B4F-AA04-32F0D7D64752}"/>
              </a:ext>
            </a:extLst>
          </p:cNvPr>
          <p:cNvSpPr/>
          <p:nvPr/>
        </p:nvSpPr>
        <p:spPr>
          <a:xfrm>
            <a:off x="195462" y="2273597"/>
            <a:ext cx="2116697" cy="1925081"/>
          </a:xfrm>
          <a:prstGeom prst="pie">
            <a:avLst>
              <a:gd name="adj1" fmla="val 19437373"/>
              <a:gd name="adj2" fmla="val 152286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D40E28A-B62E-4B31-B216-2D8F5F0D66A3}"/>
                  </a:ext>
                </a:extLst>
              </p:cNvPr>
              <p:cNvSpPr txBox="1"/>
              <p:nvPr/>
            </p:nvSpPr>
            <p:spPr>
              <a:xfrm rot="19417426">
                <a:off x="1183432" y="2636912"/>
                <a:ext cx="86409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5.2 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D40E28A-B62E-4B31-B216-2D8F5F0D6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417426">
                <a:off x="1183432" y="2636912"/>
                <a:ext cx="864096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581DF69-42FF-4AEE-B9BA-D0185FD8E039}"/>
                  </a:ext>
                </a:extLst>
              </p:cNvPr>
              <p:cNvSpPr txBox="1"/>
              <p:nvPr/>
            </p:nvSpPr>
            <p:spPr>
              <a:xfrm>
                <a:off x="1507658" y="3075572"/>
                <a:ext cx="3640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0.8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581DF69-42FF-4AEE-B9BA-D0185FD8E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658" y="3075572"/>
                <a:ext cx="364005" cy="2616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4B729B2-5E5B-46A7-B432-B7D8EF7820D2}"/>
              </a:ext>
            </a:extLst>
          </p:cNvPr>
          <p:cNvSpPr/>
          <p:nvPr/>
        </p:nvSpPr>
        <p:spPr>
          <a:xfrm>
            <a:off x="1502569" y="3045619"/>
            <a:ext cx="68468" cy="326231"/>
          </a:xfrm>
          <a:custGeom>
            <a:avLst/>
            <a:gdLst>
              <a:gd name="connsiteX0" fmla="*/ 0 w 68468"/>
              <a:gd name="connsiteY0" fmla="*/ 0 h 326231"/>
              <a:gd name="connsiteX1" fmla="*/ 66675 w 68468"/>
              <a:gd name="connsiteY1" fmla="*/ 164306 h 326231"/>
              <a:gd name="connsiteX2" fmla="*/ 42862 w 68468"/>
              <a:gd name="connsiteY2" fmla="*/ 326231 h 326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468" h="326231">
                <a:moveTo>
                  <a:pt x="0" y="0"/>
                </a:moveTo>
                <a:cubicBezTo>
                  <a:pt x="29765" y="54967"/>
                  <a:pt x="59531" y="109934"/>
                  <a:pt x="66675" y="164306"/>
                </a:cubicBezTo>
                <a:cubicBezTo>
                  <a:pt x="73819" y="218678"/>
                  <a:pt x="58340" y="272454"/>
                  <a:pt x="42862" y="326231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75B2827-EE5F-4111-BD77-FADECAFBEEE3}"/>
                  </a:ext>
                </a:extLst>
              </p:cNvPr>
              <p:cNvSpPr txBox="1"/>
              <p:nvPr/>
            </p:nvSpPr>
            <p:spPr>
              <a:xfrm>
                <a:off x="695325" y="3824956"/>
                <a:ext cx="24365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0.8×5.2=4.16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75B2827-EE5F-4111-BD77-FADECAFBE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325" y="3824956"/>
                <a:ext cx="243651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DC400AC-815C-45B4-8935-D8194DA261CF}"/>
              </a:ext>
            </a:extLst>
          </p:cNvPr>
          <p:cNvSpPr txBox="1"/>
          <p:nvPr/>
        </p:nvSpPr>
        <p:spPr>
          <a:xfrm>
            <a:off x="721544" y="5656560"/>
            <a:ext cx="2376264" cy="101566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b="1" dirty="0" err="1"/>
              <a:t>Fro</a:t>
            </a:r>
            <a:r>
              <a:rPr lang="en-GB" sz="1200" b="1" dirty="0"/>
              <a:t> Note</a:t>
            </a:r>
            <a:r>
              <a:rPr lang="en-GB" sz="1200" dirty="0"/>
              <a:t>: Whether your calculator is in degrees mode or radians mode is only relevant when using sin/cos/tan – it won’t affect simple multiplication!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6DED801-3432-4C2A-A6BA-3FEF44FB7BD5}"/>
                  </a:ext>
                </a:extLst>
              </p:cNvPr>
              <p:cNvSpPr txBox="1"/>
              <p:nvPr/>
            </p:nvSpPr>
            <p:spPr>
              <a:xfrm>
                <a:off x="3923928" y="882576"/>
                <a:ext cx="3024336" cy="132343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[Textbook] An arc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en-GB" sz="1600" dirty="0"/>
                  <a:t> of a circle with radius 7 cm and centre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GB" sz="1600" dirty="0"/>
                  <a:t> has a length of 2.45 cm. Find the angle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𝐴𝑂𝐵</m:t>
                    </m:r>
                  </m:oMath>
                </a14:m>
                <a:r>
                  <a:rPr lang="en-GB" sz="1600" dirty="0"/>
                  <a:t> subtended by the arc at the centre of the circle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6DED801-3432-4C2A-A6BA-3FEF44FB7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882576"/>
                <a:ext cx="3024336" cy="13234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864A73E2-0EB6-4F3D-8EF1-6DE074ED29C3}"/>
              </a:ext>
            </a:extLst>
          </p:cNvPr>
          <p:cNvSpPr txBox="1"/>
          <p:nvPr/>
        </p:nvSpPr>
        <p:spPr>
          <a:xfrm>
            <a:off x="4087788" y="6202660"/>
            <a:ext cx="2376264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b="1" dirty="0"/>
              <a:t>Terminology</a:t>
            </a:r>
            <a:r>
              <a:rPr lang="en-GB" sz="1200" dirty="0"/>
              <a:t>: ‘</a:t>
            </a:r>
            <a:r>
              <a:rPr lang="en-GB" sz="1200" u="sng" dirty="0"/>
              <a:t>Subtend</a:t>
            </a:r>
            <a:r>
              <a:rPr lang="en-GB" sz="1200" dirty="0"/>
              <a:t>’ means </a:t>
            </a:r>
            <a:r>
              <a:rPr lang="en-GB" sz="1200" b="1" dirty="0"/>
              <a:t>opposite</a:t>
            </a:r>
            <a:r>
              <a:rPr lang="en-GB" sz="1200" dirty="0"/>
              <a:t> or extending beneath.</a:t>
            </a:r>
          </a:p>
        </p:txBody>
      </p:sp>
      <p:sp>
        <p:nvSpPr>
          <p:cNvPr id="14" name="Partial Circle 13">
            <a:extLst>
              <a:ext uri="{FF2B5EF4-FFF2-40B4-BE49-F238E27FC236}">
                <a16:creationId xmlns:a16="http://schemas.microsoft.com/office/drawing/2014/main" id="{43CBB8C5-2262-48DD-91E4-C17F51772C6B}"/>
              </a:ext>
            </a:extLst>
          </p:cNvPr>
          <p:cNvSpPr/>
          <p:nvPr/>
        </p:nvSpPr>
        <p:spPr>
          <a:xfrm>
            <a:off x="3631703" y="2279256"/>
            <a:ext cx="2116697" cy="1925081"/>
          </a:xfrm>
          <a:prstGeom prst="pie">
            <a:avLst>
              <a:gd name="adj1" fmla="val 19437373"/>
              <a:gd name="adj2" fmla="val 152286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3082455-D0D9-4910-8DD8-2DE72D25D55F}"/>
                  </a:ext>
                </a:extLst>
              </p:cNvPr>
              <p:cNvSpPr txBox="1"/>
              <p:nvPr/>
            </p:nvSpPr>
            <p:spPr>
              <a:xfrm rot="19417426">
                <a:off x="4619673" y="2642571"/>
                <a:ext cx="86409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7 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3082455-D0D9-4910-8DD8-2DE72D25D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417426">
                <a:off x="4619673" y="2642571"/>
                <a:ext cx="864096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8A6FE32-DE0C-40C1-993D-6AF6E0FB5E00}"/>
                  </a:ext>
                </a:extLst>
              </p:cNvPr>
              <p:cNvSpPr txBox="1"/>
              <p:nvPr/>
            </p:nvSpPr>
            <p:spPr>
              <a:xfrm>
                <a:off x="4943899" y="3081231"/>
                <a:ext cx="3640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8A6FE32-DE0C-40C1-993D-6AF6E0FB5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899" y="3081231"/>
                <a:ext cx="364005" cy="261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0BECAB0-D712-473D-88C6-1A76780E4F8E}"/>
              </a:ext>
            </a:extLst>
          </p:cNvPr>
          <p:cNvSpPr/>
          <p:nvPr/>
        </p:nvSpPr>
        <p:spPr>
          <a:xfrm>
            <a:off x="4938810" y="3051278"/>
            <a:ext cx="68468" cy="326231"/>
          </a:xfrm>
          <a:custGeom>
            <a:avLst/>
            <a:gdLst>
              <a:gd name="connsiteX0" fmla="*/ 0 w 68468"/>
              <a:gd name="connsiteY0" fmla="*/ 0 h 326231"/>
              <a:gd name="connsiteX1" fmla="*/ 66675 w 68468"/>
              <a:gd name="connsiteY1" fmla="*/ 164306 h 326231"/>
              <a:gd name="connsiteX2" fmla="*/ 42862 w 68468"/>
              <a:gd name="connsiteY2" fmla="*/ 326231 h 326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468" h="326231">
                <a:moveTo>
                  <a:pt x="0" y="0"/>
                </a:moveTo>
                <a:cubicBezTo>
                  <a:pt x="29765" y="54967"/>
                  <a:pt x="59531" y="109934"/>
                  <a:pt x="66675" y="164306"/>
                </a:cubicBezTo>
                <a:cubicBezTo>
                  <a:pt x="73819" y="218678"/>
                  <a:pt x="58340" y="272454"/>
                  <a:pt x="42862" y="326231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6A8D6C2-6639-42B4-AF6D-9A4C687BFC32}"/>
                  </a:ext>
                </a:extLst>
              </p:cNvPr>
              <p:cNvSpPr txBox="1"/>
              <p:nvPr/>
            </p:nvSpPr>
            <p:spPr>
              <a:xfrm>
                <a:off x="4427354" y="3110240"/>
                <a:ext cx="3640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6A8D6C2-6639-42B4-AF6D-9A4C687BF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354" y="3110240"/>
                <a:ext cx="364005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13379FE-FDE5-4A96-A5BE-71B277105720}"/>
                  </a:ext>
                </a:extLst>
              </p:cNvPr>
              <p:cNvSpPr txBox="1"/>
              <p:nvPr/>
            </p:nvSpPr>
            <p:spPr>
              <a:xfrm>
                <a:off x="5427766" y="2414467"/>
                <a:ext cx="3640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13379FE-FDE5-4A96-A5BE-71B277105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7766" y="2414467"/>
                <a:ext cx="364005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D4BC9A3-821D-4F07-A722-180C6D986E3F}"/>
                  </a:ext>
                </a:extLst>
              </p:cNvPr>
              <p:cNvSpPr txBox="1"/>
              <p:nvPr/>
            </p:nvSpPr>
            <p:spPr>
              <a:xfrm>
                <a:off x="5486263" y="3694151"/>
                <a:ext cx="3640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D4BC9A3-821D-4F07-A722-180C6D986E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263" y="3694151"/>
                <a:ext cx="364005" cy="261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2B146D6-F2B2-49A6-8EBB-C13BB1B361FA}"/>
                  </a:ext>
                </a:extLst>
              </p:cNvPr>
              <p:cNvSpPr txBox="1"/>
              <p:nvPr/>
            </p:nvSpPr>
            <p:spPr>
              <a:xfrm>
                <a:off x="5679021" y="2908690"/>
                <a:ext cx="86409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2.45 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2B146D6-F2B2-49A6-8EBB-C13BB1B36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021" y="2908690"/>
                <a:ext cx="864096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8220AD2-3B00-4672-8190-1BA4F8148602}"/>
                  </a:ext>
                </a:extLst>
              </p:cNvPr>
              <p:cNvSpPr txBox="1"/>
              <p:nvPr/>
            </p:nvSpPr>
            <p:spPr>
              <a:xfrm>
                <a:off x="4246600" y="4198152"/>
                <a:ext cx="2436515" cy="8943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×7=2.45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2.45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=0.35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𝑟𝑎𝑑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8220AD2-3B00-4672-8190-1BA4F8148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6600" y="4198152"/>
                <a:ext cx="2436515" cy="89434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A5B601B7-19FC-456A-8F1B-A3BBBB4A9BDD}"/>
              </a:ext>
            </a:extLst>
          </p:cNvPr>
          <p:cNvSpPr/>
          <p:nvPr/>
        </p:nvSpPr>
        <p:spPr>
          <a:xfrm>
            <a:off x="459846" y="2385036"/>
            <a:ext cx="3045631" cy="20520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414A2E8-BB63-4183-BD96-652B865F2C12}"/>
              </a:ext>
            </a:extLst>
          </p:cNvPr>
          <p:cNvSpPr/>
          <p:nvPr/>
        </p:nvSpPr>
        <p:spPr>
          <a:xfrm>
            <a:off x="3923928" y="2385035"/>
            <a:ext cx="3045631" cy="270746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63137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9738484-D5B1-4D4F-B45B-20F399393636}"/>
                  </a:ext>
                </a:extLst>
              </p:cNvPr>
              <p:cNvSpPr txBox="1"/>
              <p:nvPr/>
            </p:nvSpPr>
            <p:spPr>
              <a:xfrm>
                <a:off x="4655391" y="903504"/>
                <a:ext cx="4127101" cy="378565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[Textbook] The border of a garden pond consists of a straight edge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en-GB" sz="1600" dirty="0"/>
                  <a:t> of length 2.4m, and a curved part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600" dirty="0"/>
                  <a:t>, as shown in the diagram. The curve part is an arc of a circle, centre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GB" sz="1600" dirty="0"/>
                  <a:t> and radius 2m.</a:t>
                </a:r>
              </a:p>
              <a:p>
                <a:r>
                  <a:rPr lang="en-GB" sz="1600" dirty="0"/>
                  <a:t>Find the length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endParaRPr lang="en-GB" sz="1600" dirty="0"/>
              </a:p>
              <a:p>
                <a:endParaRPr lang="en-GB" sz="1600" dirty="0"/>
              </a:p>
              <a:p>
                <a:endParaRPr lang="en-GB" sz="1600" dirty="0"/>
              </a:p>
              <a:p>
                <a:endParaRPr lang="en-GB" sz="1600" dirty="0"/>
              </a:p>
              <a:p>
                <a:endParaRPr lang="en-GB" sz="1600" dirty="0"/>
              </a:p>
              <a:p>
                <a:endParaRPr lang="en-GB" sz="1600" dirty="0"/>
              </a:p>
              <a:p>
                <a:endParaRPr lang="en-GB" sz="1600" dirty="0"/>
              </a:p>
              <a:p>
                <a:endParaRPr lang="en-GB" sz="1600" dirty="0"/>
              </a:p>
              <a:p>
                <a:endParaRPr lang="en-GB" sz="1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9738484-D5B1-4D4F-B45B-20F399393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391" y="903504"/>
                <a:ext cx="4127101" cy="37856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artial Circle 12">
            <a:extLst>
              <a:ext uri="{FF2B5EF4-FFF2-40B4-BE49-F238E27FC236}">
                <a16:creationId xmlns:a16="http://schemas.microsoft.com/office/drawing/2014/main" id="{F67B51D0-5B3D-417E-AC91-8722BB30308B}"/>
              </a:ext>
            </a:extLst>
          </p:cNvPr>
          <p:cNvSpPr/>
          <p:nvPr/>
        </p:nvSpPr>
        <p:spPr>
          <a:xfrm>
            <a:off x="261182" y="2024074"/>
            <a:ext cx="2116697" cy="1925081"/>
          </a:xfrm>
          <a:prstGeom prst="pie">
            <a:avLst>
              <a:gd name="adj1" fmla="val 19437373"/>
              <a:gd name="adj2" fmla="val 152286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4D8B965-D1E8-4251-9B1E-F2D96EA4CCC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3AA31C38-4F8D-40BB-9592-630072FF367D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Further Examples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F2E1485-4E2A-4537-993D-E952FEFBBB7E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61CE81-AB35-4DEF-B9C9-881980E26700}"/>
                  </a:ext>
                </a:extLst>
              </p:cNvPr>
              <p:cNvSpPr txBox="1"/>
              <p:nvPr/>
            </p:nvSpPr>
            <p:spPr>
              <a:xfrm>
                <a:off x="467544" y="908720"/>
                <a:ext cx="3960440" cy="107721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[Textbook] An arc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en-GB" sz="1600" dirty="0"/>
                  <a:t> of a circle, with centre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GB" sz="1600" dirty="0"/>
                  <a:t> and radius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GB" sz="1600" dirty="0"/>
                  <a:t> cm, subtends an angle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sz="1600" dirty="0"/>
                  <a:t> radians 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GB" sz="1600" dirty="0"/>
                  <a:t>. The perimeter of the sector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𝐴𝑂𝐵</m:t>
                    </m:r>
                  </m:oMath>
                </a14:m>
                <a:r>
                  <a:rPr lang="en-GB" sz="1600" dirty="0"/>
                  <a:t> is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1600" dirty="0"/>
                  <a:t> cm. Express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GB" sz="1600" dirty="0"/>
                  <a:t> in terms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61CE81-AB35-4DEF-B9C9-881980E26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908720"/>
                <a:ext cx="3960440" cy="10772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199D2A-FB34-4D7C-9EA6-0B2E917C604E}"/>
                  </a:ext>
                </a:extLst>
              </p:cNvPr>
              <p:cNvSpPr txBox="1"/>
              <p:nvPr/>
            </p:nvSpPr>
            <p:spPr>
              <a:xfrm rot="19417426">
                <a:off x="1235927" y="2385267"/>
                <a:ext cx="86409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199D2A-FB34-4D7C-9EA6-0B2E917C6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417426">
                <a:off x="1235927" y="2385267"/>
                <a:ext cx="864096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407B87-913A-43F7-985F-C1E834D82602}"/>
                  </a:ext>
                </a:extLst>
              </p:cNvPr>
              <p:cNvSpPr txBox="1"/>
              <p:nvPr/>
            </p:nvSpPr>
            <p:spPr>
              <a:xfrm>
                <a:off x="1560153" y="2823927"/>
                <a:ext cx="3640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407B87-913A-43F7-985F-C1E834D82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153" y="2823927"/>
                <a:ext cx="364005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88064A2-F24D-4CDD-BA1D-78233F01D608}"/>
              </a:ext>
            </a:extLst>
          </p:cNvPr>
          <p:cNvSpPr/>
          <p:nvPr/>
        </p:nvSpPr>
        <p:spPr>
          <a:xfrm>
            <a:off x="1555064" y="2793974"/>
            <a:ext cx="68468" cy="326231"/>
          </a:xfrm>
          <a:custGeom>
            <a:avLst/>
            <a:gdLst>
              <a:gd name="connsiteX0" fmla="*/ 0 w 68468"/>
              <a:gd name="connsiteY0" fmla="*/ 0 h 326231"/>
              <a:gd name="connsiteX1" fmla="*/ 66675 w 68468"/>
              <a:gd name="connsiteY1" fmla="*/ 164306 h 326231"/>
              <a:gd name="connsiteX2" fmla="*/ 42862 w 68468"/>
              <a:gd name="connsiteY2" fmla="*/ 326231 h 326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468" h="326231">
                <a:moveTo>
                  <a:pt x="0" y="0"/>
                </a:moveTo>
                <a:cubicBezTo>
                  <a:pt x="29765" y="54967"/>
                  <a:pt x="59531" y="109934"/>
                  <a:pt x="66675" y="164306"/>
                </a:cubicBezTo>
                <a:cubicBezTo>
                  <a:pt x="73819" y="218678"/>
                  <a:pt x="58340" y="272454"/>
                  <a:pt x="42862" y="326231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ECDD94C-422A-4D89-BD3D-22ED655C6326}"/>
                  </a:ext>
                </a:extLst>
              </p:cNvPr>
              <p:cNvSpPr txBox="1"/>
              <p:nvPr/>
            </p:nvSpPr>
            <p:spPr>
              <a:xfrm>
                <a:off x="1043608" y="2852936"/>
                <a:ext cx="3640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ECDD94C-422A-4D89-BD3D-22ED655C6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2852936"/>
                <a:ext cx="364005" cy="261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652F5CC-D358-40B4-AA32-7AD2C7F57379}"/>
                  </a:ext>
                </a:extLst>
              </p:cNvPr>
              <p:cNvSpPr txBox="1"/>
              <p:nvPr/>
            </p:nvSpPr>
            <p:spPr>
              <a:xfrm>
                <a:off x="2044020" y="2157163"/>
                <a:ext cx="3640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652F5CC-D358-40B4-AA32-7AD2C7F57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4020" y="2157163"/>
                <a:ext cx="364005" cy="261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C9CB2C8-C87B-4286-ACFC-55F7F6EB7217}"/>
                  </a:ext>
                </a:extLst>
              </p:cNvPr>
              <p:cNvSpPr txBox="1"/>
              <p:nvPr/>
            </p:nvSpPr>
            <p:spPr>
              <a:xfrm>
                <a:off x="2102517" y="3408272"/>
                <a:ext cx="3640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C9CB2C8-C87B-4286-ACFC-55F7F6EB7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2517" y="3408272"/>
                <a:ext cx="364005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9DE394F-B8E4-4616-90C1-1DF1E7E74833}"/>
                  </a:ext>
                </a:extLst>
              </p:cNvPr>
              <p:cNvSpPr txBox="1"/>
              <p:nvPr/>
            </p:nvSpPr>
            <p:spPr>
              <a:xfrm rot="1586074">
                <a:off x="1275778" y="3177397"/>
                <a:ext cx="86409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9DE394F-B8E4-4616-90C1-1DF1E7E74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586074">
                <a:off x="1275778" y="3177397"/>
                <a:ext cx="864096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60F11F6-1638-4E20-9740-898923F44038}"/>
                  </a:ext>
                </a:extLst>
              </p:cNvPr>
              <p:cNvSpPr txBox="1"/>
              <p:nvPr/>
            </p:nvSpPr>
            <p:spPr>
              <a:xfrm>
                <a:off x="709092" y="3958680"/>
                <a:ext cx="2448272" cy="11694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60F11F6-1638-4E20-9740-898923F44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092" y="3958680"/>
                <a:ext cx="2448272" cy="11694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Arc 16">
            <a:extLst>
              <a:ext uri="{FF2B5EF4-FFF2-40B4-BE49-F238E27FC236}">
                <a16:creationId xmlns:a16="http://schemas.microsoft.com/office/drawing/2014/main" id="{56177E69-5EA7-48AF-A549-F57D3D67E19B}"/>
              </a:ext>
            </a:extLst>
          </p:cNvPr>
          <p:cNvSpPr/>
          <p:nvPr/>
        </p:nvSpPr>
        <p:spPr>
          <a:xfrm>
            <a:off x="5724128" y="2919299"/>
            <a:ext cx="1703241" cy="1744708"/>
          </a:xfrm>
          <a:prstGeom prst="arc">
            <a:avLst>
              <a:gd name="adj1" fmla="val 8177007"/>
              <a:gd name="adj2" fmla="val 261865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20AAC2-813F-448C-BE95-2C58CDE9233D}"/>
              </a:ext>
            </a:extLst>
          </p:cNvPr>
          <p:cNvCxnSpPr>
            <a:cxnSpLocks/>
          </p:cNvCxnSpPr>
          <p:nvPr/>
        </p:nvCxnSpPr>
        <p:spPr>
          <a:xfrm>
            <a:off x="5953943" y="4385923"/>
            <a:ext cx="1249833" cy="1056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B2F4A51-09B4-418E-9EE2-B25E9C3AC9E5}"/>
              </a:ext>
            </a:extLst>
          </p:cNvPr>
          <p:cNvCxnSpPr>
            <a:cxnSpLocks/>
            <a:stCxn id="17" idx="0"/>
            <a:endCxn id="17" idx="1"/>
          </p:cNvCxnSpPr>
          <p:nvPr/>
        </p:nvCxnSpPr>
        <p:spPr>
          <a:xfrm flipV="1">
            <a:off x="5953202" y="3791653"/>
            <a:ext cx="622547" cy="595262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456ECD4-4DC5-4B25-8C45-F8CB3A36830A}"/>
              </a:ext>
            </a:extLst>
          </p:cNvPr>
          <p:cNvCxnSpPr>
            <a:cxnSpLocks/>
            <a:endCxn id="17" idx="1"/>
          </p:cNvCxnSpPr>
          <p:nvPr/>
        </p:nvCxnSpPr>
        <p:spPr>
          <a:xfrm flipH="1" flipV="1">
            <a:off x="6575749" y="3791653"/>
            <a:ext cx="622547" cy="604265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F2E3C71-F969-4658-A7DD-4C61B51391AF}"/>
                  </a:ext>
                </a:extLst>
              </p:cNvPr>
              <p:cNvSpPr txBox="1"/>
              <p:nvPr/>
            </p:nvSpPr>
            <p:spPr>
              <a:xfrm>
                <a:off x="6563780" y="3733667"/>
                <a:ext cx="86409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F2E3C71-F969-4658-A7DD-4C61B5139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3780" y="3733667"/>
                <a:ext cx="864096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0721E85-12A6-4587-B121-961422F79E1B}"/>
                  </a:ext>
                </a:extLst>
              </p:cNvPr>
              <p:cNvSpPr txBox="1"/>
              <p:nvPr/>
            </p:nvSpPr>
            <p:spPr>
              <a:xfrm>
                <a:off x="5693700" y="3752018"/>
                <a:ext cx="86409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0721E85-12A6-4587-B121-961422F79E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3700" y="3752018"/>
                <a:ext cx="864096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1C39A9A-87D1-4F91-A000-656EB0720EF3}"/>
                  </a:ext>
                </a:extLst>
              </p:cNvPr>
              <p:cNvSpPr txBox="1"/>
              <p:nvPr/>
            </p:nvSpPr>
            <p:spPr>
              <a:xfrm>
                <a:off x="6447895" y="3418270"/>
                <a:ext cx="38136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1C39A9A-87D1-4F91-A000-656EB0720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7895" y="3418270"/>
                <a:ext cx="381364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Arc 35">
            <a:extLst>
              <a:ext uri="{FF2B5EF4-FFF2-40B4-BE49-F238E27FC236}">
                <a16:creationId xmlns:a16="http://schemas.microsoft.com/office/drawing/2014/main" id="{72F11749-E7CD-41CD-9ED5-AD65273EA2EE}"/>
              </a:ext>
            </a:extLst>
          </p:cNvPr>
          <p:cNvSpPr/>
          <p:nvPr/>
        </p:nvSpPr>
        <p:spPr>
          <a:xfrm>
            <a:off x="6453127" y="3666785"/>
            <a:ext cx="239003" cy="213451"/>
          </a:xfrm>
          <a:prstGeom prst="arc">
            <a:avLst>
              <a:gd name="adj1" fmla="val 8177007"/>
              <a:gd name="adj2" fmla="val 2618650"/>
            </a:avLst>
          </a:prstGeom>
          <a:noFill/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014DA64-2450-4457-9A5B-C47D25420CB7}"/>
                  </a:ext>
                </a:extLst>
              </p:cNvPr>
              <p:cNvSpPr txBox="1"/>
              <p:nvPr/>
            </p:nvSpPr>
            <p:spPr>
              <a:xfrm>
                <a:off x="5693700" y="4385923"/>
                <a:ext cx="3640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014DA64-2450-4457-9A5B-C47D25420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3700" y="4385923"/>
                <a:ext cx="364005" cy="2616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C330340-F46D-4C5A-B9E7-9204CDC08F78}"/>
                  </a:ext>
                </a:extLst>
              </p:cNvPr>
              <p:cNvSpPr txBox="1"/>
              <p:nvPr/>
            </p:nvSpPr>
            <p:spPr>
              <a:xfrm>
                <a:off x="7046721" y="4385923"/>
                <a:ext cx="3640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C330340-F46D-4C5A-B9E7-9204CDC08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6721" y="4385923"/>
                <a:ext cx="364005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32B41E7-54B8-4C91-B4EA-3AE27A9E836A}"/>
                  </a:ext>
                </a:extLst>
              </p:cNvPr>
              <p:cNvSpPr txBox="1"/>
              <p:nvPr/>
            </p:nvSpPr>
            <p:spPr>
              <a:xfrm>
                <a:off x="6143430" y="4409277"/>
                <a:ext cx="86409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2.4 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32B41E7-54B8-4C91-B4EA-3AE27A9E83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430" y="4409277"/>
                <a:ext cx="864096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Arc 40">
            <a:extLst>
              <a:ext uri="{FF2B5EF4-FFF2-40B4-BE49-F238E27FC236}">
                <a16:creationId xmlns:a16="http://schemas.microsoft.com/office/drawing/2014/main" id="{F496584A-F347-4158-B506-933F490FFE27}"/>
              </a:ext>
            </a:extLst>
          </p:cNvPr>
          <p:cNvSpPr/>
          <p:nvPr/>
        </p:nvSpPr>
        <p:spPr>
          <a:xfrm>
            <a:off x="5581650" y="2743200"/>
            <a:ext cx="2000250" cy="1971675"/>
          </a:xfrm>
          <a:prstGeom prst="arc">
            <a:avLst>
              <a:gd name="adj1" fmla="val 8519419"/>
              <a:gd name="adj2" fmla="val 2500916"/>
            </a:avLst>
          </a:prstGeom>
          <a:noFill/>
          <a:ln w="3175"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B0D9D6D-FDB4-42C9-AB04-70EC289C6C48}"/>
                  </a:ext>
                </a:extLst>
              </p:cNvPr>
              <p:cNvSpPr txBox="1"/>
              <p:nvPr/>
            </p:nvSpPr>
            <p:spPr>
              <a:xfrm>
                <a:off x="6399772" y="2509556"/>
                <a:ext cx="36400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B0D9D6D-FDB4-42C9-AB04-70EC289C6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772" y="2509556"/>
                <a:ext cx="364005" cy="2616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ight Triangle 42">
            <a:extLst>
              <a:ext uri="{FF2B5EF4-FFF2-40B4-BE49-F238E27FC236}">
                <a16:creationId xmlns:a16="http://schemas.microsoft.com/office/drawing/2014/main" id="{7ADBE2EF-AD75-4922-85E8-7F043EA29A8A}"/>
              </a:ext>
            </a:extLst>
          </p:cNvPr>
          <p:cNvSpPr/>
          <p:nvPr/>
        </p:nvSpPr>
        <p:spPr>
          <a:xfrm>
            <a:off x="5477663" y="4813930"/>
            <a:ext cx="900387" cy="648072"/>
          </a:xfrm>
          <a:prstGeom prst="rtTriangle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DF7C2EA-F562-481F-865A-AC833E427945}"/>
              </a:ext>
            </a:extLst>
          </p:cNvPr>
          <p:cNvCxnSpPr/>
          <p:nvPr/>
        </p:nvCxnSpPr>
        <p:spPr>
          <a:xfrm flipV="1">
            <a:off x="5611057" y="5341318"/>
            <a:ext cx="0" cy="1235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1BB5813-8225-47CC-BF11-2DBDC3A77F32}"/>
              </a:ext>
            </a:extLst>
          </p:cNvPr>
          <p:cNvCxnSpPr>
            <a:cxnSpLocks/>
          </p:cNvCxnSpPr>
          <p:nvPr/>
        </p:nvCxnSpPr>
        <p:spPr>
          <a:xfrm flipH="1">
            <a:off x="5477663" y="5341318"/>
            <a:ext cx="13339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D16CFE0-8480-4CE7-A5D2-5086E1DC0045}"/>
                  </a:ext>
                </a:extLst>
              </p:cNvPr>
              <p:cNvSpPr txBox="1"/>
              <p:nvPr/>
            </p:nvSpPr>
            <p:spPr>
              <a:xfrm>
                <a:off x="5481231" y="5451518"/>
                <a:ext cx="86409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1.2 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D16CFE0-8480-4CE7-A5D2-5086E1DC0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1231" y="5451518"/>
                <a:ext cx="864096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5843C1C-D8D3-4AEB-B3E3-5EB30E0EDB1B}"/>
                  </a:ext>
                </a:extLst>
              </p:cNvPr>
              <p:cNvSpPr txBox="1"/>
              <p:nvPr/>
            </p:nvSpPr>
            <p:spPr>
              <a:xfrm>
                <a:off x="5638409" y="4812747"/>
                <a:ext cx="86409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5843C1C-D8D3-4AEB-B3E3-5EB30E0ED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409" y="4812747"/>
                <a:ext cx="864096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77CA0B35-EB2C-476C-A269-C320379E0A2D}"/>
              </a:ext>
            </a:extLst>
          </p:cNvPr>
          <p:cNvSpPr/>
          <p:nvPr/>
        </p:nvSpPr>
        <p:spPr>
          <a:xfrm>
            <a:off x="5475177" y="4956027"/>
            <a:ext cx="203200" cy="117475"/>
          </a:xfrm>
          <a:custGeom>
            <a:avLst/>
            <a:gdLst>
              <a:gd name="connsiteX0" fmla="*/ 0 w 203200"/>
              <a:gd name="connsiteY0" fmla="*/ 117475 h 117475"/>
              <a:gd name="connsiteX1" fmla="*/ 120650 w 203200"/>
              <a:gd name="connsiteY1" fmla="*/ 73025 h 117475"/>
              <a:gd name="connsiteX2" fmla="*/ 203200 w 203200"/>
              <a:gd name="connsiteY2" fmla="*/ 0 h 117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3200" h="117475">
                <a:moveTo>
                  <a:pt x="0" y="117475"/>
                </a:moveTo>
                <a:cubicBezTo>
                  <a:pt x="43391" y="105039"/>
                  <a:pt x="86783" y="92604"/>
                  <a:pt x="120650" y="73025"/>
                </a:cubicBezTo>
                <a:cubicBezTo>
                  <a:pt x="154517" y="53446"/>
                  <a:pt x="178858" y="26723"/>
                  <a:pt x="20320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31CBB49-2058-4C48-91D1-2E671B73C13E}"/>
                  </a:ext>
                </a:extLst>
              </p:cNvPr>
              <p:cNvSpPr txBox="1"/>
              <p:nvPr/>
            </p:nvSpPr>
            <p:spPr>
              <a:xfrm>
                <a:off x="5476272" y="4959202"/>
                <a:ext cx="27830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31CBB49-2058-4C48-91D1-2E671B73C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6272" y="4959202"/>
                <a:ext cx="278306" cy="3077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6C56F8D2-BB20-44FE-95C4-B93BE702A9D5}"/>
              </a:ext>
            </a:extLst>
          </p:cNvPr>
          <p:cNvSpPr txBox="1"/>
          <p:nvPr/>
        </p:nvSpPr>
        <p:spPr>
          <a:xfrm>
            <a:off x="6549736" y="4827975"/>
            <a:ext cx="2200860" cy="60016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100" b="1" dirty="0" err="1"/>
              <a:t>Fro</a:t>
            </a:r>
            <a:r>
              <a:rPr lang="en-GB" sz="1100" b="1" dirty="0"/>
              <a:t> Tip</a:t>
            </a:r>
            <a:r>
              <a:rPr lang="en-GB" sz="1100" dirty="0"/>
              <a:t>: Trigonometry on right-angled triangles is always simpler than using sine/cosine rule.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9EC49D8-7630-4CF2-8F99-24EE663BBE89}"/>
              </a:ext>
            </a:extLst>
          </p:cNvPr>
          <p:cNvCxnSpPr>
            <a:cxnSpLocks/>
          </p:cNvCxnSpPr>
          <p:nvPr/>
        </p:nvCxnSpPr>
        <p:spPr>
          <a:xfrm flipV="1">
            <a:off x="4738577" y="4840335"/>
            <a:ext cx="736599" cy="604642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B353C2B-C4D3-4707-93D4-74C37E3F7F52}"/>
              </a:ext>
            </a:extLst>
          </p:cNvPr>
          <p:cNvCxnSpPr>
            <a:cxnSpLocks/>
          </p:cNvCxnSpPr>
          <p:nvPr/>
        </p:nvCxnSpPr>
        <p:spPr>
          <a:xfrm flipV="1">
            <a:off x="4738577" y="5464028"/>
            <a:ext cx="752475" cy="952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4A2FC23-FF26-4E37-8C40-1A58D80F091F}"/>
                  </a:ext>
                </a:extLst>
              </p:cNvPr>
              <p:cNvSpPr txBox="1"/>
              <p:nvPr/>
            </p:nvSpPr>
            <p:spPr>
              <a:xfrm>
                <a:off x="6250916" y="5511320"/>
                <a:ext cx="2531577" cy="10613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1.2</m:t>
                                  </m:r>
                                </m:num>
                                <m:den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=0.6435…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𝑟𝑎𝑑</m:t>
                      </m:r>
                    </m:oMath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=4.9961…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𝑟𝑎𝑑</m:t>
                      </m:r>
                    </m:oMath>
                  </m:oMathPara>
                </a14:m>
                <a:br>
                  <a:rPr lang="en-GB" sz="1200" b="0" dirty="0"/>
                </a:br>
                <a:endParaRPr lang="en-GB" sz="1200" b="0" dirty="0"/>
              </a:p>
              <a:p>
                <a:endParaRPr lang="en-GB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=2×4.9961=9.99 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 (3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𝑠𝑓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4A2FC23-FF26-4E37-8C40-1A58D80F09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0916" y="5511320"/>
                <a:ext cx="2531577" cy="1061316"/>
              </a:xfrm>
              <a:prstGeom prst="rect">
                <a:avLst/>
              </a:prstGeom>
              <a:blipFill>
                <a:blip r:embed="rId19"/>
                <a:stretch>
                  <a:fillRect b="-17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FC07A89-E647-49A5-9569-FCDC64B1FC34}"/>
                  </a:ext>
                </a:extLst>
              </p:cNvPr>
              <p:cNvSpPr txBox="1"/>
              <p:nvPr/>
            </p:nvSpPr>
            <p:spPr>
              <a:xfrm>
                <a:off x="4606832" y="5946285"/>
                <a:ext cx="14401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Angles round a point add to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sz="1200" dirty="0"/>
                  <a:t>.</a:t>
                </a: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FC07A89-E647-49A5-9569-FCDC64B1F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6832" y="5946285"/>
                <a:ext cx="1440160" cy="461665"/>
              </a:xfrm>
              <a:prstGeom prst="rect">
                <a:avLst/>
              </a:prstGeom>
              <a:blipFill>
                <a:blip r:embed="rId20"/>
                <a:stretch>
                  <a:fillRect l="-424" b="-9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C399904-5E10-4F68-A1D3-B7A3C3721016}"/>
              </a:ext>
            </a:extLst>
          </p:cNvPr>
          <p:cNvCxnSpPr>
            <a:cxnSpLocks/>
          </p:cNvCxnSpPr>
          <p:nvPr/>
        </p:nvCxnSpPr>
        <p:spPr>
          <a:xfrm flipV="1">
            <a:off x="5796136" y="6081823"/>
            <a:ext cx="572766" cy="83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A99C9EB0-FF0E-4E57-8517-41689FC963F3}"/>
              </a:ext>
            </a:extLst>
          </p:cNvPr>
          <p:cNvSpPr/>
          <p:nvPr/>
        </p:nvSpPr>
        <p:spPr>
          <a:xfrm>
            <a:off x="467544" y="2001924"/>
            <a:ext cx="3934103" cy="31034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1DD44D9-2C6F-42B4-B161-BED79AEE95FC}"/>
              </a:ext>
            </a:extLst>
          </p:cNvPr>
          <p:cNvSpPr/>
          <p:nvPr/>
        </p:nvSpPr>
        <p:spPr>
          <a:xfrm>
            <a:off x="4655392" y="4703796"/>
            <a:ext cx="4127100" cy="19516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62785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</p:childTnLst>
        </p:cTn>
      </p:par>
    </p:tnLst>
    <p:bldLst>
      <p:bldP spid="66" grpId="0" animBg="1"/>
      <p:bldP spid="6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4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D0D7BDE7-99B0-4CDF-8B7A-7014443D6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66" y="1333389"/>
            <a:ext cx="3744416" cy="28300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ED0DA65-CAF5-4AE2-807F-1D12EF94049C}"/>
              </a:ext>
            </a:extLst>
          </p:cNvPr>
          <p:cNvSpPr txBox="1"/>
          <p:nvPr/>
        </p:nvSpPr>
        <p:spPr>
          <a:xfrm>
            <a:off x="297666" y="831446"/>
            <a:ext cx="252028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C2 Jan 2005 Q7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2C9B502-8F0C-4808-8C66-974F8F649B5C}"/>
                  </a:ext>
                </a:extLst>
              </p:cNvPr>
              <p:cNvSpPr txBox="1"/>
              <p:nvPr/>
            </p:nvSpPr>
            <p:spPr>
              <a:xfrm>
                <a:off x="4527154" y="764998"/>
                <a:ext cx="4266544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Figure 1 shows the triangle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𝐴𝐵𝐶</m:t>
                    </m:r>
                  </m:oMath>
                </a14:m>
                <a:r>
                  <a:rPr lang="en-GB" dirty="0"/>
                  <a:t>, with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=8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𝑐𝑚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=11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𝑐𝑚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𝐵𝐴𝐶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=0.7</m:t>
                    </m:r>
                  </m:oMath>
                </a14:m>
                <a:r>
                  <a:rPr lang="en-GB" dirty="0"/>
                  <a:t> radians. The arc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𝐵𝐷</m:t>
                    </m:r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dirty="0"/>
                  <a:t> lies 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𝐴𝐶</m:t>
                    </m:r>
                  </m:oMath>
                </a14:m>
                <a:r>
                  <a:rPr lang="en-GB" dirty="0"/>
                  <a:t>, is an arc of a circle with centre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 and radius 8 cm. The region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dirty="0"/>
                  <a:t>, shown shaded in Figure 1, is bounded by the straight lines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𝐶𝐷</m:t>
                    </m:r>
                  </m:oMath>
                </a14:m>
                <a:r>
                  <a:rPr lang="en-GB" dirty="0"/>
                  <a:t> and the arc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𝐵𝐷</m:t>
                    </m:r>
                  </m:oMath>
                </a14:m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r>
                  <a:rPr lang="en-GB" dirty="0"/>
                  <a:t>Find</a:t>
                </a:r>
              </a:p>
              <a:p>
                <a:r>
                  <a:rPr lang="en-GB" dirty="0"/>
                  <a:t>(a) The length of the arc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𝐵𝐷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(b) The perimeter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dirty="0"/>
                  <a:t>, giving your answer to 3 significant figures.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2C9B502-8F0C-4808-8C66-974F8F649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7154" y="764998"/>
                <a:ext cx="4266544" cy="3416320"/>
              </a:xfrm>
              <a:prstGeom prst="rect">
                <a:avLst/>
              </a:prstGeom>
              <a:blipFill>
                <a:blip r:embed="rId3"/>
                <a:stretch>
                  <a:fillRect l="-1286" t="-891" r="-714" b="-17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077F14B-CFCA-41C5-840F-453A850FAAB0}"/>
                  </a:ext>
                </a:extLst>
              </p:cNvPr>
              <p:cNvSpPr txBox="1"/>
              <p:nvPr/>
            </p:nvSpPr>
            <p:spPr>
              <a:xfrm>
                <a:off x="1064584" y="4480091"/>
                <a:ext cx="41764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Length of arc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𝐵𝐷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=0.7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×8=5.6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𝑐𝑚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077F14B-CFCA-41C5-840F-453A850FA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584" y="4480091"/>
                <a:ext cx="4176464" cy="369332"/>
              </a:xfrm>
              <a:prstGeom prst="rect">
                <a:avLst/>
              </a:prstGeom>
              <a:blipFill>
                <a:blip r:embed="rId4"/>
                <a:stretch>
                  <a:fillRect l="-1314" t="-9836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CA7FC226-EE2B-440D-80DF-463AB00CF63E}"/>
              </a:ext>
            </a:extLst>
          </p:cNvPr>
          <p:cNvSpPr/>
          <p:nvPr/>
        </p:nvSpPr>
        <p:spPr>
          <a:xfrm>
            <a:off x="627033" y="4509120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E1F5E1-9EDB-4A21-8927-729506D28097}"/>
              </a:ext>
            </a:extLst>
          </p:cNvPr>
          <p:cNvSpPr/>
          <p:nvPr/>
        </p:nvSpPr>
        <p:spPr>
          <a:xfrm>
            <a:off x="627033" y="4998785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AD540D2-D05F-4100-871A-27C145B9BD9F}"/>
                  </a:ext>
                </a:extLst>
              </p:cNvPr>
              <p:cNvSpPr txBox="1"/>
              <p:nvPr/>
            </p:nvSpPr>
            <p:spPr>
              <a:xfrm>
                <a:off x="1051884" y="4975543"/>
                <a:ext cx="5608348" cy="1258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Perimeter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𝐵𝐷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𝐶𝐷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𝐵𝐶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𝐶𝐷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=11−8=3</m:t>
                    </m:r>
                  </m:oMath>
                </a14:m>
                <a:r>
                  <a:rPr lang="en-GB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𝐵𝐶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−2×8×11×</m:t>
                        </m:r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0.7</m:t>
                                </m:r>
                              </m:e>
                            </m:d>
                          </m:e>
                        </m:func>
                      </m:e>
                    </m:rad>
                    <m:r>
                      <a:rPr lang="en-GB" b="0" i="1" smtClean="0">
                        <a:latin typeface="Cambria Math" panose="02040503050406030204" pitchFamily="18" charset="0"/>
                      </a:rPr>
                      <m:t>=7.09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𝑐𝑚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=5.6+3+7.09=15.7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𝑐𝑚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3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𝑠𝑓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AD540D2-D05F-4100-871A-27C145B9B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884" y="4975543"/>
                <a:ext cx="5608348" cy="1258743"/>
              </a:xfrm>
              <a:prstGeom prst="rect">
                <a:avLst/>
              </a:prstGeom>
              <a:blipFill>
                <a:blip r:embed="rId5"/>
                <a:stretch>
                  <a:fillRect l="-978" t="-2415" b="-33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C6E05F70-B20E-4DF0-97F0-F8F2D7C288AE}"/>
              </a:ext>
            </a:extLst>
          </p:cNvPr>
          <p:cNvSpPr/>
          <p:nvPr/>
        </p:nvSpPr>
        <p:spPr>
          <a:xfrm>
            <a:off x="915065" y="4509120"/>
            <a:ext cx="5601151" cy="38861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7E8E7A0-D89A-4991-A648-7760A7CCADC8}"/>
              </a:ext>
            </a:extLst>
          </p:cNvPr>
          <p:cNvSpPr/>
          <p:nvPr/>
        </p:nvSpPr>
        <p:spPr>
          <a:xfrm>
            <a:off x="915065" y="4971736"/>
            <a:ext cx="5601151" cy="14816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50419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>
                  <a:latin typeface="+mj-lt"/>
                </a:rPr>
                <a:t>Exercise 5.2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Year 2</a:t>
            </a:r>
          </a:p>
          <a:p>
            <a:r>
              <a:rPr lang="en-GB" sz="2400" dirty="0"/>
              <a:t>Page 36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607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E8272EC6-A7F4-C9AD-6ED1-A15C98ABF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103" y="654893"/>
            <a:ext cx="6724650" cy="608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2AB4715E-6623-BF6D-7BF0-E20B937D6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528" y="692696"/>
            <a:ext cx="678180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28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4C10FDF1-5019-FA48-5803-E0502FD4F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390" y="750143"/>
            <a:ext cx="6696075" cy="599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546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B9E7838-8603-EADA-9070-E13A7DB20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578" y="1124744"/>
            <a:ext cx="4457700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88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Props1.xml><?xml version="1.0" encoding="utf-8"?>
<ds:datastoreItem xmlns:ds="http://schemas.openxmlformats.org/officeDocument/2006/customXml" ds:itemID="{50663578-A72F-4CF5-86EB-49307922FA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7A8A453-4F69-4ABD-93B0-CC23B8374D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3B3424-125D-4609-84E5-4A3F753A602C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22522</TotalTime>
  <Words>557</Words>
  <Application>Microsoft Office PowerPoint</Application>
  <PresentationFormat>On-screen Show (4:3)</PresentationFormat>
  <Paragraphs>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 Math</vt:lpstr>
      <vt:lpstr>Office Theme</vt:lpstr>
      <vt:lpstr>P2 Chapter 5: Radians  Arc Length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836</cp:revision>
  <dcterms:created xsi:type="dcterms:W3CDTF">2013-02-28T07:36:55Z</dcterms:created>
  <dcterms:modified xsi:type="dcterms:W3CDTF">2024-12-17T17:14:52Z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