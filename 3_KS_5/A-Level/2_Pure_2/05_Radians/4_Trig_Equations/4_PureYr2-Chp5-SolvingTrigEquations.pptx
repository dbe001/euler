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717" r:id="rId5"/>
    <p:sldId id="661" r:id="rId6"/>
    <p:sldId id="531" r:id="rId7"/>
    <p:sldId id="533" r:id="rId8"/>
    <p:sldId id="718" r:id="rId9"/>
    <p:sldId id="719" r:id="rId10"/>
    <p:sldId id="701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90" autoAdjust="0"/>
    <p:restoredTop sz="88534" autoAdjust="0"/>
  </p:normalViewPr>
  <p:slideViewPr>
    <p:cSldViewPr>
      <p:cViewPr varScale="1">
        <p:scale>
          <a:sx n="112" d="100"/>
          <a:sy n="112" d="100"/>
        </p:scale>
        <p:origin x="1680" y="108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197000CD-D614-4EDB-B4C2-59D6EF113C98}"/>
    <pc:docChg chg="modSld">
      <pc:chgData name="Dieter Beaven" userId="9bbdb69f-69d0-4759-aa9b-5c090a2da237" providerId="ADAL" clId="{197000CD-D614-4EDB-B4C2-59D6EF113C98}" dt="2024-12-11T14:12:40.069" v="11" actId="20577"/>
      <pc:docMkLst>
        <pc:docMk/>
      </pc:docMkLst>
      <pc:sldChg chg="modSp mod">
        <pc:chgData name="Dieter Beaven" userId="9bbdb69f-69d0-4759-aa9b-5c090a2da237" providerId="ADAL" clId="{197000CD-D614-4EDB-B4C2-59D6EF113C98}" dt="2024-12-11T14:12:40.069" v="11" actId="20577"/>
        <pc:sldMkLst>
          <pc:docMk/>
          <pc:sldMk cId="938785864" sldId="717"/>
        </pc:sldMkLst>
        <pc:spChg chg="mod">
          <ac:chgData name="Dieter Beaven" userId="9bbdb69f-69d0-4759-aa9b-5c090a2da237" providerId="ADAL" clId="{197000CD-D614-4EDB-B4C2-59D6EF113C98}" dt="2024-12-11T14:12:40.069" v="11" actId="20577"/>
          <ac:spMkLst>
            <pc:docMk/>
            <pc:sldMk cId="938785864" sldId="717"/>
            <ac:spMk id="2" creationId="{00000000-0000-0000-0000-000000000000}"/>
          </ac:spMkLst>
        </pc:spChg>
      </pc:sldChg>
    </pc:docChg>
  </pc:docChgLst>
  <pc:docChgLst>
    <pc:chgData name="Dieter Beaven" userId="9bbdb69f-69d0-4759-aa9b-5c090a2da237" providerId="ADAL" clId="{ECBD9E4A-1235-4EEC-869C-E985CAFAC468}"/>
    <pc:docChg chg="custSel delSld modSld">
      <pc:chgData name="Dieter Beaven" userId="9bbdb69f-69d0-4759-aa9b-5c090a2da237" providerId="ADAL" clId="{ECBD9E4A-1235-4EEC-869C-E985CAFAC468}" dt="2024-12-03T16:48:12.107" v="62" actId="478"/>
      <pc:docMkLst>
        <pc:docMk/>
      </pc:docMkLst>
      <pc:sldChg chg="modSp mod">
        <pc:chgData name="Dieter Beaven" userId="9bbdb69f-69d0-4759-aa9b-5c090a2da237" providerId="ADAL" clId="{ECBD9E4A-1235-4EEC-869C-E985CAFAC468}" dt="2024-12-03T16:48:08.522" v="60" actId="20577"/>
        <pc:sldMkLst>
          <pc:docMk/>
          <pc:sldMk cId="2586607706" sldId="531"/>
        </pc:sldMkLst>
        <pc:spChg chg="mod">
          <ac:chgData name="Dieter Beaven" userId="9bbdb69f-69d0-4759-aa9b-5c090a2da237" providerId="ADAL" clId="{ECBD9E4A-1235-4EEC-869C-E985CAFAC468}" dt="2024-12-03T16:48:01.510" v="58" actId="6549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ECBD9E4A-1235-4EEC-869C-E985CAFAC468}" dt="2024-12-03T16:48:08.522" v="60" actId="20577"/>
          <ac:spMkLst>
            <pc:docMk/>
            <pc:sldMk cId="2586607706" sldId="531"/>
            <ac:spMk id="5" creationId="{00000000-0000-0000-0000-000000000000}"/>
          </ac:spMkLst>
        </pc:spChg>
      </pc:sldChg>
      <pc:sldChg chg="delSp mod">
        <pc:chgData name="Dieter Beaven" userId="9bbdb69f-69d0-4759-aa9b-5c090a2da237" providerId="ADAL" clId="{ECBD9E4A-1235-4EEC-869C-E985CAFAC468}" dt="2024-12-03T16:48:10.928" v="61" actId="478"/>
        <pc:sldMkLst>
          <pc:docMk/>
          <pc:sldMk cId="173887519" sldId="533"/>
        </pc:sldMkLst>
        <pc:picChg chg="del">
          <ac:chgData name="Dieter Beaven" userId="9bbdb69f-69d0-4759-aa9b-5c090a2da237" providerId="ADAL" clId="{ECBD9E4A-1235-4EEC-869C-E985CAFAC468}" dt="2024-12-03T16:48:10.928" v="61" actId="478"/>
          <ac:picMkLst>
            <pc:docMk/>
            <pc:sldMk cId="173887519" sldId="533"/>
            <ac:picMk id="10" creationId="{4AD4ACBB-14BF-AC1B-4111-C633BBF5FA19}"/>
          </ac:picMkLst>
        </pc:picChg>
      </pc:sldChg>
      <pc:sldChg chg="del">
        <pc:chgData name="Dieter Beaven" userId="9bbdb69f-69d0-4759-aa9b-5c090a2da237" providerId="ADAL" clId="{ECBD9E4A-1235-4EEC-869C-E985CAFAC468}" dt="2024-12-03T16:47:51.686" v="51" actId="47"/>
        <pc:sldMkLst>
          <pc:docMk/>
          <pc:sldMk cId="2702725889" sldId="565"/>
        </pc:sldMkLst>
      </pc:sldChg>
      <pc:sldChg chg="del">
        <pc:chgData name="Dieter Beaven" userId="9bbdb69f-69d0-4759-aa9b-5c090a2da237" providerId="ADAL" clId="{ECBD9E4A-1235-4EEC-869C-E985CAFAC468}" dt="2024-12-03T16:47:54.828" v="54" actId="47"/>
        <pc:sldMkLst>
          <pc:docMk/>
          <pc:sldMk cId="3628465465" sldId="566"/>
        </pc:sldMkLst>
      </pc:sldChg>
      <pc:sldChg chg="del">
        <pc:chgData name="Dieter Beaven" userId="9bbdb69f-69d0-4759-aa9b-5c090a2da237" providerId="ADAL" clId="{ECBD9E4A-1235-4EEC-869C-E985CAFAC468}" dt="2024-12-03T16:47:52.733" v="52" actId="47"/>
        <pc:sldMkLst>
          <pc:docMk/>
          <pc:sldMk cId="3026909746" sldId="567"/>
        </pc:sldMkLst>
      </pc:sldChg>
      <pc:sldChg chg="del">
        <pc:chgData name="Dieter Beaven" userId="9bbdb69f-69d0-4759-aa9b-5c090a2da237" providerId="ADAL" clId="{ECBD9E4A-1235-4EEC-869C-E985CAFAC468}" dt="2024-12-03T16:47:53.827" v="53" actId="47"/>
        <pc:sldMkLst>
          <pc:docMk/>
          <pc:sldMk cId="3536885959" sldId="568"/>
        </pc:sldMkLst>
      </pc:sldChg>
      <pc:sldChg chg="del">
        <pc:chgData name="Dieter Beaven" userId="9bbdb69f-69d0-4759-aa9b-5c090a2da237" providerId="ADAL" clId="{ECBD9E4A-1235-4EEC-869C-E985CAFAC468}" dt="2024-12-03T16:47:56.062" v="55" actId="47"/>
        <pc:sldMkLst>
          <pc:docMk/>
          <pc:sldMk cId="1552281268" sldId="569"/>
        </pc:sldMkLst>
      </pc:sldChg>
      <pc:sldChg chg="del">
        <pc:chgData name="Dieter Beaven" userId="9bbdb69f-69d0-4759-aa9b-5c090a2da237" providerId="ADAL" clId="{ECBD9E4A-1235-4EEC-869C-E985CAFAC468}" dt="2024-12-03T16:47:57.278" v="56" actId="47"/>
        <pc:sldMkLst>
          <pc:docMk/>
          <pc:sldMk cId="4134640982" sldId="570"/>
        </pc:sldMkLst>
      </pc:sldChg>
      <pc:sldChg chg="modSp mod">
        <pc:chgData name="Dieter Beaven" userId="9bbdb69f-69d0-4759-aa9b-5c090a2da237" providerId="ADAL" clId="{ECBD9E4A-1235-4EEC-869C-E985CAFAC468}" dt="2024-12-03T16:47:48.917" v="50" actId="20577"/>
        <pc:sldMkLst>
          <pc:docMk/>
          <pc:sldMk cId="938785864" sldId="717"/>
        </pc:sldMkLst>
        <pc:spChg chg="mod">
          <ac:chgData name="Dieter Beaven" userId="9bbdb69f-69d0-4759-aa9b-5c090a2da237" providerId="ADAL" clId="{ECBD9E4A-1235-4EEC-869C-E985CAFAC468}" dt="2024-12-03T16:47:48.917" v="50" actId="20577"/>
          <ac:spMkLst>
            <pc:docMk/>
            <pc:sldMk cId="938785864" sldId="717"/>
            <ac:spMk id="2" creationId="{00000000-0000-0000-0000-000000000000}"/>
          </ac:spMkLst>
        </pc:spChg>
      </pc:sldChg>
      <pc:sldChg chg="delSp mod">
        <pc:chgData name="Dieter Beaven" userId="9bbdb69f-69d0-4759-aa9b-5c090a2da237" providerId="ADAL" clId="{ECBD9E4A-1235-4EEC-869C-E985CAFAC468}" dt="2024-12-03T16:48:12.107" v="62" actId="478"/>
        <pc:sldMkLst>
          <pc:docMk/>
          <pc:sldMk cId="3902928920" sldId="718"/>
        </pc:sldMkLst>
        <pc:picChg chg="del">
          <ac:chgData name="Dieter Beaven" userId="9bbdb69f-69d0-4759-aa9b-5c090a2da237" providerId="ADAL" clId="{ECBD9E4A-1235-4EEC-869C-E985CAFAC468}" dt="2024-12-03T16:48:12.107" v="62" actId="478"/>
          <ac:picMkLst>
            <pc:docMk/>
            <pc:sldMk cId="3902928920" sldId="718"/>
            <ac:picMk id="6" creationId="{6FE058EC-293F-6D3B-32DA-9BFE3FF1EAEC}"/>
          </ac:picMkLst>
        </pc:picChg>
      </pc:sldChg>
    </pc:docChg>
  </pc:docChgLst>
  <pc:docChgLst>
    <pc:chgData name="Dieter Beaven" userId="9bbdb69f-69d0-4759-aa9b-5c090a2da237" providerId="ADAL" clId="{56380702-8713-491C-ABCC-B1B18EF40D73}"/>
    <pc:docChg chg="addSld delSld modSld">
      <pc:chgData name="Dieter Beaven" userId="9bbdb69f-69d0-4759-aa9b-5c090a2da237" providerId="ADAL" clId="{56380702-8713-491C-ABCC-B1B18EF40D73}" dt="2024-12-17T16:50:49.032" v="68" actId="47"/>
      <pc:docMkLst>
        <pc:docMk/>
      </pc:docMkLst>
      <pc:sldChg chg="addSp modSp mod modAnim">
        <pc:chgData name="Dieter Beaven" userId="9bbdb69f-69d0-4759-aa9b-5c090a2da237" providerId="ADAL" clId="{56380702-8713-491C-ABCC-B1B18EF40D73}" dt="2024-12-17T16:50:45.115" v="67" actId="1036"/>
        <pc:sldMkLst>
          <pc:docMk/>
          <pc:sldMk cId="2586607706" sldId="531"/>
        </pc:sldMkLst>
        <pc:spChg chg="mod">
          <ac:chgData name="Dieter Beaven" userId="9bbdb69f-69d0-4759-aa9b-5c090a2da237" providerId="ADAL" clId="{56380702-8713-491C-ABCC-B1B18EF40D73}" dt="2024-12-17T16:46:48.158" v="42" actId="6549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56380702-8713-491C-ABCC-B1B18EF40D73}" dt="2024-12-17T16:46:52.267" v="44" actId="20577"/>
          <ac:spMkLst>
            <pc:docMk/>
            <pc:sldMk cId="2586607706" sldId="531"/>
            <ac:spMk id="5" creationId="{00000000-0000-0000-0000-000000000000}"/>
          </ac:spMkLst>
        </pc:spChg>
        <pc:spChg chg="add mod">
          <ac:chgData name="Dieter Beaven" userId="9bbdb69f-69d0-4759-aa9b-5c090a2da237" providerId="ADAL" clId="{56380702-8713-491C-ABCC-B1B18EF40D73}" dt="2024-12-17T16:50:45.115" v="67" actId="1036"/>
          <ac:spMkLst>
            <pc:docMk/>
            <pc:sldMk cId="2586607706" sldId="531"/>
            <ac:spMk id="7" creationId="{16B494A2-AFAE-7212-4CBD-A874C5E9E41E}"/>
          </ac:spMkLst>
        </pc:spChg>
        <pc:spChg chg="add mod">
          <ac:chgData name="Dieter Beaven" userId="9bbdb69f-69d0-4759-aa9b-5c090a2da237" providerId="ADAL" clId="{56380702-8713-491C-ABCC-B1B18EF40D73}" dt="2024-12-17T16:50:45.115" v="67" actId="1036"/>
          <ac:spMkLst>
            <pc:docMk/>
            <pc:sldMk cId="2586607706" sldId="531"/>
            <ac:spMk id="8" creationId="{0D17AF4A-86ED-DF57-075F-52A2FB759FD9}"/>
          </ac:spMkLst>
        </pc:spChg>
        <pc:spChg chg="add mod">
          <ac:chgData name="Dieter Beaven" userId="9bbdb69f-69d0-4759-aa9b-5c090a2da237" providerId="ADAL" clId="{56380702-8713-491C-ABCC-B1B18EF40D73}" dt="2024-12-17T16:50:45.115" v="67" actId="1036"/>
          <ac:spMkLst>
            <pc:docMk/>
            <pc:sldMk cId="2586607706" sldId="531"/>
            <ac:spMk id="9" creationId="{82C8555C-E0B9-83FD-ED46-FFF11E14C7FF}"/>
          </ac:spMkLst>
        </pc:spChg>
        <pc:spChg chg="add mod">
          <ac:chgData name="Dieter Beaven" userId="9bbdb69f-69d0-4759-aa9b-5c090a2da237" providerId="ADAL" clId="{56380702-8713-491C-ABCC-B1B18EF40D73}" dt="2024-12-17T16:50:45.115" v="67" actId="1036"/>
          <ac:spMkLst>
            <pc:docMk/>
            <pc:sldMk cId="2586607706" sldId="531"/>
            <ac:spMk id="10" creationId="{20F0F24A-7323-26EB-AB17-9AE4469477A8}"/>
          </ac:spMkLst>
        </pc:spChg>
      </pc:sldChg>
      <pc:sldChg chg="add">
        <pc:chgData name="Dieter Beaven" userId="9bbdb69f-69d0-4759-aa9b-5c090a2da237" providerId="ADAL" clId="{56380702-8713-491C-ABCC-B1B18EF40D73}" dt="2024-12-17T16:50:23.553" v="45"/>
        <pc:sldMkLst>
          <pc:docMk/>
          <pc:sldMk cId="2489789902" sldId="661"/>
        </pc:sldMkLst>
      </pc:sldChg>
      <pc:sldChg chg="add del">
        <pc:chgData name="Dieter Beaven" userId="9bbdb69f-69d0-4759-aa9b-5c090a2da237" providerId="ADAL" clId="{56380702-8713-491C-ABCC-B1B18EF40D73}" dt="2024-12-17T16:50:49.032" v="68" actId="47"/>
        <pc:sldMkLst>
          <pc:docMk/>
          <pc:sldMk cId="3863207030" sldId="662"/>
        </pc:sldMkLst>
      </pc:sldChg>
      <pc:sldChg chg="modSp mod">
        <pc:chgData name="Dieter Beaven" userId="9bbdb69f-69d0-4759-aa9b-5c090a2da237" providerId="ADAL" clId="{56380702-8713-491C-ABCC-B1B18EF40D73}" dt="2024-12-17T16:45:51.630" v="40" actId="20577"/>
        <pc:sldMkLst>
          <pc:docMk/>
          <pc:sldMk cId="938785864" sldId="717"/>
        </pc:sldMkLst>
        <pc:spChg chg="mod">
          <ac:chgData name="Dieter Beaven" userId="9bbdb69f-69d0-4759-aa9b-5c090a2da237" providerId="ADAL" clId="{56380702-8713-491C-ABCC-B1B18EF40D73}" dt="2024-12-17T16:45:51.630" v="40" actId="20577"/>
          <ac:spMkLst>
            <pc:docMk/>
            <pc:sldMk cId="938785864" sldId="717"/>
            <ac:spMk id="2" creationId="{00000000-0000-0000-0000-000000000000}"/>
          </ac:spMkLst>
        </pc:spChg>
      </pc:sldChg>
    </pc:docChg>
  </pc:docChgLst>
  <pc:docChgLst>
    <pc:chgData name="Dieter Beaven" userId="9bbdb69f-69d0-4759-aa9b-5c090a2da237" providerId="ADAL" clId="{D34E0421-F03F-43F5-BDD3-9D5B0F4E01F6}"/>
    <pc:docChg chg="undo custSel addSld delSld modSld">
      <pc:chgData name="Dieter Beaven" userId="9bbdb69f-69d0-4759-aa9b-5c090a2da237" providerId="ADAL" clId="{D34E0421-F03F-43F5-BDD3-9D5B0F4E01F6}" dt="2024-12-03T16:44:18.743" v="103" actId="1076"/>
      <pc:docMkLst>
        <pc:docMk/>
      </pc:docMkLst>
      <pc:sldChg chg="del">
        <pc:chgData name="Dieter Beaven" userId="9bbdb69f-69d0-4759-aa9b-5c090a2da237" providerId="ADAL" clId="{D34E0421-F03F-43F5-BDD3-9D5B0F4E01F6}" dt="2024-12-03T16:34:31.944" v="67" actId="47"/>
        <pc:sldMkLst>
          <pc:docMk/>
          <pc:sldMk cId="3130908362" sldId="525"/>
        </pc:sldMkLst>
      </pc:sldChg>
      <pc:sldChg chg="del">
        <pc:chgData name="Dieter Beaven" userId="9bbdb69f-69d0-4759-aa9b-5c090a2da237" providerId="ADAL" clId="{D34E0421-F03F-43F5-BDD3-9D5B0F4E01F6}" dt="2024-12-03T16:34:30.376" v="64" actId="47"/>
        <pc:sldMkLst>
          <pc:docMk/>
          <pc:sldMk cId="1349853522" sldId="529"/>
        </pc:sldMkLst>
      </pc:sldChg>
      <pc:sldChg chg="del">
        <pc:chgData name="Dieter Beaven" userId="9bbdb69f-69d0-4759-aa9b-5c090a2da237" providerId="ADAL" clId="{D34E0421-F03F-43F5-BDD3-9D5B0F4E01F6}" dt="2024-12-03T16:34:31.530" v="66" actId="47"/>
        <pc:sldMkLst>
          <pc:docMk/>
          <pc:sldMk cId="2314451268" sldId="530"/>
        </pc:sldMkLst>
      </pc:sldChg>
      <pc:sldChg chg="modSp mod">
        <pc:chgData name="Dieter Beaven" userId="9bbdb69f-69d0-4759-aa9b-5c090a2da237" providerId="ADAL" clId="{D34E0421-F03F-43F5-BDD3-9D5B0F4E01F6}" dt="2024-12-03T16:35:03.131" v="85" actId="20577"/>
        <pc:sldMkLst>
          <pc:docMk/>
          <pc:sldMk cId="2586607706" sldId="531"/>
        </pc:sldMkLst>
        <pc:spChg chg="mod">
          <ac:chgData name="Dieter Beaven" userId="9bbdb69f-69d0-4759-aa9b-5c090a2da237" providerId="ADAL" clId="{D34E0421-F03F-43F5-BDD3-9D5B0F4E01F6}" dt="2024-12-03T16:34:49.248" v="73" actId="20577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D34E0421-F03F-43F5-BDD3-9D5B0F4E01F6}" dt="2024-12-03T16:35:03.131" v="85" actId="20577"/>
          <ac:spMkLst>
            <pc:docMk/>
            <pc:sldMk cId="2586607706" sldId="531"/>
            <ac:spMk id="5" creationId="{00000000-0000-0000-0000-000000000000}"/>
          </ac:spMkLst>
        </pc:spChg>
      </pc:sldChg>
      <pc:sldChg chg="del">
        <pc:chgData name="Dieter Beaven" userId="9bbdb69f-69d0-4759-aa9b-5c090a2da237" providerId="ADAL" clId="{D34E0421-F03F-43F5-BDD3-9D5B0F4E01F6}" dt="2024-12-03T16:34:30.992" v="65" actId="47"/>
        <pc:sldMkLst>
          <pc:docMk/>
          <pc:sldMk cId="3885846802" sldId="532"/>
        </pc:sldMkLst>
      </pc:sldChg>
      <pc:sldChg chg="addSp delSp modSp mod">
        <pc:chgData name="Dieter Beaven" userId="9bbdb69f-69d0-4759-aa9b-5c090a2da237" providerId="ADAL" clId="{D34E0421-F03F-43F5-BDD3-9D5B0F4E01F6}" dt="2024-12-03T16:43:49.853" v="101" actId="1076"/>
        <pc:sldMkLst>
          <pc:docMk/>
          <pc:sldMk cId="173887519" sldId="533"/>
        </pc:sldMkLst>
        <pc:picChg chg="add del">
          <ac:chgData name="Dieter Beaven" userId="9bbdb69f-69d0-4759-aa9b-5c090a2da237" providerId="ADAL" clId="{D34E0421-F03F-43F5-BDD3-9D5B0F4E01F6}" dt="2024-12-03T16:42:40.536" v="95" actId="22"/>
          <ac:picMkLst>
            <pc:docMk/>
            <pc:sldMk cId="173887519" sldId="533"/>
            <ac:picMk id="6" creationId="{42C6118B-202B-256B-429A-8BAB84C22E42}"/>
          </ac:picMkLst>
        </pc:picChg>
        <pc:picChg chg="add del mod">
          <ac:chgData name="Dieter Beaven" userId="9bbdb69f-69d0-4759-aa9b-5c090a2da237" providerId="ADAL" clId="{D34E0421-F03F-43F5-BDD3-9D5B0F4E01F6}" dt="2024-12-03T16:43:16.685" v="98" actId="478"/>
          <ac:picMkLst>
            <pc:docMk/>
            <pc:sldMk cId="173887519" sldId="533"/>
            <ac:picMk id="8" creationId="{379E7335-A57F-8AC0-BC33-F157DEA696E9}"/>
          </ac:picMkLst>
        </pc:picChg>
        <pc:picChg chg="del">
          <ac:chgData name="Dieter Beaven" userId="9bbdb69f-69d0-4759-aa9b-5c090a2da237" providerId="ADAL" clId="{D34E0421-F03F-43F5-BDD3-9D5B0F4E01F6}" dt="2024-12-03T16:35:21.747" v="86" actId="478"/>
          <ac:picMkLst>
            <pc:docMk/>
            <pc:sldMk cId="173887519" sldId="533"/>
            <ac:picMk id="8" creationId="{C938A651-6684-D122-61FB-82F0372BE2BF}"/>
          </ac:picMkLst>
        </pc:picChg>
        <pc:picChg chg="add mod">
          <ac:chgData name="Dieter Beaven" userId="9bbdb69f-69d0-4759-aa9b-5c090a2da237" providerId="ADAL" clId="{D34E0421-F03F-43F5-BDD3-9D5B0F4E01F6}" dt="2024-12-03T16:43:49.853" v="101" actId="1076"/>
          <ac:picMkLst>
            <pc:docMk/>
            <pc:sldMk cId="173887519" sldId="533"/>
            <ac:picMk id="10" creationId="{4AD4ACBB-14BF-AC1B-4111-C633BBF5FA19}"/>
          </ac:picMkLst>
        </pc:picChg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2702725889" sldId="565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3628465465" sldId="566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3026909746" sldId="567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3536885959" sldId="568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1552281268" sldId="569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4134640982" sldId="570"/>
        </pc:sldMkLst>
      </pc:sldChg>
      <pc:sldChg chg="delSp mod">
        <pc:chgData name="Dieter Beaven" userId="9bbdb69f-69d0-4759-aa9b-5c090a2da237" providerId="ADAL" clId="{D34E0421-F03F-43F5-BDD3-9D5B0F4E01F6}" dt="2024-12-03T16:35:24.591" v="88" actId="478"/>
        <pc:sldMkLst>
          <pc:docMk/>
          <pc:sldMk cId="464788855" sldId="701"/>
        </pc:sldMkLst>
        <pc:picChg chg="del">
          <ac:chgData name="Dieter Beaven" userId="9bbdb69f-69d0-4759-aa9b-5c090a2da237" providerId="ADAL" clId="{D34E0421-F03F-43F5-BDD3-9D5B0F4E01F6}" dt="2024-12-03T16:35:24.591" v="88" actId="478"/>
          <ac:picMkLst>
            <pc:docMk/>
            <pc:sldMk cId="464788855" sldId="701"/>
            <ac:picMk id="6" creationId="{6908608A-AE97-AB0F-3502-87D35C09CC91}"/>
          </ac:picMkLst>
        </pc:picChg>
      </pc:sldChg>
      <pc:sldChg chg="modSp mod">
        <pc:chgData name="Dieter Beaven" userId="9bbdb69f-69d0-4759-aa9b-5c090a2da237" providerId="ADAL" clId="{D34E0421-F03F-43F5-BDD3-9D5B0F4E01F6}" dt="2024-12-03T16:35:36.263" v="92" actId="6549"/>
        <pc:sldMkLst>
          <pc:docMk/>
          <pc:sldMk cId="938785864" sldId="717"/>
        </pc:sldMkLst>
        <pc:spChg chg="mod">
          <ac:chgData name="Dieter Beaven" userId="9bbdb69f-69d0-4759-aa9b-5c090a2da237" providerId="ADAL" clId="{D34E0421-F03F-43F5-BDD3-9D5B0F4E01F6}" dt="2024-12-03T16:35:36.263" v="92" actId="6549"/>
          <ac:spMkLst>
            <pc:docMk/>
            <pc:sldMk cId="938785864" sldId="717"/>
            <ac:spMk id="2" creationId="{00000000-0000-0000-0000-000000000000}"/>
          </ac:spMkLst>
        </pc:spChg>
      </pc:sldChg>
      <pc:sldChg chg="addSp delSp modSp mod">
        <pc:chgData name="Dieter Beaven" userId="9bbdb69f-69d0-4759-aa9b-5c090a2da237" providerId="ADAL" clId="{D34E0421-F03F-43F5-BDD3-9D5B0F4E01F6}" dt="2024-12-03T16:44:18.743" v="103" actId="1076"/>
        <pc:sldMkLst>
          <pc:docMk/>
          <pc:sldMk cId="3902928920" sldId="718"/>
        </pc:sldMkLst>
        <pc:picChg chg="add mod">
          <ac:chgData name="Dieter Beaven" userId="9bbdb69f-69d0-4759-aa9b-5c090a2da237" providerId="ADAL" clId="{D34E0421-F03F-43F5-BDD3-9D5B0F4E01F6}" dt="2024-12-03T16:44:18.743" v="103" actId="1076"/>
          <ac:picMkLst>
            <pc:docMk/>
            <pc:sldMk cId="3902928920" sldId="718"/>
            <ac:picMk id="6" creationId="{6FE058EC-293F-6D3B-32DA-9BFE3FF1EAEC}"/>
          </ac:picMkLst>
        </pc:picChg>
        <pc:picChg chg="del">
          <ac:chgData name="Dieter Beaven" userId="9bbdb69f-69d0-4759-aa9b-5c090a2da237" providerId="ADAL" clId="{D34E0421-F03F-43F5-BDD3-9D5B0F4E01F6}" dt="2024-12-03T16:35:23.169" v="87" actId="478"/>
          <ac:picMkLst>
            <pc:docMk/>
            <pc:sldMk cId="3902928920" sldId="718"/>
            <ac:picMk id="6" creationId="{7181C309-966E-05D7-8FA5-CEEEB12DC424}"/>
          </ac:picMkLst>
        </pc:picChg>
      </pc:sldChg>
    </pc:docChg>
  </pc:docChgLst>
  <pc:docChgLst>
    <pc:chgData name="Dieter Beaven" userId="9bbdb69f-69d0-4759-aa9b-5c090a2da237" providerId="ADAL" clId="{F95AE5B9-5693-47CF-84F6-4D36A4565940}"/>
    <pc:docChg chg="undo custSel addSld modSld">
      <pc:chgData name="Dieter Beaven" userId="9bbdb69f-69d0-4759-aa9b-5c090a2da237" providerId="ADAL" clId="{F95AE5B9-5693-47CF-84F6-4D36A4565940}" dt="2024-12-10T16:41:50.722" v="15" actId="6549"/>
      <pc:docMkLst>
        <pc:docMk/>
      </pc:docMkLst>
      <pc:sldChg chg="modSp mod">
        <pc:chgData name="Dieter Beaven" userId="9bbdb69f-69d0-4759-aa9b-5c090a2da237" providerId="ADAL" clId="{F95AE5B9-5693-47CF-84F6-4D36A4565940}" dt="2024-12-10T16:41:50.722" v="15" actId="6549"/>
        <pc:sldMkLst>
          <pc:docMk/>
          <pc:sldMk cId="2586607706" sldId="531"/>
        </pc:sldMkLst>
        <pc:spChg chg="mod">
          <ac:chgData name="Dieter Beaven" userId="9bbdb69f-69d0-4759-aa9b-5c090a2da237" providerId="ADAL" clId="{F95AE5B9-5693-47CF-84F6-4D36A4565940}" dt="2024-12-10T16:41:36.348" v="13" actId="6549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F95AE5B9-5693-47CF-84F6-4D36A4565940}" dt="2024-12-10T16:41:50.722" v="15" actId="6549"/>
          <ac:spMkLst>
            <pc:docMk/>
            <pc:sldMk cId="2586607706" sldId="531"/>
            <ac:spMk id="5" creationId="{00000000-0000-0000-0000-000000000000}"/>
          </ac:spMkLst>
        </pc:spChg>
      </pc:sldChg>
      <pc:sldChg chg="addSp delSp modSp mod">
        <pc:chgData name="Dieter Beaven" userId="9bbdb69f-69d0-4759-aa9b-5c090a2da237" providerId="ADAL" clId="{F95AE5B9-5693-47CF-84F6-4D36A4565940}" dt="2024-12-10T16:19:41.249" v="3" actId="1076"/>
        <pc:sldMkLst>
          <pc:docMk/>
          <pc:sldMk cId="173887519" sldId="533"/>
        </pc:sldMkLst>
        <pc:picChg chg="add del">
          <ac:chgData name="Dieter Beaven" userId="9bbdb69f-69d0-4759-aa9b-5c090a2da237" providerId="ADAL" clId="{F95AE5B9-5693-47CF-84F6-4D36A4565940}" dt="2024-12-10T16:19:23.987" v="1" actId="22"/>
          <ac:picMkLst>
            <pc:docMk/>
            <pc:sldMk cId="173887519" sldId="533"/>
            <ac:picMk id="6" creationId="{5F937C33-3DE4-A43E-A7CE-7BCA07ABFAC0}"/>
          </ac:picMkLst>
        </pc:picChg>
        <pc:picChg chg="add mod">
          <ac:chgData name="Dieter Beaven" userId="9bbdb69f-69d0-4759-aa9b-5c090a2da237" providerId="ADAL" clId="{F95AE5B9-5693-47CF-84F6-4D36A4565940}" dt="2024-12-10T16:19:41.249" v="3" actId="1076"/>
          <ac:picMkLst>
            <pc:docMk/>
            <pc:sldMk cId="173887519" sldId="533"/>
            <ac:picMk id="8" creationId="{7206BBFE-47D2-8A61-6C77-DE22F5E5BA36}"/>
          </ac:picMkLst>
        </pc:picChg>
      </pc:sldChg>
      <pc:sldChg chg="add">
        <pc:chgData name="Dieter Beaven" userId="9bbdb69f-69d0-4759-aa9b-5c090a2da237" providerId="ADAL" clId="{F95AE5B9-5693-47CF-84F6-4D36A4565940}" dt="2024-12-10T16:40:51.035" v="11"/>
        <pc:sldMkLst>
          <pc:docMk/>
          <pc:sldMk cId="2214681041" sldId="582"/>
        </pc:sldMkLst>
      </pc:sldChg>
      <pc:sldChg chg="add">
        <pc:chgData name="Dieter Beaven" userId="9bbdb69f-69d0-4759-aa9b-5c090a2da237" providerId="ADAL" clId="{F95AE5B9-5693-47CF-84F6-4D36A4565940}" dt="2024-12-10T16:40:51.035" v="11"/>
        <pc:sldMkLst>
          <pc:docMk/>
          <pc:sldMk cId="2126887055" sldId="584"/>
        </pc:sldMkLst>
      </pc:sldChg>
      <pc:sldChg chg="add">
        <pc:chgData name="Dieter Beaven" userId="9bbdb69f-69d0-4759-aa9b-5c090a2da237" providerId="ADAL" clId="{F95AE5B9-5693-47CF-84F6-4D36A4565940}" dt="2024-12-10T16:40:51.035" v="11"/>
        <pc:sldMkLst>
          <pc:docMk/>
          <pc:sldMk cId="1811924599" sldId="585"/>
        </pc:sldMkLst>
      </pc:sldChg>
      <pc:sldChg chg="addSp modSp mod">
        <pc:chgData name="Dieter Beaven" userId="9bbdb69f-69d0-4759-aa9b-5c090a2da237" providerId="ADAL" clId="{F95AE5B9-5693-47CF-84F6-4D36A4565940}" dt="2024-12-10T16:39:45.423" v="10" actId="1076"/>
        <pc:sldMkLst>
          <pc:docMk/>
          <pc:sldMk cId="464788855" sldId="701"/>
        </pc:sldMkLst>
        <pc:picChg chg="add mod">
          <ac:chgData name="Dieter Beaven" userId="9bbdb69f-69d0-4759-aa9b-5c090a2da237" providerId="ADAL" clId="{F95AE5B9-5693-47CF-84F6-4D36A4565940}" dt="2024-12-10T16:39:45.423" v="10" actId="1076"/>
          <ac:picMkLst>
            <pc:docMk/>
            <pc:sldMk cId="464788855" sldId="701"/>
            <ac:picMk id="6" creationId="{A8BA92AD-AA83-5B61-A807-E41D8C12DE1D}"/>
          </ac:picMkLst>
        </pc:picChg>
      </pc:sldChg>
      <pc:sldChg chg="addSp modSp mod">
        <pc:chgData name="Dieter Beaven" userId="9bbdb69f-69d0-4759-aa9b-5c090a2da237" providerId="ADAL" clId="{F95AE5B9-5693-47CF-84F6-4D36A4565940}" dt="2024-12-10T16:20:40.384" v="6" actId="1076"/>
        <pc:sldMkLst>
          <pc:docMk/>
          <pc:sldMk cId="3902928920" sldId="718"/>
        </pc:sldMkLst>
        <pc:picChg chg="add mod">
          <ac:chgData name="Dieter Beaven" userId="9bbdb69f-69d0-4759-aa9b-5c090a2da237" providerId="ADAL" clId="{F95AE5B9-5693-47CF-84F6-4D36A4565940}" dt="2024-12-10T16:20:40.384" v="6" actId="1076"/>
          <ac:picMkLst>
            <pc:docMk/>
            <pc:sldMk cId="3902928920" sldId="718"/>
            <ac:picMk id="6" creationId="{0B6F0CD0-F534-CC23-2B25-2C699B43CF1B}"/>
          </ac:picMkLst>
        </pc:picChg>
      </pc:sldChg>
    </pc:docChg>
  </pc:docChgLst>
  <pc:docChgLst>
    <pc:chgData name="Dieter Beaven" userId="9bbdb69f-69d0-4759-aa9b-5c090a2da237" providerId="ADAL" clId="{2FFCC0BE-FC24-4544-85A6-5647C4F89ED7}"/>
    <pc:docChg chg="custSel delSld modSld">
      <pc:chgData name="Dieter Beaven" userId="9bbdb69f-69d0-4759-aa9b-5c090a2da237" providerId="ADAL" clId="{2FFCC0BE-FC24-4544-85A6-5647C4F89ED7}" dt="2024-12-17T16:44:20.748" v="38" actId="6549"/>
      <pc:docMkLst>
        <pc:docMk/>
      </pc:docMkLst>
      <pc:sldChg chg="modSp mod">
        <pc:chgData name="Dieter Beaven" userId="9bbdb69f-69d0-4759-aa9b-5c090a2da237" providerId="ADAL" clId="{2FFCC0BE-FC24-4544-85A6-5647C4F89ED7}" dt="2024-12-17T16:44:20.748" v="38" actId="6549"/>
        <pc:sldMkLst>
          <pc:docMk/>
          <pc:sldMk cId="2586607706" sldId="531"/>
        </pc:sldMkLst>
        <pc:spChg chg="mod">
          <ac:chgData name="Dieter Beaven" userId="9bbdb69f-69d0-4759-aa9b-5c090a2da237" providerId="ADAL" clId="{2FFCC0BE-FC24-4544-85A6-5647C4F89ED7}" dt="2024-12-17T16:44:20.748" v="38" actId="6549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2FFCC0BE-FC24-4544-85A6-5647C4F89ED7}" dt="2024-12-17T16:44:15.402" v="36" actId="6549"/>
          <ac:spMkLst>
            <pc:docMk/>
            <pc:sldMk cId="2586607706" sldId="531"/>
            <ac:spMk id="5" creationId="{00000000-0000-0000-0000-000000000000}"/>
          </ac:spMkLst>
        </pc:spChg>
      </pc:sldChg>
      <pc:sldChg chg="delSp mod">
        <pc:chgData name="Dieter Beaven" userId="9bbdb69f-69d0-4759-aa9b-5c090a2da237" providerId="ADAL" clId="{2FFCC0BE-FC24-4544-85A6-5647C4F89ED7}" dt="2024-12-17T16:41:50.773" v="30" actId="478"/>
        <pc:sldMkLst>
          <pc:docMk/>
          <pc:sldMk cId="173887519" sldId="533"/>
        </pc:sldMkLst>
        <pc:picChg chg="del">
          <ac:chgData name="Dieter Beaven" userId="9bbdb69f-69d0-4759-aa9b-5c090a2da237" providerId="ADAL" clId="{2FFCC0BE-FC24-4544-85A6-5647C4F89ED7}" dt="2024-12-17T16:41:50.773" v="30" actId="478"/>
          <ac:picMkLst>
            <pc:docMk/>
            <pc:sldMk cId="173887519" sldId="533"/>
            <ac:picMk id="6" creationId="{19633A17-17A1-7A70-5602-F932599D0C0B}"/>
          </ac:picMkLst>
        </pc:picChg>
      </pc:sldChg>
      <pc:sldChg chg="del">
        <pc:chgData name="Dieter Beaven" userId="9bbdb69f-69d0-4759-aa9b-5c090a2da237" providerId="ADAL" clId="{2FFCC0BE-FC24-4544-85A6-5647C4F89ED7}" dt="2024-12-17T16:41:44.955" v="24" actId="47"/>
        <pc:sldMkLst>
          <pc:docMk/>
          <pc:sldMk cId="519013552" sldId="642"/>
        </pc:sldMkLst>
      </pc:sldChg>
      <pc:sldChg chg="del">
        <pc:chgData name="Dieter Beaven" userId="9bbdb69f-69d0-4759-aa9b-5c090a2da237" providerId="ADAL" clId="{2FFCC0BE-FC24-4544-85A6-5647C4F89ED7}" dt="2024-12-17T16:41:45.798" v="25" actId="47"/>
        <pc:sldMkLst>
          <pc:docMk/>
          <pc:sldMk cId="308390081" sldId="643"/>
        </pc:sldMkLst>
      </pc:sldChg>
      <pc:sldChg chg="del">
        <pc:chgData name="Dieter Beaven" userId="9bbdb69f-69d0-4759-aa9b-5c090a2da237" providerId="ADAL" clId="{2FFCC0BE-FC24-4544-85A6-5647C4F89ED7}" dt="2024-12-17T16:41:46.275" v="26" actId="47"/>
        <pc:sldMkLst>
          <pc:docMk/>
          <pc:sldMk cId="1440638986" sldId="644"/>
        </pc:sldMkLst>
      </pc:sldChg>
      <pc:sldChg chg="del">
        <pc:chgData name="Dieter Beaven" userId="9bbdb69f-69d0-4759-aa9b-5c090a2da237" providerId="ADAL" clId="{2FFCC0BE-FC24-4544-85A6-5647C4F89ED7}" dt="2024-12-17T16:41:46.806" v="27" actId="47"/>
        <pc:sldMkLst>
          <pc:docMk/>
          <pc:sldMk cId="1490156849" sldId="646"/>
        </pc:sldMkLst>
      </pc:sldChg>
      <pc:sldChg chg="del">
        <pc:chgData name="Dieter Beaven" userId="9bbdb69f-69d0-4759-aa9b-5c090a2da237" providerId="ADAL" clId="{2FFCC0BE-FC24-4544-85A6-5647C4F89ED7}" dt="2024-12-17T16:41:47.570" v="28" actId="47"/>
        <pc:sldMkLst>
          <pc:docMk/>
          <pc:sldMk cId="1679143814" sldId="647"/>
        </pc:sldMkLst>
      </pc:sldChg>
      <pc:sldChg chg="del">
        <pc:chgData name="Dieter Beaven" userId="9bbdb69f-69d0-4759-aa9b-5c090a2da237" providerId="ADAL" clId="{2FFCC0BE-FC24-4544-85A6-5647C4F89ED7}" dt="2024-12-17T16:41:48.742" v="29" actId="47"/>
        <pc:sldMkLst>
          <pc:docMk/>
          <pc:sldMk cId="4689981" sldId="648"/>
        </pc:sldMkLst>
      </pc:sldChg>
      <pc:sldChg chg="delSp mod">
        <pc:chgData name="Dieter Beaven" userId="9bbdb69f-69d0-4759-aa9b-5c090a2da237" providerId="ADAL" clId="{2FFCC0BE-FC24-4544-85A6-5647C4F89ED7}" dt="2024-12-17T16:41:57.179" v="33" actId="478"/>
        <pc:sldMkLst>
          <pc:docMk/>
          <pc:sldMk cId="464788855" sldId="701"/>
        </pc:sldMkLst>
        <pc:picChg chg="del">
          <ac:chgData name="Dieter Beaven" userId="9bbdb69f-69d0-4759-aa9b-5c090a2da237" providerId="ADAL" clId="{2FFCC0BE-FC24-4544-85A6-5647C4F89ED7}" dt="2024-12-17T16:41:57.179" v="33" actId="478"/>
          <ac:picMkLst>
            <pc:docMk/>
            <pc:sldMk cId="464788855" sldId="701"/>
            <ac:picMk id="7" creationId="{1545D896-8CBC-0EBA-7446-7B95E04A2DF4}"/>
          </ac:picMkLst>
        </pc:picChg>
      </pc:sldChg>
      <pc:sldChg chg="modSp mod">
        <pc:chgData name="Dieter Beaven" userId="9bbdb69f-69d0-4759-aa9b-5c090a2da237" providerId="ADAL" clId="{2FFCC0BE-FC24-4544-85A6-5647C4F89ED7}" dt="2024-12-17T16:41:37.652" v="23" actId="20577"/>
        <pc:sldMkLst>
          <pc:docMk/>
          <pc:sldMk cId="938785864" sldId="717"/>
        </pc:sldMkLst>
        <pc:spChg chg="mod">
          <ac:chgData name="Dieter Beaven" userId="9bbdb69f-69d0-4759-aa9b-5c090a2da237" providerId="ADAL" clId="{2FFCC0BE-FC24-4544-85A6-5647C4F89ED7}" dt="2024-12-17T16:41:37.652" v="23" actId="20577"/>
          <ac:spMkLst>
            <pc:docMk/>
            <pc:sldMk cId="938785864" sldId="717"/>
            <ac:spMk id="2" creationId="{00000000-0000-0000-0000-000000000000}"/>
          </ac:spMkLst>
        </pc:spChg>
      </pc:sldChg>
      <pc:sldChg chg="delSp mod">
        <pc:chgData name="Dieter Beaven" userId="9bbdb69f-69d0-4759-aa9b-5c090a2da237" providerId="ADAL" clId="{2FFCC0BE-FC24-4544-85A6-5647C4F89ED7}" dt="2024-12-17T16:41:52.070" v="31" actId="478"/>
        <pc:sldMkLst>
          <pc:docMk/>
          <pc:sldMk cId="3902928920" sldId="718"/>
        </pc:sldMkLst>
        <pc:picChg chg="del">
          <ac:chgData name="Dieter Beaven" userId="9bbdb69f-69d0-4759-aa9b-5c090a2da237" providerId="ADAL" clId="{2FFCC0BE-FC24-4544-85A6-5647C4F89ED7}" dt="2024-12-17T16:41:52.070" v="31" actId="478"/>
          <ac:picMkLst>
            <pc:docMk/>
            <pc:sldMk cId="3902928920" sldId="718"/>
            <ac:picMk id="7" creationId="{A9304D5B-0868-1DA1-A342-C22D2AAEE5FE}"/>
          </ac:picMkLst>
        </pc:picChg>
      </pc:sldChg>
      <pc:sldChg chg="delSp mod">
        <pc:chgData name="Dieter Beaven" userId="9bbdb69f-69d0-4759-aa9b-5c090a2da237" providerId="ADAL" clId="{2FFCC0BE-FC24-4544-85A6-5647C4F89ED7}" dt="2024-12-17T16:41:53.211" v="32" actId="478"/>
        <pc:sldMkLst>
          <pc:docMk/>
          <pc:sldMk cId="1631546961" sldId="719"/>
        </pc:sldMkLst>
        <pc:picChg chg="del">
          <ac:chgData name="Dieter Beaven" userId="9bbdb69f-69d0-4759-aa9b-5c090a2da237" providerId="ADAL" clId="{2FFCC0BE-FC24-4544-85A6-5647C4F89ED7}" dt="2024-12-17T16:41:53.211" v="32" actId="478"/>
          <ac:picMkLst>
            <pc:docMk/>
            <pc:sldMk cId="1631546961" sldId="719"/>
            <ac:picMk id="6" creationId="{7D69BA0B-3CC2-3921-F2A8-A7E1CE765695}"/>
          </ac:picMkLst>
        </pc:picChg>
      </pc:sldChg>
      <pc:sldChg chg="delSp mod">
        <pc:chgData name="Dieter Beaven" userId="9bbdb69f-69d0-4759-aa9b-5c090a2da237" providerId="ADAL" clId="{2FFCC0BE-FC24-4544-85A6-5647C4F89ED7}" dt="2024-12-17T16:41:58.429" v="34" actId="478"/>
        <pc:sldMkLst>
          <pc:docMk/>
          <pc:sldMk cId="1127558906" sldId="720"/>
        </pc:sldMkLst>
        <pc:picChg chg="del">
          <ac:chgData name="Dieter Beaven" userId="9bbdb69f-69d0-4759-aa9b-5c090a2da237" providerId="ADAL" clId="{2FFCC0BE-FC24-4544-85A6-5647C4F89ED7}" dt="2024-12-17T16:41:58.429" v="34" actId="478"/>
          <ac:picMkLst>
            <pc:docMk/>
            <pc:sldMk cId="1127558906" sldId="720"/>
            <ac:picMk id="8" creationId="{AE054D04-3A90-71C2-2CB8-CED3580EA3D8}"/>
          </ac:picMkLst>
        </pc:picChg>
      </pc:sldChg>
    </pc:docChg>
  </pc:docChgLst>
  <pc:docChgLst>
    <pc:chgData name="Dieter Beaven" userId="9bbdb69f-69d0-4759-aa9b-5c090a2da237" providerId="ADAL" clId="{18D73F66-E376-4D9D-A0A6-5F7A9DEE703C}"/>
    <pc:docChg chg="custSel delSld modSld">
      <pc:chgData name="Dieter Beaven" userId="9bbdb69f-69d0-4759-aa9b-5c090a2da237" providerId="ADAL" clId="{18D73F66-E376-4D9D-A0A6-5F7A9DEE703C}" dt="2025-01-07T17:35:53.339" v="17" actId="1076"/>
      <pc:docMkLst>
        <pc:docMk/>
      </pc:docMkLst>
      <pc:sldChg chg="addSp delSp modSp mod">
        <pc:chgData name="Dieter Beaven" userId="9bbdb69f-69d0-4759-aa9b-5c090a2da237" providerId="ADAL" clId="{18D73F66-E376-4D9D-A0A6-5F7A9DEE703C}" dt="2025-01-07T17:32:38.059" v="9" actId="1076"/>
        <pc:sldMkLst>
          <pc:docMk/>
          <pc:sldMk cId="173887519" sldId="533"/>
        </pc:sldMkLst>
        <pc:picChg chg="add del mod">
          <ac:chgData name="Dieter Beaven" userId="9bbdb69f-69d0-4759-aa9b-5c090a2da237" providerId="ADAL" clId="{18D73F66-E376-4D9D-A0A6-5F7A9DEE703C}" dt="2025-01-07T17:32:20.023" v="6" actId="478"/>
          <ac:picMkLst>
            <pc:docMk/>
            <pc:sldMk cId="173887519" sldId="533"/>
            <ac:picMk id="6" creationId="{6FE15057-A5F7-D38E-52BF-879582FB1795}"/>
          </ac:picMkLst>
        </pc:picChg>
        <pc:picChg chg="add mod">
          <ac:chgData name="Dieter Beaven" userId="9bbdb69f-69d0-4759-aa9b-5c090a2da237" providerId="ADAL" clId="{18D73F66-E376-4D9D-A0A6-5F7A9DEE703C}" dt="2025-01-07T17:32:38.059" v="9" actId="1076"/>
          <ac:picMkLst>
            <pc:docMk/>
            <pc:sldMk cId="173887519" sldId="533"/>
            <ac:picMk id="8" creationId="{5969530B-81B7-E81F-6AA4-E0F17A625DF0}"/>
          </ac:picMkLst>
        </pc:picChg>
      </pc:sldChg>
      <pc:sldChg chg="addSp modSp mod">
        <pc:chgData name="Dieter Beaven" userId="9bbdb69f-69d0-4759-aa9b-5c090a2da237" providerId="ADAL" clId="{18D73F66-E376-4D9D-A0A6-5F7A9DEE703C}" dt="2025-01-07T17:35:53.339" v="17" actId="1076"/>
        <pc:sldMkLst>
          <pc:docMk/>
          <pc:sldMk cId="464788855" sldId="701"/>
        </pc:sldMkLst>
        <pc:picChg chg="add mod">
          <ac:chgData name="Dieter Beaven" userId="9bbdb69f-69d0-4759-aa9b-5c090a2da237" providerId="ADAL" clId="{18D73F66-E376-4D9D-A0A6-5F7A9DEE703C}" dt="2025-01-07T17:35:53.339" v="17" actId="1076"/>
          <ac:picMkLst>
            <pc:docMk/>
            <pc:sldMk cId="464788855" sldId="701"/>
            <ac:picMk id="6" creationId="{C726449E-3F2B-0CAF-9E47-3B14EE2F1520}"/>
          </ac:picMkLst>
        </pc:picChg>
      </pc:sldChg>
      <pc:sldChg chg="addSp delSp modSp mod">
        <pc:chgData name="Dieter Beaven" userId="9bbdb69f-69d0-4759-aa9b-5c090a2da237" providerId="ADAL" clId="{18D73F66-E376-4D9D-A0A6-5F7A9DEE703C}" dt="2025-01-07T17:32:34.443" v="8" actId="1076"/>
        <pc:sldMkLst>
          <pc:docMk/>
          <pc:sldMk cId="3902928920" sldId="718"/>
        </pc:sldMkLst>
        <pc:picChg chg="add del">
          <ac:chgData name="Dieter Beaven" userId="9bbdb69f-69d0-4759-aa9b-5c090a2da237" providerId="ADAL" clId="{18D73F66-E376-4D9D-A0A6-5F7A9DEE703C}" dt="2025-01-07T17:31:55.316" v="3" actId="478"/>
          <ac:picMkLst>
            <pc:docMk/>
            <pc:sldMk cId="3902928920" sldId="718"/>
            <ac:picMk id="6" creationId="{7A874D75-4A3A-E17B-C2A8-13761CE88AD7}"/>
          </ac:picMkLst>
        </pc:picChg>
        <pc:picChg chg="add mod">
          <ac:chgData name="Dieter Beaven" userId="9bbdb69f-69d0-4759-aa9b-5c090a2da237" providerId="ADAL" clId="{18D73F66-E376-4D9D-A0A6-5F7A9DEE703C}" dt="2025-01-07T17:32:34.443" v="8" actId="1076"/>
          <ac:picMkLst>
            <pc:docMk/>
            <pc:sldMk cId="3902928920" sldId="718"/>
            <ac:picMk id="8" creationId="{A5811118-5DDF-7ED4-CCFD-79FAEF58C8D8}"/>
          </ac:picMkLst>
        </pc:picChg>
      </pc:sldChg>
      <pc:sldChg chg="addSp modSp mod">
        <pc:chgData name="Dieter Beaven" userId="9bbdb69f-69d0-4759-aa9b-5c090a2da237" providerId="ADAL" clId="{18D73F66-E376-4D9D-A0A6-5F7A9DEE703C}" dt="2025-01-07T17:33:05.308" v="11" actId="1076"/>
        <pc:sldMkLst>
          <pc:docMk/>
          <pc:sldMk cId="1631546961" sldId="719"/>
        </pc:sldMkLst>
        <pc:picChg chg="add mod">
          <ac:chgData name="Dieter Beaven" userId="9bbdb69f-69d0-4759-aa9b-5c090a2da237" providerId="ADAL" clId="{18D73F66-E376-4D9D-A0A6-5F7A9DEE703C}" dt="2025-01-07T17:33:05.308" v="11" actId="1076"/>
          <ac:picMkLst>
            <pc:docMk/>
            <pc:sldMk cId="1631546961" sldId="719"/>
            <ac:picMk id="6" creationId="{F6930A33-E7D0-58A2-4FF0-537611A09260}"/>
          </ac:picMkLst>
        </pc:picChg>
      </pc:sldChg>
      <pc:sldChg chg="del">
        <pc:chgData name="Dieter Beaven" userId="9bbdb69f-69d0-4759-aa9b-5c090a2da237" providerId="ADAL" clId="{18D73F66-E376-4D9D-A0A6-5F7A9DEE703C}" dt="2025-01-07T17:35:47.760" v="16" actId="47"/>
        <pc:sldMkLst>
          <pc:docMk/>
          <pc:sldMk cId="1127558906" sldId="720"/>
        </pc:sldMkLst>
      </pc:sldChg>
    </pc:docChg>
  </pc:docChgLst>
  <pc:docChgLst>
    <pc:chgData name="Dieter Beaven" userId="9bbdb69f-69d0-4759-aa9b-5c090a2da237" providerId="ADAL" clId="{EA8BAB0F-7536-4D0B-8892-B624F71C1627}"/>
    <pc:docChg chg="undo custSel addSld delSld modSld">
      <pc:chgData name="Dieter Beaven" userId="9bbdb69f-69d0-4759-aa9b-5c090a2da237" providerId="ADAL" clId="{EA8BAB0F-7536-4D0B-8892-B624F71C1627}" dt="2024-12-11T17:16:25.189" v="98" actId="1076"/>
      <pc:docMkLst>
        <pc:docMk/>
      </pc:docMkLst>
      <pc:sldChg chg="modSp mod">
        <pc:chgData name="Dieter Beaven" userId="9bbdb69f-69d0-4759-aa9b-5c090a2da237" providerId="ADAL" clId="{EA8BAB0F-7536-4D0B-8892-B624F71C1627}" dt="2024-12-11T17:05:42.942" v="60" actId="20577"/>
        <pc:sldMkLst>
          <pc:docMk/>
          <pc:sldMk cId="2586607706" sldId="531"/>
        </pc:sldMkLst>
        <pc:spChg chg="mod">
          <ac:chgData name="Dieter Beaven" userId="9bbdb69f-69d0-4759-aa9b-5c090a2da237" providerId="ADAL" clId="{EA8BAB0F-7536-4D0B-8892-B624F71C1627}" dt="2024-12-11T17:05:33.801" v="56" actId="20577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EA8BAB0F-7536-4D0B-8892-B624F71C1627}" dt="2024-12-11T17:05:42.942" v="60" actId="20577"/>
          <ac:spMkLst>
            <pc:docMk/>
            <pc:sldMk cId="2586607706" sldId="531"/>
            <ac:spMk id="5" creationId="{00000000-0000-0000-0000-000000000000}"/>
          </ac:spMkLst>
        </pc:spChg>
      </pc:sldChg>
      <pc:sldChg chg="addSp delSp mod">
        <pc:chgData name="Dieter Beaven" userId="9bbdb69f-69d0-4759-aa9b-5c090a2da237" providerId="ADAL" clId="{EA8BAB0F-7536-4D0B-8892-B624F71C1627}" dt="2024-12-11T17:11:11.790" v="81" actId="22"/>
        <pc:sldMkLst>
          <pc:docMk/>
          <pc:sldMk cId="173887519" sldId="533"/>
        </pc:sldMkLst>
        <pc:picChg chg="add">
          <ac:chgData name="Dieter Beaven" userId="9bbdb69f-69d0-4759-aa9b-5c090a2da237" providerId="ADAL" clId="{EA8BAB0F-7536-4D0B-8892-B624F71C1627}" dt="2024-12-11T17:11:11.790" v="81" actId="22"/>
          <ac:picMkLst>
            <pc:docMk/>
            <pc:sldMk cId="173887519" sldId="533"/>
            <ac:picMk id="6" creationId="{19633A17-17A1-7A70-5602-F932599D0C0B}"/>
          </ac:picMkLst>
        </pc:picChg>
        <pc:picChg chg="del">
          <ac:chgData name="Dieter Beaven" userId="9bbdb69f-69d0-4759-aa9b-5c090a2da237" providerId="ADAL" clId="{EA8BAB0F-7536-4D0B-8892-B624F71C1627}" dt="2024-12-11T17:05:46.835" v="61" actId="478"/>
          <ac:picMkLst>
            <pc:docMk/>
            <pc:sldMk cId="173887519" sldId="533"/>
            <ac:picMk id="8" creationId="{7206BBFE-47D2-8A61-6C77-DE22F5E5BA36}"/>
          </ac:picMkLst>
        </pc:picChg>
      </pc:sldChg>
      <pc:sldChg chg="del">
        <pc:chgData name="Dieter Beaven" userId="9bbdb69f-69d0-4759-aa9b-5c090a2da237" providerId="ADAL" clId="{EA8BAB0F-7536-4D0B-8892-B624F71C1627}" dt="2024-12-11T17:05:25.035" v="50" actId="47"/>
        <pc:sldMkLst>
          <pc:docMk/>
          <pc:sldMk cId="2214681041" sldId="582"/>
        </pc:sldMkLst>
      </pc:sldChg>
      <pc:sldChg chg="del">
        <pc:chgData name="Dieter Beaven" userId="9bbdb69f-69d0-4759-aa9b-5c090a2da237" providerId="ADAL" clId="{EA8BAB0F-7536-4D0B-8892-B624F71C1627}" dt="2024-12-11T17:05:25.761" v="51" actId="47"/>
        <pc:sldMkLst>
          <pc:docMk/>
          <pc:sldMk cId="2126887055" sldId="584"/>
        </pc:sldMkLst>
      </pc:sldChg>
      <pc:sldChg chg="del">
        <pc:chgData name="Dieter Beaven" userId="9bbdb69f-69d0-4759-aa9b-5c090a2da237" providerId="ADAL" clId="{EA8BAB0F-7536-4D0B-8892-B624F71C1627}" dt="2024-12-11T17:05:26.221" v="52" actId="47"/>
        <pc:sldMkLst>
          <pc:docMk/>
          <pc:sldMk cId="1811924599" sldId="585"/>
        </pc:sldMkLst>
      </pc:sldChg>
      <pc:sldChg chg="modSp add">
        <pc:chgData name="Dieter Beaven" userId="9bbdb69f-69d0-4759-aa9b-5c090a2da237" providerId="ADAL" clId="{EA8BAB0F-7536-4D0B-8892-B624F71C1627}" dt="2024-12-11T17:07:13.476" v="78" actId="20577"/>
        <pc:sldMkLst>
          <pc:docMk/>
          <pc:sldMk cId="519013552" sldId="642"/>
        </pc:sldMkLst>
        <pc:spChg chg="mod">
          <ac:chgData name="Dieter Beaven" userId="9bbdb69f-69d0-4759-aa9b-5c090a2da237" providerId="ADAL" clId="{EA8BAB0F-7536-4D0B-8892-B624F71C1627}" dt="2024-12-11T17:07:08.909" v="71" actId="20577"/>
          <ac:spMkLst>
            <pc:docMk/>
            <pc:sldMk cId="519013552" sldId="642"/>
            <ac:spMk id="47" creationId="{00000000-0000-0000-0000-000000000000}"/>
          </ac:spMkLst>
        </pc:spChg>
        <pc:spChg chg="mod">
          <ac:chgData name="Dieter Beaven" userId="9bbdb69f-69d0-4759-aa9b-5c090a2da237" providerId="ADAL" clId="{EA8BAB0F-7536-4D0B-8892-B624F71C1627}" dt="2024-12-11T17:07:13.476" v="78" actId="20577"/>
          <ac:spMkLst>
            <pc:docMk/>
            <pc:sldMk cId="519013552" sldId="642"/>
            <ac:spMk id="60" creationId="{00000000-0000-0000-0000-000000000000}"/>
          </ac:spMkLst>
        </pc:spChg>
      </pc:sldChg>
      <pc:sldChg chg="add">
        <pc:chgData name="Dieter Beaven" userId="9bbdb69f-69d0-4759-aa9b-5c090a2da237" providerId="ADAL" clId="{EA8BAB0F-7536-4D0B-8892-B624F71C1627}" dt="2024-12-11T17:06:55.038" v="64"/>
        <pc:sldMkLst>
          <pc:docMk/>
          <pc:sldMk cId="308390081" sldId="643"/>
        </pc:sldMkLst>
      </pc:sldChg>
      <pc:sldChg chg="add">
        <pc:chgData name="Dieter Beaven" userId="9bbdb69f-69d0-4759-aa9b-5c090a2da237" providerId="ADAL" clId="{EA8BAB0F-7536-4D0B-8892-B624F71C1627}" dt="2024-12-11T17:06:55.038" v="64"/>
        <pc:sldMkLst>
          <pc:docMk/>
          <pc:sldMk cId="1440638986" sldId="644"/>
        </pc:sldMkLst>
      </pc:sldChg>
      <pc:sldChg chg="add del">
        <pc:chgData name="Dieter Beaven" userId="9bbdb69f-69d0-4759-aa9b-5c090a2da237" providerId="ADAL" clId="{EA8BAB0F-7536-4D0B-8892-B624F71C1627}" dt="2024-12-11T17:07:47.452" v="79" actId="47"/>
        <pc:sldMkLst>
          <pc:docMk/>
          <pc:sldMk cId="2842025953" sldId="645"/>
        </pc:sldMkLst>
      </pc:sldChg>
      <pc:sldChg chg="add">
        <pc:chgData name="Dieter Beaven" userId="9bbdb69f-69d0-4759-aa9b-5c090a2da237" providerId="ADAL" clId="{EA8BAB0F-7536-4D0B-8892-B624F71C1627}" dt="2024-12-11T17:06:55.038" v="64"/>
        <pc:sldMkLst>
          <pc:docMk/>
          <pc:sldMk cId="1490156849" sldId="646"/>
        </pc:sldMkLst>
      </pc:sldChg>
      <pc:sldChg chg="add">
        <pc:chgData name="Dieter Beaven" userId="9bbdb69f-69d0-4759-aa9b-5c090a2da237" providerId="ADAL" clId="{EA8BAB0F-7536-4D0B-8892-B624F71C1627}" dt="2024-12-11T17:06:55.038" v="64"/>
        <pc:sldMkLst>
          <pc:docMk/>
          <pc:sldMk cId="1679143814" sldId="647"/>
        </pc:sldMkLst>
      </pc:sldChg>
      <pc:sldChg chg="modSp add">
        <pc:chgData name="Dieter Beaven" userId="9bbdb69f-69d0-4759-aa9b-5c090a2da237" providerId="ADAL" clId="{EA8BAB0F-7536-4D0B-8892-B624F71C1627}" dt="2024-12-11T17:08:19.620" v="80" actId="6549"/>
        <pc:sldMkLst>
          <pc:docMk/>
          <pc:sldMk cId="4689981" sldId="648"/>
        </pc:sldMkLst>
        <pc:spChg chg="mod">
          <ac:chgData name="Dieter Beaven" userId="9bbdb69f-69d0-4759-aa9b-5c090a2da237" providerId="ADAL" clId="{EA8BAB0F-7536-4D0B-8892-B624F71C1627}" dt="2024-12-11T17:08:19.620" v="80" actId="6549"/>
          <ac:spMkLst>
            <pc:docMk/>
            <pc:sldMk cId="4689981" sldId="648"/>
            <ac:spMk id="28" creationId="{6837DF74-9DCB-4DC9-BC57-4920027A5A3C}"/>
          </ac:spMkLst>
        </pc:spChg>
      </pc:sldChg>
      <pc:sldChg chg="addSp delSp modSp mod">
        <pc:chgData name="Dieter Beaven" userId="9bbdb69f-69d0-4759-aa9b-5c090a2da237" providerId="ADAL" clId="{EA8BAB0F-7536-4D0B-8892-B624F71C1627}" dt="2024-12-11T17:15:55.968" v="92" actId="1076"/>
        <pc:sldMkLst>
          <pc:docMk/>
          <pc:sldMk cId="464788855" sldId="701"/>
        </pc:sldMkLst>
        <pc:picChg chg="del">
          <ac:chgData name="Dieter Beaven" userId="9bbdb69f-69d0-4759-aa9b-5c090a2da237" providerId="ADAL" clId="{EA8BAB0F-7536-4D0B-8892-B624F71C1627}" dt="2024-12-11T17:05:49.437" v="63" actId="478"/>
          <ac:picMkLst>
            <pc:docMk/>
            <pc:sldMk cId="464788855" sldId="701"/>
            <ac:picMk id="6" creationId="{A8BA92AD-AA83-5B61-A807-E41D8C12DE1D}"/>
          </ac:picMkLst>
        </pc:picChg>
        <pc:picChg chg="add mod">
          <ac:chgData name="Dieter Beaven" userId="9bbdb69f-69d0-4759-aa9b-5c090a2da237" providerId="ADAL" clId="{EA8BAB0F-7536-4D0B-8892-B624F71C1627}" dt="2024-12-11T17:15:55.968" v="92" actId="1076"/>
          <ac:picMkLst>
            <pc:docMk/>
            <pc:sldMk cId="464788855" sldId="701"/>
            <ac:picMk id="7" creationId="{1545D896-8CBC-0EBA-7446-7B95E04A2DF4}"/>
          </ac:picMkLst>
        </pc:picChg>
      </pc:sldChg>
      <pc:sldChg chg="modSp mod">
        <pc:chgData name="Dieter Beaven" userId="9bbdb69f-69d0-4759-aa9b-5c090a2da237" providerId="ADAL" clId="{EA8BAB0F-7536-4D0B-8892-B624F71C1627}" dt="2024-12-11T17:05:20.624" v="49" actId="20577"/>
        <pc:sldMkLst>
          <pc:docMk/>
          <pc:sldMk cId="938785864" sldId="717"/>
        </pc:sldMkLst>
        <pc:spChg chg="mod">
          <ac:chgData name="Dieter Beaven" userId="9bbdb69f-69d0-4759-aa9b-5c090a2da237" providerId="ADAL" clId="{EA8BAB0F-7536-4D0B-8892-B624F71C1627}" dt="2024-12-11T17:05:20.624" v="49" actId="20577"/>
          <ac:spMkLst>
            <pc:docMk/>
            <pc:sldMk cId="938785864" sldId="717"/>
            <ac:spMk id="2" creationId="{00000000-0000-0000-0000-000000000000}"/>
          </ac:spMkLst>
        </pc:spChg>
      </pc:sldChg>
      <pc:sldChg chg="addSp delSp modSp mod">
        <pc:chgData name="Dieter Beaven" userId="9bbdb69f-69d0-4759-aa9b-5c090a2da237" providerId="ADAL" clId="{EA8BAB0F-7536-4D0B-8892-B624F71C1627}" dt="2024-12-11T17:12:03.592" v="85" actId="1076"/>
        <pc:sldMkLst>
          <pc:docMk/>
          <pc:sldMk cId="3902928920" sldId="718"/>
        </pc:sldMkLst>
        <pc:picChg chg="del">
          <ac:chgData name="Dieter Beaven" userId="9bbdb69f-69d0-4759-aa9b-5c090a2da237" providerId="ADAL" clId="{EA8BAB0F-7536-4D0B-8892-B624F71C1627}" dt="2024-12-11T17:05:48.156" v="62" actId="478"/>
          <ac:picMkLst>
            <pc:docMk/>
            <pc:sldMk cId="3902928920" sldId="718"/>
            <ac:picMk id="6" creationId="{0B6F0CD0-F534-CC23-2B25-2C699B43CF1B}"/>
          </ac:picMkLst>
        </pc:picChg>
        <pc:picChg chg="add mod">
          <ac:chgData name="Dieter Beaven" userId="9bbdb69f-69d0-4759-aa9b-5c090a2da237" providerId="ADAL" clId="{EA8BAB0F-7536-4D0B-8892-B624F71C1627}" dt="2024-12-11T17:12:03.592" v="85" actId="1076"/>
          <ac:picMkLst>
            <pc:docMk/>
            <pc:sldMk cId="3902928920" sldId="718"/>
            <ac:picMk id="7" creationId="{A9304D5B-0868-1DA1-A342-C22D2AAEE5FE}"/>
          </ac:picMkLst>
        </pc:picChg>
      </pc:sldChg>
      <pc:sldChg chg="addSp modSp add mod">
        <pc:chgData name="Dieter Beaven" userId="9bbdb69f-69d0-4759-aa9b-5c090a2da237" providerId="ADAL" clId="{EA8BAB0F-7536-4D0B-8892-B624F71C1627}" dt="2024-12-11T17:12:48.811" v="87" actId="1076"/>
        <pc:sldMkLst>
          <pc:docMk/>
          <pc:sldMk cId="1631546961" sldId="719"/>
        </pc:sldMkLst>
        <pc:picChg chg="add mod">
          <ac:chgData name="Dieter Beaven" userId="9bbdb69f-69d0-4759-aa9b-5c090a2da237" providerId="ADAL" clId="{EA8BAB0F-7536-4D0B-8892-B624F71C1627}" dt="2024-12-11T17:12:48.811" v="87" actId="1076"/>
          <ac:picMkLst>
            <pc:docMk/>
            <pc:sldMk cId="1631546961" sldId="719"/>
            <ac:picMk id="6" creationId="{7D69BA0B-3CC2-3921-F2A8-A7E1CE765695}"/>
          </ac:picMkLst>
        </pc:picChg>
      </pc:sldChg>
      <pc:sldChg chg="addSp delSp modSp add mod">
        <pc:chgData name="Dieter Beaven" userId="9bbdb69f-69d0-4759-aa9b-5c090a2da237" providerId="ADAL" clId="{EA8BAB0F-7536-4D0B-8892-B624F71C1627}" dt="2024-12-11T17:16:25.189" v="98" actId="1076"/>
        <pc:sldMkLst>
          <pc:docMk/>
          <pc:sldMk cId="1127558906" sldId="720"/>
        </pc:sldMkLst>
        <pc:picChg chg="add del mod">
          <ac:chgData name="Dieter Beaven" userId="9bbdb69f-69d0-4759-aa9b-5c090a2da237" providerId="ADAL" clId="{EA8BAB0F-7536-4D0B-8892-B624F71C1627}" dt="2024-12-11T17:16:19.901" v="96" actId="22"/>
          <ac:picMkLst>
            <pc:docMk/>
            <pc:sldMk cId="1127558906" sldId="720"/>
            <ac:picMk id="6" creationId="{9180C01C-65B0-DABF-6E76-B341B40BAB45}"/>
          </ac:picMkLst>
        </pc:picChg>
        <pc:picChg chg="add mod">
          <ac:chgData name="Dieter Beaven" userId="9bbdb69f-69d0-4759-aa9b-5c090a2da237" providerId="ADAL" clId="{EA8BAB0F-7536-4D0B-8892-B624F71C1627}" dt="2024-12-11T17:16:25.189" v="98" actId="1076"/>
          <ac:picMkLst>
            <pc:docMk/>
            <pc:sldMk cId="1127558906" sldId="720"/>
            <ac:picMk id="8" creationId="{AE054D04-3A90-71C2-2CB8-CED3580EA3D8}"/>
          </ac:picMkLst>
        </pc:picChg>
      </pc:sldChg>
      <pc:sldChg chg="add del">
        <pc:chgData name="Dieter Beaven" userId="9bbdb69f-69d0-4759-aa9b-5c090a2da237" providerId="ADAL" clId="{EA8BAB0F-7536-4D0B-8892-B624F71C1627}" dt="2024-12-11T17:12:50.671" v="88" actId="47"/>
        <pc:sldMkLst>
          <pc:docMk/>
          <pc:sldMk cId="3955233091" sldId="72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07/01/2025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07/01/2025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07/01/2025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07/01/2025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07/01/2025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07/01/2025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07/01/2025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07/01/2025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07/01/2025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07/01/2025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07/01/2025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07/01/2025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07/01/2025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png"/><Relationship Id="rId3" Type="http://schemas.openxmlformats.org/officeDocument/2006/relationships/image" Target="../media/image162.png"/><Relationship Id="rId7" Type="http://schemas.openxmlformats.org/officeDocument/2006/relationships/image" Target="../media/image166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5.png"/><Relationship Id="rId5" Type="http://schemas.openxmlformats.org/officeDocument/2006/relationships/image" Target="../media/image164.png"/><Relationship Id="rId4" Type="http://schemas.openxmlformats.org/officeDocument/2006/relationships/image" Target="../media/image16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5: </a:t>
            </a:r>
            <a:r>
              <a:rPr lang="en-GB" dirty="0">
                <a:solidFill>
                  <a:schemeClr val="accent5"/>
                </a:solidFill>
              </a:rPr>
              <a:t>Radians</a:t>
            </a:r>
            <a:br>
              <a:rPr lang="en-GB" dirty="0"/>
            </a:br>
            <a:br>
              <a:rPr lang="en-GB"/>
            </a:br>
            <a:r>
              <a:rPr lang="en-GB"/>
              <a:t>Solving </a:t>
            </a:r>
            <a:r>
              <a:rPr lang="en-GB" dirty="0"/>
              <a:t>Trigonometric Equations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8785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D210879-A805-4CC7-A8FC-C19554407A4A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313925D1-B2A7-477C-A9F2-FE203FD4FBD9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Solving Trigonometric Equations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C87B9E6-B72F-4F6E-BEE6-49C97431C0A8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5E99197-1026-4DF9-B77C-29FB3AF80872}"/>
                  </a:ext>
                </a:extLst>
              </p:cNvPr>
              <p:cNvSpPr txBox="1"/>
              <p:nvPr/>
            </p:nvSpPr>
            <p:spPr>
              <a:xfrm>
                <a:off x="251520" y="836712"/>
                <a:ext cx="2677060" cy="107721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endParaRPr lang="en-GB" sz="1600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endParaRPr lang="en-GB" sz="1600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𝑠𝑖𝑛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𝑐𝑜𝑠</m:t>
                    </m:r>
                  </m:oMath>
                </a14:m>
                <a:r>
                  <a:rPr lang="en-GB" sz="1600" dirty="0"/>
                  <a:t> repeat every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GB" sz="1600" dirty="0"/>
                  <a:t> but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𝑡𝑎𝑛</m:t>
                    </m:r>
                  </m:oMath>
                </a14:m>
                <a:r>
                  <a:rPr lang="en-GB" sz="1600" dirty="0"/>
                  <a:t> every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5E99197-1026-4DF9-B77C-29FB3AF80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836712"/>
                <a:ext cx="2677060" cy="1077218"/>
              </a:xfrm>
              <a:prstGeom prst="rect">
                <a:avLst/>
              </a:prstGeom>
              <a:blipFill>
                <a:blip r:embed="rId2"/>
                <a:stretch>
                  <a:fillRect l="-451" b="-497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0A1541F-8117-4270-A34D-911686030CC1}"/>
                  </a:ext>
                </a:extLst>
              </p:cNvPr>
              <p:cNvSpPr txBox="1"/>
              <p:nvPr/>
            </p:nvSpPr>
            <p:spPr>
              <a:xfrm>
                <a:off x="3805063" y="741018"/>
                <a:ext cx="475252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Solving trigonometric equations is virtually the same as you did in Year 1, except:</a:t>
                </a:r>
              </a:p>
              <a:p>
                <a:pPr marL="342900" indent="-342900">
                  <a:buAutoNum type="alphaLcParenBoth"/>
                </a:pPr>
                <a:r>
                  <a:rPr lang="en-GB" dirty="0"/>
                  <a:t>Your calculator needs to be in radians mode.</a:t>
                </a:r>
              </a:p>
              <a:p>
                <a:pPr marL="342900" indent="-342900">
                  <a:buAutoNum type="alphaLcParenBoth"/>
                </a:pPr>
                <a:r>
                  <a:rPr lang="en-GB" dirty="0"/>
                  <a:t>We use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GB" dirty="0"/>
                  <a:t> instead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180°−</m:t>
                    </m:r>
                  </m:oMath>
                </a14:m>
                <a:r>
                  <a:rPr lang="en-GB" dirty="0"/>
                  <a:t>, and so on.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0A1541F-8117-4270-A34D-911686030C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5063" y="741018"/>
                <a:ext cx="4752528" cy="1200329"/>
              </a:xfrm>
              <a:prstGeom prst="rect">
                <a:avLst/>
              </a:prstGeom>
              <a:blipFill>
                <a:blip r:embed="rId3"/>
                <a:stretch>
                  <a:fillRect l="-1026" t="-3061" b="-765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F62EA56-1CB1-4F48-A20F-5A22972160E4}"/>
              </a:ext>
            </a:extLst>
          </p:cNvPr>
          <p:cNvCxnSpPr>
            <a:stCxn id="6" idx="1"/>
          </p:cNvCxnSpPr>
          <p:nvPr/>
        </p:nvCxnSpPr>
        <p:spPr>
          <a:xfrm flipH="1">
            <a:off x="3131840" y="1341183"/>
            <a:ext cx="673223" cy="341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25021418-25F1-47C3-B8F0-C881B253EF42}"/>
              </a:ext>
            </a:extLst>
          </p:cNvPr>
          <p:cNvSpPr/>
          <p:nvPr/>
        </p:nvSpPr>
        <p:spPr>
          <a:xfrm>
            <a:off x="323528" y="4402807"/>
            <a:ext cx="4057600" cy="187051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tabLst>
                <a:tab pos="270510" algn="l"/>
              </a:tabLs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[Jan 07 Q6]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Find all the solutions, in the interval 0 ≤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&lt; 2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of the equation</a:t>
            </a: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  <a:tabLst>
                <a:tab pos="27051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0"/>
              </a:spcAft>
              <a:tabLst>
                <a:tab pos="27051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 cos</a:t>
            </a:r>
            <a:r>
              <a:rPr lang="en-US" baseline="30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+ 1 = 5 sin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0"/>
              </a:spcAft>
              <a:tabLst>
                <a:tab pos="27051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  <a:tabLst>
                <a:tab pos="27051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giving each solution in terms of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 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(6)</a:t>
            </a:r>
            <a:endParaRPr lang="en-GB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7D74BD9-214B-4BD7-A780-197CC61C9083}"/>
                  </a:ext>
                </a:extLst>
              </p:cNvPr>
              <p:cNvSpPr txBox="1"/>
              <p:nvPr/>
            </p:nvSpPr>
            <p:spPr>
              <a:xfrm>
                <a:off x="4783832" y="4399781"/>
                <a:ext cx="2952328" cy="2133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func>
                            <m:func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400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e>
                      </m:d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+1=5</m:t>
                      </m:r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2−2</m:t>
                      </m:r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14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+1=5</m:t>
                      </m:r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2</m:t>
                      </m:r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14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+5</m:t>
                      </m:r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−3=0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func>
                            <m:func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4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4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+3</m:t>
                          </m:r>
                        </m:e>
                      </m:d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=−3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7D74BD9-214B-4BD7-A780-197CC61C90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3832" y="4399781"/>
                <a:ext cx="2952328" cy="21339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8F24C5F-BF36-4719-BEC5-55BC6246A043}"/>
                  </a:ext>
                </a:extLst>
              </p:cNvPr>
              <p:cNvSpPr txBox="1"/>
              <p:nvPr/>
            </p:nvSpPr>
            <p:spPr>
              <a:xfrm>
                <a:off x="323528" y="2276872"/>
                <a:ext cx="3888432" cy="80990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[Textbook] Solve the equation </a:t>
                </a:r>
                <a:br>
                  <a:rPr lang="en-GB" dirty="0"/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dirty="0"/>
                  <a:t> in the interval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≤2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8F24C5F-BF36-4719-BEC5-55BC6246A0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2276872"/>
                <a:ext cx="3888432" cy="80990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FAF6FF-C9A6-409C-A013-C6A55F6FF28B}"/>
                  </a:ext>
                </a:extLst>
              </p:cNvPr>
              <p:cNvSpPr txBox="1"/>
              <p:nvPr/>
            </p:nvSpPr>
            <p:spPr>
              <a:xfrm>
                <a:off x="4401480" y="2208959"/>
                <a:ext cx="2952328" cy="11172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0≤3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≤6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14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GB" sz="1400" i="1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GB" sz="1400" i="1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GB" sz="1400" i="1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13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GB" sz="1400" i="1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14</m:t>
                          </m:r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FAF6FF-C9A6-409C-A013-C6A55F6FF2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1480" y="2208959"/>
                <a:ext cx="2952328" cy="111722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9CCF16DF-59A6-4359-BCB7-556E0343F1C7}"/>
              </a:ext>
            </a:extLst>
          </p:cNvPr>
          <p:cNvSpPr/>
          <p:nvPr/>
        </p:nvSpPr>
        <p:spPr>
          <a:xfrm>
            <a:off x="4580405" y="4399781"/>
            <a:ext cx="4384081" cy="213398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07E5E7-5851-499F-B4D8-2AE92A92F101}"/>
              </a:ext>
            </a:extLst>
          </p:cNvPr>
          <p:cNvSpPr txBox="1"/>
          <p:nvPr/>
        </p:nvSpPr>
        <p:spPr>
          <a:xfrm>
            <a:off x="7464971" y="2206749"/>
            <a:ext cx="1231354" cy="27699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Adjust interval.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101FE39-DA1F-4346-A963-6FBA15ABFEC7}"/>
                  </a:ext>
                </a:extLst>
              </p:cNvPr>
              <p:cNvSpPr txBox="1"/>
              <p:nvPr/>
            </p:nvSpPr>
            <p:spPr>
              <a:xfrm>
                <a:off x="7455445" y="2583919"/>
                <a:ext cx="1431379" cy="900246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050" dirty="0"/>
                  <a:t>Use </a:t>
                </a:r>
                <a14:m>
                  <m:oMath xmlns:m="http://schemas.openxmlformats.org/officeDocument/2006/math">
                    <m:r>
                      <a:rPr lang="en-GB" sz="1050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GB" sz="1050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GB" sz="1050" dirty="0"/>
                  <a:t> to get second value in each ‘pair’. Then go to next cycle by adding </a:t>
                </a:r>
                <a14:m>
                  <m:oMath xmlns:m="http://schemas.openxmlformats.org/officeDocument/2006/math">
                    <m:r>
                      <a:rPr lang="en-GB" sz="105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105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GB" sz="1050" dirty="0"/>
                  <a:t> to each value in pair.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101FE39-DA1F-4346-A963-6FBA15ABFE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5445" y="2583919"/>
                <a:ext cx="1431379" cy="900246"/>
              </a:xfrm>
              <a:prstGeom prst="rect">
                <a:avLst/>
              </a:prstGeom>
              <a:blipFill>
                <a:blip r:embed="rId7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996445A-9080-4367-BC68-28D22B3A2BF6}"/>
                  </a:ext>
                </a:extLst>
              </p:cNvPr>
              <p:cNvSpPr txBox="1"/>
              <p:nvPr/>
            </p:nvSpPr>
            <p:spPr>
              <a:xfrm>
                <a:off x="7448152" y="3556685"/>
                <a:ext cx="1516336" cy="41549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050" dirty="0"/>
                  <a:t>Only </a:t>
                </a:r>
                <a14:m>
                  <m:oMath xmlns:m="http://schemas.openxmlformats.org/officeDocument/2006/math">
                    <m:r>
                      <a:rPr lang="en-GB" sz="1050" b="0" i="1" smtClean="0">
                        <a:latin typeface="Cambria Math" panose="02040503050406030204" pitchFamily="18" charset="0"/>
                      </a:rPr>
                      <m:t>÷3</m:t>
                    </m:r>
                  </m:oMath>
                </a14:m>
                <a:r>
                  <a:rPr lang="en-GB" sz="1050" dirty="0"/>
                  <a:t> once all values obtained in range.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996445A-9080-4367-BC68-28D22B3A2B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8152" y="3556685"/>
                <a:ext cx="1516336" cy="415498"/>
              </a:xfrm>
              <a:prstGeom prst="rect">
                <a:avLst/>
              </a:prstGeom>
              <a:blipFill>
                <a:blip r:embed="rId8"/>
                <a:stretch>
                  <a:fillRect b="-41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FB6B729-D296-4ED9-A333-214E7AEB1F91}"/>
              </a:ext>
            </a:extLst>
          </p:cNvPr>
          <p:cNvCxnSpPr>
            <a:stCxn id="15" idx="1"/>
          </p:cNvCxnSpPr>
          <p:nvPr/>
        </p:nvCxnSpPr>
        <p:spPr>
          <a:xfrm flipH="1">
            <a:off x="7029450" y="2345249"/>
            <a:ext cx="435521" cy="645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6772320-D10A-46E1-AA80-137E5E16B5CB}"/>
              </a:ext>
            </a:extLst>
          </p:cNvPr>
          <p:cNvCxnSpPr>
            <a:cxnSpLocks/>
          </p:cNvCxnSpPr>
          <p:nvPr/>
        </p:nvCxnSpPr>
        <p:spPr>
          <a:xfrm flipH="1" flipV="1">
            <a:off x="7115175" y="2733675"/>
            <a:ext cx="340271" cy="4269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A1B30E4-C7C1-4768-8289-CF26F75510BE}"/>
              </a:ext>
            </a:extLst>
          </p:cNvPr>
          <p:cNvCxnSpPr>
            <a:cxnSpLocks/>
          </p:cNvCxnSpPr>
          <p:nvPr/>
        </p:nvCxnSpPr>
        <p:spPr>
          <a:xfrm flipH="1" flipV="1">
            <a:off x="7124700" y="3200400"/>
            <a:ext cx="359828" cy="6529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1873BA76-24B1-4481-A709-835EEE24267E}"/>
              </a:ext>
            </a:extLst>
          </p:cNvPr>
          <p:cNvSpPr/>
          <p:nvPr/>
        </p:nvSpPr>
        <p:spPr>
          <a:xfrm>
            <a:off x="4580406" y="2189176"/>
            <a:ext cx="4384081" cy="195990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489789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4" grpId="0" animBg="1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5.4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Year 2</a:t>
            </a:r>
          </a:p>
          <a:p>
            <a:r>
              <a:rPr lang="en-GB" sz="2400" dirty="0"/>
              <a:t>Page 39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6B494A2-AFAE-7212-4CBD-A874C5E9E41E}"/>
              </a:ext>
            </a:extLst>
          </p:cNvPr>
          <p:cNvSpPr txBox="1"/>
          <p:nvPr/>
        </p:nvSpPr>
        <p:spPr>
          <a:xfrm>
            <a:off x="395536" y="2123842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Extension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D17AF4A-86ED-DF57-075F-52A2FB759FD9}"/>
                  </a:ext>
                </a:extLst>
              </p:cNvPr>
              <p:cNvSpPr txBox="1"/>
              <p:nvPr/>
            </p:nvSpPr>
            <p:spPr>
              <a:xfrm>
                <a:off x="640588" y="2766692"/>
                <a:ext cx="482453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[MAT 2010 1C] In the range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≤2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GB" dirty="0"/>
                  <a:t>, the equation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+3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+2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 has how many solutions?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D17AF4A-86ED-DF57-075F-52A2FB759F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588" y="2766692"/>
                <a:ext cx="4824536" cy="923330"/>
              </a:xfrm>
              <a:prstGeom prst="rect">
                <a:avLst/>
              </a:prstGeom>
              <a:blipFill>
                <a:blip r:embed="rId2"/>
                <a:stretch>
                  <a:fillRect l="-1010" t="-3974" b="-99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2C8555C-E0B9-83FD-ED46-FFF11E14C7FF}"/>
                  </a:ext>
                </a:extLst>
              </p:cNvPr>
              <p:cNvSpPr txBox="1"/>
              <p:nvPr/>
            </p:nvSpPr>
            <p:spPr>
              <a:xfrm>
                <a:off x="611560" y="4039592"/>
                <a:ext cx="504056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</m:fName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func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𝐜𝐨𝐬</m:t>
                              </m:r>
                            </m:fName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func>
                        </m:e>
                      </m:d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</m:fName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func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𝐜𝐨𝐬</m:t>
                              </m:r>
                            </m:fName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func>
                        </m:e>
                      </m:d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br>
                  <a:rPr lang="en-GB" b="1" dirty="0"/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GB" b="1" i="0" smtClean="0">
                            <a:latin typeface="Cambria Math" panose="02040503050406030204" pitchFamily="18" charset="0"/>
                          </a:rPr>
                          <m:t>𝐬𝐢𝐧</m:t>
                        </m:r>
                      </m:fName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=−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func>
                          <m:funcPr>
                            <m:ctrlPr>
                              <a:rPr lang="en-GB" b="1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GB" b="1" i="0" smtClean="0">
                                <a:latin typeface="Cambria Math" panose="02040503050406030204" pitchFamily="18" charset="0"/>
                              </a:rPr>
                              <m:t>𝐜𝐨𝐬</m:t>
                            </m:r>
                          </m:fName>
                          <m:e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func>
                      </m:e>
                    </m:func>
                  </m:oMath>
                </a14:m>
                <a:r>
                  <a:rPr lang="en-GB" b="1" dirty="0"/>
                  <a:t> or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GB" b="1" i="0" smtClean="0">
                            <a:latin typeface="Cambria Math" panose="02040503050406030204" pitchFamily="18" charset="0"/>
                          </a:rPr>
                          <m:t>𝐬𝐢𝐧</m:t>
                        </m:r>
                      </m:fName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func>
                    <m:r>
                      <a:rPr lang="en-GB" b="1" i="1" smtClean="0">
                        <a:latin typeface="Cambria Math" panose="02040503050406030204" pitchFamily="18" charset="0"/>
                      </a:rPr>
                      <m:t>=−</m:t>
                    </m:r>
                    <m:func>
                      <m:func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GB" b="1" i="0" smtClean="0">
                            <a:latin typeface="Cambria Math" panose="02040503050406030204" pitchFamily="18" charset="0"/>
                          </a:rPr>
                          <m:t>𝐜𝐨𝐬</m:t>
                        </m:r>
                      </m:fName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func>
                  </m:oMath>
                </a14:m>
                <a:endParaRPr lang="en-GB" b="1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GB" b="1" i="0" smtClean="0">
                            <a:latin typeface="Cambria Math" panose="02040503050406030204" pitchFamily="18" charset="0"/>
                          </a:rPr>
                          <m:t>𝐭𝐚𝐧</m:t>
                        </m:r>
                      </m:fName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func>
                    <m:r>
                      <a:rPr lang="en-GB" b="1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GB" b="1" dirty="0"/>
                  <a:t> or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GB" b="1" i="0" smtClean="0">
                            <a:latin typeface="Cambria Math" panose="02040503050406030204" pitchFamily="18" charset="0"/>
                          </a:rPr>
                          <m:t>𝐭𝐚𝐧</m:t>
                        </m:r>
                      </m:fName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func>
                    <m:r>
                      <a:rPr lang="en-GB" b="1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GB" b="1" dirty="0"/>
              </a:p>
              <a:p>
                <a:r>
                  <a:rPr lang="en-GB" b="1" dirty="0"/>
                  <a:t>The tan graph always has 1 solution per each cycle of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r>
                  <a:rPr lang="en-GB" b="1" dirty="0"/>
                  <a:t> radians, so 4 solutions.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2C8555C-E0B9-83FD-ED46-FFF11E14C7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4039592"/>
                <a:ext cx="5040560" cy="1477328"/>
              </a:xfrm>
              <a:prstGeom prst="rect">
                <a:avLst/>
              </a:prstGeom>
              <a:blipFill>
                <a:blip r:embed="rId3"/>
                <a:stretch>
                  <a:fillRect l="-967" b="-57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20F0F24A-7323-26EB-AB17-9AE4469477A8}"/>
              </a:ext>
            </a:extLst>
          </p:cNvPr>
          <p:cNvSpPr/>
          <p:nvPr/>
        </p:nvSpPr>
        <p:spPr>
          <a:xfrm>
            <a:off x="674372" y="3917369"/>
            <a:ext cx="5942880" cy="195990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586607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5969530B-81B7-E81F-6AA4-E0F17A625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265" y="908720"/>
            <a:ext cx="6410325" cy="46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87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A5811118-5DDF-7ED4-CCFD-79FAEF58C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240" y="1052736"/>
            <a:ext cx="6810375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928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F6930A33-E7D0-58A2-4FF0-537611A09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003" y="980728"/>
            <a:ext cx="6800850" cy="298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546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C726449E-3F2B-0CAF-9E47-3B14EE2F1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944725"/>
            <a:ext cx="7586388" cy="496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788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33B3424-125D-4609-84E5-4A3F753A602C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customXml/itemProps2.xml><?xml version="1.0" encoding="utf-8"?>
<ds:datastoreItem xmlns:ds="http://schemas.openxmlformats.org/officeDocument/2006/customXml" ds:itemID="{87A8A453-4F69-4ABD-93B0-CC23B8374D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0663578-A72F-4CF5-86EB-49307922FA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22520</TotalTime>
  <Words>349</Words>
  <Application>Microsoft Office PowerPoint</Application>
  <PresentationFormat>On-screen Show (4:3)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 Math</vt:lpstr>
      <vt:lpstr>Times New Roman</vt:lpstr>
      <vt:lpstr>Office Theme</vt:lpstr>
      <vt:lpstr>P2 Chapter 5: Radians  Solving Trigonometric Equations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836</cp:revision>
  <dcterms:created xsi:type="dcterms:W3CDTF">2013-02-28T07:36:55Z</dcterms:created>
  <dcterms:modified xsi:type="dcterms:W3CDTF">2025-01-07T17:35:59Z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