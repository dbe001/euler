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702" r:id="rId5"/>
    <p:sldId id="533" r:id="rId6"/>
    <p:sldId id="723" r:id="rId7"/>
    <p:sldId id="712" r:id="rId8"/>
    <p:sldId id="713" r:id="rId9"/>
    <p:sldId id="703" r:id="rId10"/>
    <p:sldId id="714" r:id="rId11"/>
    <p:sldId id="715" r:id="rId12"/>
    <p:sldId id="716" r:id="rId13"/>
    <p:sldId id="717" r:id="rId14"/>
    <p:sldId id="718" r:id="rId15"/>
    <p:sldId id="719" r:id="rId16"/>
    <p:sldId id="720" r:id="rId17"/>
    <p:sldId id="721" r:id="rId18"/>
    <p:sldId id="532" r:id="rId19"/>
    <p:sldId id="722" r:id="rId20"/>
    <p:sldId id="72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0009DD-A7FF-448A-AD79-3EF374AD3A37}" v="11" dt="2025-08-27T11:26:46.6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290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6B0009DD-A7FF-448A-AD79-3EF374AD3A37}"/>
    <pc:docChg chg="custSel addSld modSld">
      <pc:chgData name="Dieter Beaven" userId="9bbdb69f-69d0-4759-aa9b-5c090a2da237" providerId="ADAL" clId="{6B0009DD-A7FF-448A-AD79-3EF374AD3A37}" dt="2025-08-27T11:28:33.658" v="54" actId="1036"/>
      <pc:docMkLst>
        <pc:docMk/>
      </pc:docMkLst>
      <pc:sldChg chg="addSp modSp mod">
        <pc:chgData name="Dieter Beaven" userId="9bbdb69f-69d0-4759-aa9b-5c090a2da237" providerId="ADAL" clId="{6B0009DD-A7FF-448A-AD79-3EF374AD3A37}" dt="2025-08-27T11:24:29.964" v="49" actId="1076"/>
        <pc:sldMkLst>
          <pc:docMk/>
          <pc:sldMk cId="464788855" sldId="532"/>
        </pc:sldMkLst>
        <pc:picChg chg="add mod">
          <ac:chgData name="Dieter Beaven" userId="9bbdb69f-69d0-4759-aa9b-5c090a2da237" providerId="ADAL" clId="{6B0009DD-A7FF-448A-AD79-3EF374AD3A37}" dt="2025-08-27T11:24:29.964" v="49" actId="1076"/>
          <ac:picMkLst>
            <pc:docMk/>
            <pc:sldMk cId="464788855" sldId="532"/>
            <ac:picMk id="6" creationId="{7B297B92-3359-2030-2F94-669FF3A0D181}"/>
          </ac:picMkLst>
        </pc:picChg>
      </pc:sldChg>
      <pc:sldChg chg="addSp modSp mod">
        <pc:chgData name="Dieter Beaven" userId="9bbdb69f-69d0-4759-aa9b-5c090a2da237" providerId="ADAL" clId="{6B0009DD-A7FF-448A-AD79-3EF374AD3A37}" dt="2025-08-27T11:20:33.963" v="43" actId="1076"/>
        <pc:sldMkLst>
          <pc:docMk/>
          <pc:sldMk cId="173887519" sldId="533"/>
        </pc:sldMkLst>
        <pc:picChg chg="add mod">
          <ac:chgData name="Dieter Beaven" userId="9bbdb69f-69d0-4759-aa9b-5c090a2da237" providerId="ADAL" clId="{6B0009DD-A7FF-448A-AD79-3EF374AD3A37}" dt="2025-08-27T11:20:33.963" v="43" actId="1076"/>
          <ac:picMkLst>
            <pc:docMk/>
            <pc:sldMk cId="173887519" sldId="533"/>
            <ac:picMk id="6" creationId="{2DB21AC6-5B73-E889-0D01-6E5033A71E57}"/>
          </ac:picMkLst>
        </pc:picChg>
      </pc:sldChg>
      <pc:sldChg chg="addSp modSp mod">
        <pc:chgData name="Dieter Beaven" userId="9bbdb69f-69d0-4759-aa9b-5c090a2da237" providerId="ADAL" clId="{6B0009DD-A7FF-448A-AD79-3EF374AD3A37}" dt="2025-08-27T11:12:27.905" v="11" actId="1076"/>
        <pc:sldMkLst>
          <pc:docMk/>
          <pc:sldMk cId="3196350854" sldId="703"/>
        </pc:sldMkLst>
        <pc:picChg chg="add mod">
          <ac:chgData name="Dieter Beaven" userId="9bbdb69f-69d0-4759-aa9b-5c090a2da237" providerId="ADAL" clId="{6B0009DD-A7FF-448A-AD79-3EF374AD3A37}" dt="2025-08-27T11:12:27.905" v="11" actId="1076"/>
          <ac:picMkLst>
            <pc:docMk/>
            <pc:sldMk cId="3196350854" sldId="703"/>
            <ac:picMk id="6" creationId="{43DC01B5-E2F8-4FB3-1820-E22A960CD8BD}"/>
          </ac:picMkLst>
        </pc:picChg>
      </pc:sldChg>
      <pc:sldChg chg="addSp modSp mod">
        <pc:chgData name="Dieter Beaven" userId="9bbdb69f-69d0-4759-aa9b-5c090a2da237" providerId="ADAL" clId="{6B0009DD-A7FF-448A-AD79-3EF374AD3A37}" dt="2025-08-27T11:11:54.077" v="8" actId="1035"/>
        <pc:sldMkLst>
          <pc:docMk/>
          <pc:sldMk cId="1756658491" sldId="712"/>
        </pc:sldMkLst>
        <pc:picChg chg="add mod">
          <ac:chgData name="Dieter Beaven" userId="9bbdb69f-69d0-4759-aa9b-5c090a2da237" providerId="ADAL" clId="{6B0009DD-A7FF-448A-AD79-3EF374AD3A37}" dt="2025-08-27T11:11:54.077" v="8" actId="1035"/>
          <ac:picMkLst>
            <pc:docMk/>
            <pc:sldMk cId="1756658491" sldId="712"/>
            <ac:picMk id="6" creationId="{F9BB4177-61F1-4968-21A3-3966887D0438}"/>
          </ac:picMkLst>
        </pc:picChg>
      </pc:sldChg>
      <pc:sldChg chg="addSp modSp mod">
        <pc:chgData name="Dieter Beaven" userId="9bbdb69f-69d0-4759-aa9b-5c090a2da237" providerId="ADAL" clId="{6B0009DD-A7FF-448A-AD79-3EF374AD3A37}" dt="2025-08-27T11:11:48.412" v="6" actId="1076"/>
        <pc:sldMkLst>
          <pc:docMk/>
          <pc:sldMk cId="1336369231" sldId="713"/>
        </pc:sldMkLst>
        <pc:picChg chg="add mod">
          <ac:chgData name="Dieter Beaven" userId="9bbdb69f-69d0-4759-aa9b-5c090a2da237" providerId="ADAL" clId="{6B0009DD-A7FF-448A-AD79-3EF374AD3A37}" dt="2025-08-27T11:11:48.412" v="6" actId="1076"/>
          <ac:picMkLst>
            <pc:docMk/>
            <pc:sldMk cId="1336369231" sldId="713"/>
            <ac:picMk id="6" creationId="{3C3BFDC4-57CA-843D-DE4A-85A60E02DCBC}"/>
          </ac:picMkLst>
        </pc:picChg>
      </pc:sldChg>
      <pc:sldChg chg="addSp modSp add mod">
        <pc:chgData name="Dieter Beaven" userId="9bbdb69f-69d0-4759-aa9b-5c090a2da237" providerId="ADAL" clId="{6B0009DD-A7FF-448A-AD79-3EF374AD3A37}" dt="2025-08-27T11:12:51.946" v="13" actId="1076"/>
        <pc:sldMkLst>
          <pc:docMk/>
          <pc:sldMk cId="854923884" sldId="714"/>
        </pc:sldMkLst>
        <pc:picChg chg="add mod">
          <ac:chgData name="Dieter Beaven" userId="9bbdb69f-69d0-4759-aa9b-5c090a2da237" providerId="ADAL" clId="{6B0009DD-A7FF-448A-AD79-3EF374AD3A37}" dt="2025-08-27T11:12:51.946" v="13" actId="1076"/>
          <ac:picMkLst>
            <pc:docMk/>
            <pc:sldMk cId="854923884" sldId="714"/>
            <ac:picMk id="6" creationId="{3EDE9605-5E70-00E2-99B5-F0A3D03839A5}"/>
          </ac:picMkLst>
        </pc:picChg>
      </pc:sldChg>
      <pc:sldChg chg="addSp modSp add mod">
        <pc:chgData name="Dieter Beaven" userId="9bbdb69f-69d0-4759-aa9b-5c090a2da237" providerId="ADAL" clId="{6B0009DD-A7FF-448A-AD79-3EF374AD3A37}" dt="2025-08-27T11:13:28.919" v="15" actId="1076"/>
        <pc:sldMkLst>
          <pc:docMk/>
          <pc:sldMk cId="1987455067" sldId="715"/>
        </pc:sldMkLst>
        <pc:picChg chg="add mod">
          <ac:chgData name="Dieter Beaven" userId="9bbdb69f-69d0-4759-aa9b-5c090a2da237" providerId="ADAL" clId="{6B0009DD-A7FF-448A-AD79-3EF374AD3A37}" dt="2025-08-27T11:13:28.919" v="15" actId="1076"/>
          <ac:picMkLst>
            <pc:docMk/>
            <pc:sldMk cId="1987455067" sldId="715"/>
            <ac:picMk id="6" creationId="{3EC6D82A-18FC-84A5-6A8B-D5D0E87107DE}"/>
          </ac:picMkLst>
        </pc:picChg>
      </pc:sldChg>
      <pc:sldChg chg="addSp delSp modSp add mod">
        <pc:chgData name="Dieter Beaven" userId="9bbdb69f-69d0-4759-aa9b-5c090a2da237" providerId="ADAL" clId="{6B0009DD-A7FF-448A-AD79-3EF374AD3A37}" dt="2025-08-27T11:14:55.337" v="26" actId="22"/>
        <pc:sldMkLst>
          <pc:docMk/>
          <pc:sldMk cId="2513441406" sldId="716"/>
        </pc:sldMkLst>
        <pc:picChg chg="del">
          <ac:chgData name="Dieter Beaven" userId="9bbdb69f-69d0-4759-aa9b-5c090a2da237" providerId="ADAL" clId="{6B0009DD-A7FF-448A-AD79-3EF374AD3A37}" dt="2025-08-27T11:14:17.912" v="17" actId="478"/>
          <ac:picMkLst>
            <pc:docMk/>
            <pc:sldMk cId="2513441406" sldId="716"/>
            <ac:picMk id="6" creationId="{497EB9CE-8E3F-761C-0536-C1B5EE454F42}"/>
          </ac:picMkLst>
        </pc:picChg>
        <pc:picChg chg="add del">
          <ac:chgData name="Dieter Beaven" userId="9bbdb69f-69d0-4759-aa9b-5c090a2da237" providerId="ADAL" clId="{6B0009DD-A7FF-448A-AD79-3EF374AD3A37}" dt="2025-08-27T11:14:30.406" v="22" actId="478"/>
          <ac:picMkLst>
            <pc:docMk/>
            <pc:sldMk cId="2513441406" sldId="716"/>
            <ac:picMk id="7" creationId="{46893678-A7A0-46B6-C56A-66C74806A479}"/>
          </ac:picMkLst>
        </pc:picChg>
        <pc:picChg chg="add del mod">
          <ac:chgData name="Dieter Beaven" userId="9bbdb69f-69d0-4759-aa9b-5c090a2da237" providerId="ADAL" clId="{6B0009DD-A7FF-448A-AD79-3EF374AD3A37}" dt="2025-08-27T11:14:43.265" v="25" actId="478"/>
          <ac:picMkLst>
            <pc:docMk/>
            <pc:sldMk cId="2513441406" sldId="716"/>
            <ac:picMk id="9" creationId="{B982F407-EC74-A327-BD0A-345BC8F6313A}"/>
          </ac:picMkLst>
        </pc:picChg>
        <pc:picChg chg="add">
          <ac:chgData name="Dieter Beaven" userId="9bbdb69f-69d0-4759-aa9b-5c090a2da237" providerId="ADAL" clId="{6B0009DD-A7FF-448A-AD79-3EF374AD3A37}" dt="2025-08-27T11:14:55.337" v="26" actId="22"/>
          <ac:picMkLst>
            <pc:docMk/>
            <pc:sldMk cId="2513441406" sldId="716"/>
            <ac:picMk id="11" creationId="{58583391-6C6F-CB1A-BC47-E47F99348990}"/>
          </ac:picMkLst>
        </pc:picChg>
      </pc:sldChg>
      <pc:sldChg chg="addSp add mod">
        <pc:chgData name="Dieter Beaven" userId="9bbdb69f-69d0-4759-aa9b-5c090a2da237" providerId="ADAL" clId="{6B0009DD-A7FF-448A-AD79-3EF374AD3A37}" dt="2025-08-27T11:15:20.929" v="27" actId="22"/>
        <pc:sldMkLst>
          <pc:docMk/>
          <pc:sldMk cId="1591167255" sldId="717"/>
        </pc:sldMkLst>
        <pc:picChg chg="add">
          <ac:chgData name="Dieter Beaven" userId="9bbdb69f-69d0-4759-aa9b-5c090a2da237" providerId="ADAL" clId="{6B0009DD-A7FF-448A-AD79-3EF374AD3A37}" dt="2025-08-27T11:15:20.929" v="27" actId="22"/>
          <ac:picMkLst>
            <pc:docMk/>
            <pc:sldMk cId="1591167255" sldId="717"/>
            <ac:picMk id="6" creationId="{99298EFE-CFE3-6315-20F5-D4C9E89D19AF}"/>
          </ac:picMkLst>
        </pc:picChg>
      </pc:sldChg>
      <pc:sldChg chg="addSp delSp modSp add mod">
        <pc:chgData name="Dieter Beaven" userId="9bbdb69f-69d0-4759-aa9b-5c090a2da237" providerId="ADAL" clId="{6B0009DD-A7FF-448A-AD79-3EF374AD3A37}" dt="2025-08-27T11:16:51.627" v="32" actId="1076"/>
        <pc:sldMkLst>
          <pc:docMk/>
          <pc:sldMk cId="1627225449" sldId="718"/>
        </pc:sldMkLst>
        <pc:picChg chg="add del mod">
          <ac:chgData name="Dieter Beaven" userId="9bbdb69f-69d0-4759-aa9b-5c090a2da237" providerId="ADAL" clId="{6B0009DD-A7FF-448A-AD79-3EF374AD3A37}" dt="2025-08-27T11:16:00.482" v="30" actId="478"/>
          <ac:picMkLst>
            <pc:docMk/>
            <pc:sldMk cId="1627225449" sldId="718"/>
            <ac:picMk id="6" creationId="{A141E3A7-9A3E-E2BC-25E6-1DBD6B27A4C1}"/>
          </ac:picMkLst>
        </pc:picChg>
        <pc:picChg chg="add mod">
          <ac:chgData name="Dieter Beaven" userId="9bbdb69f-69d0-4759-aa9b-5c090a2da237" providerId="ADAL" clId="{6B0009DD-A7FF-448A-AD79-3EF374AD3A37}" dt="2025-08-27T11:16:51.627" v="32" actId="1076"/>
          <ac:picMkLst>
            <pc:docMk/>
            <pc:sldMk cId="1627225449" sldId="718"/>
            <ac:picMk id="8" creationId="{AEA03B77-8C40-5759-81B7-13E3537276AF}"/>
          </ac:picMkLst>
        </pc:picChg>
      </pc:sldChg>
      <pc:sldChg chg="addSp modSp add mod">
        <pc:chgData name="Dieter Beaven" userId="9bbdb69f-69d0-4759-aa9b-5c090a2da237" providerId="ADAL" clId="{6B0009DD-A7FF-448A-AD79-3EF374AD3A37}" dt="2025-08-27T11:18:00.291" v="36" actId="1036"/>
        <pc:sldMkLst>
          <pc:docMk/>
          <pc:sldMk cId="1155765998" sldId="719"/>
        </pc:sldMkLst>
        <pc:picChg chg="add mod">
          <ac:chgData name="Dieter Beaven" userId="9bbdb69f-69d0-4759-aa9b-5c090a2da237" providerId="ADAL" clId="{6B0009DD-A7FF-448A-AD79-3EF374AD3A37}" dt="2025-08-27T11:18:00.291" v="36" actId="1036"/>
          <ac:picMkLst>
            <pc:docMk/>
            <pc:sldMk cId="1155765998" sldId="719"/>
            <ac:picMk id="6" creationId="{115A75CF-5B9F-984B-7C8B-4E6A5FD18B6A}"/>
          </ac:picMkLst>
        </pc:picChg>
      </pc:sldChg>
      <pc:sldChg chg="addSp add mod">
        <pc:chgData name="Dieter Beaven" userId="9bbdb69f-69d0-4759-aa9b-5c090a2da237" providerId="ADAL" clId="{6B0009DD-A7FF-448A-AD79-3EF374AD3A37}" dt="2025-08-27T11:18:26.166" v="38" actId="22"/>
        <pc:sldMkLst>
          <pc:docMk/>
          <pc:sldMk cId="3578332033" sldId="720"/>
        </pc:sldMkLst>
        <pc:picChg chg="add">
          <ac:chgData name="Dieter Beaven" userId="9bbdb69f-69d0-4759-aa9b-5c090a2da237" providerId="ADAL" clId="{6B0009DD-A7FF-448A-AD79-3EF374AD3A37}" dt="2025-08-27T11:18:26.166" v="38" actId="22"/>
          <ac:picMkLst>
            <pc:docMk/>
            <pc:sldMk cId="3578332033" sldId="720"/>
            <ac:picMk id="6" creationId="{96BCE2AB-EA9D-7A0F-1101-BE7DA788BDE4}"/>
          </ac:picMkLst>
        </pc:picChg>
      </pc:sldChg>
      <pc:sldChg chg="addSp modSp add mod">
        <pc:chgData name="Dieter Beaven" userId="9bbdb69f-69d0-4759-aa9b-5c090a2da237" providerId="ADAL" clId="{6B0009DD-A7FF-448A-AD79-3EF374AD3A37}" dt="2025-08-27T11:18:39.124" v="40" actId="1076"/>
        <pc:sldMkLst>
          <pc:docMk/>
          <pc:sldMk cId="2516351166" sldId="721"/>
        </pc:sldMkLst>
        <pc:picChg chg="add mod">
          <ac:chgData name="Dieter Beaven" userId="9bbdb69f-69d0-4759-aa9b-5c090a2da237" providerId="ADAL" clId="{6B0009DD-A7FF-448A-AD79-3EF374AD3A37}" dt="2025-08-27T11:18:39.124" v="40" actId="1076"/>
          <ac:picMkLst>
            <pc:docMk/>
            <pc:sldMk cId="2516351166" sldId="721"/>
            <ac:picMk id="6" creationId="{BBB946CB-B405-AD81-3F66-91AAFA7F1F18}"/>
          </ac:picMkLst>
        </pc:picChg>
      </pc:sldChg>
      <pc:sldChg chg="addSp add mod">
        <pc:chgData name="Dieter Beaven" userId="9bbdb69f-69d0-4759-aa9b-5c090a2da237" providerId="ADAL" clId="{6B0009DD-A7FF-448A-AD79-3EF374AD3A37}" dt="2025-08-27T11:26:51.016" v="51" actId="22"/>
        <pc:sldMkLst>
          <pc:docMk/>
          <pc:sldMk cId="1137693651" sldId="722"/>
        </pc:sldMkLst>
        <pc:picChg chg="add">
          <ac:chgData name="Dieter Beaven" userId="9bbdb69f-69d0-4759-aa9b-5c090a2da237" providerId="ADAL" clId="{6B0009DD-A7FF-448A-AD79-3EF374AD3A37}" dt="2025-08-27T11:26:51.016" v="51" actId="22"/>
          <ac:picMkLst>
            <pc:docMk/>
            <pc:sldMk cId="1137693651" sldId="722"/>
            <ac:picMk id="6" creationId="{19516506-0D20-CC96-8CBF-34F186F6E4FC}"/>
          </ac:picMkLst>
        </pc:picChg>
      </pc:sldChg>
      <pc:sldChg chg="addSp delSp modSp add mod">
        <pc:chgData name="Dieter Beaven" userId="9bbdb69f-69d0-4759-aa9b-5c090a2da237" providerId="ADAL" clId="{6B0009DD-A7FF-448A-AD79-3EF374AD3A37}" dt="2025-08-27T11:21:25.921" v="47" actId="1076"/>
        <pc:sldMkLst>
          <pc:docMk/>
          <pc:sldMk cId="1890126401" sldId="723"/>
        </pc:sldMkLst>
        <pc:picChg chg="del">
          <ac:chgData name="Dieter Beaven" userId="9bbdb69f-69d0-4759-aa9b-5c090a2da237" providerId="ADAL" clId="{6B0009DD-A7FF-448A-AD79-3EF374AD3A37}" dt="2025-08-27T11:20:37.105" v="45" actId="478"/>
          <ac:picMkLst>
            <pc:docMk/>
            <pc:sldMk cId="1890126401" sldId="723"/>
            <ac:picMk id="6" creationId="{B0537477-A32C-55BB-F0EB-267CD3E38BB8}"/>
          </ac:picMkLst>
        </pc:picChg>
        <pc:picChg chg="add mod">
          <ac:chgData name="Dieter Beaven" userId="9bbdb69f-69d0-4759-aa9b-5c090a2da237" providerId="ADAL" clId="{6B0009DD-A7FF-448A-AD79-3EF374AD3A37}" dt="2025-08-27T11:21:25.921" v="47" actId="1076"/>
          <ac:picMkLst>
            <pc:docMk/>
            <pc:sldMk cId="1890126401" sldId="723"/>
            <ac:picMk id="7" creationId="{697A675B-E34A-81B9-34B4-7DA109821E47}"/>
          </ac:picMkLst>
        </pc:picChg>
      </pc:sldChg>
      <pc:sldChg chg="addSp modSp add mod">
        <pc:chgData name="Dieter Beaven" userId="9bbdb69f-69d0-4759-aa9b-5c090a2da237" providerId="ADAL" clId="{6B0009DD-A7FF-448A-AD79-3EF374AD3A37}" dt="2025-08-27T11:28:33.658" v="54" actId="1036"/>
        <pc:sldMkLst>
          <pc:docMk/>
          <pc:sldMk cId="2572956676" sldId="724"/>
        </pc:sldMkLst>
        <pc:picChg chg="add mod">
          <ac:chgData name="Dieter Beaven" userId="9bbdb69f-69d0-4759-aa9b-5c090a2da237" providerId="ADAL" clId="{6B0009DD-A7FF-448A-AD79-3EF374AD3A37}" dt="2025-08-27T11:28:33.658" v="54" actId="1036"/>
          <ac:picMkLst>
            <pc:docMk/>
            <pc:sldMk cId="2572956676" sldId="724"/>
            <ac:picMk id="6" creationId="{E6B591AE-29BD-47F2-7CFC-ADEB8DEC75FA}"/>
          </ac:picMkLst>
        </pc:picChg>
      </pc:sldChg>
    </pc:docChg>
  </pc:docChgLst>
  <pc:docChgLst>
    <pc:chgData name="Dieter Beaven" userId="9bbdb69f-69d0-4759-aa9b-5c090a2da237" providerId="ADAL" clId="{D6904693-DD2A-4A62-BD52-2109273F1217}"/>
    <pc:docChg chg="custSel modSld">
      <pc:chgData name="Dieter Beaven" userId="9bbdb69f-69d0-4759-aa9b-5c090a2da237" providerId="ADAL" clId="{D6904693-DD2A-4A62-BD52-2109273F1217}" dt="2025-04-24T16:03:46.260" v="11" actId="6549"/>
      <pc:docMkLst>
        <pc:docMk/>
      </pc:docMkLst>
      <pc:sldChg chg="delSp mod">
        <pc:chgData name="Dieter Beaven" userId="9bbdb69f-69d0-4759-aa9b-5c090a2da237" providerId="ADAL" clId="{D6904693-DD2A-4A62-BD52-2109273F1217}" dt="2025-04-24T16:03:38.545" v="4" actId="478"/>
        <pc:sldMkLst>
          <pc:docMk/>
          <pc:sldMk cId="464788855" sldId="532"/>
        </pc:sldMkLst>
      </pc:sldChg>
      <pc:sldChg chg="delSp mod">
        <pc:chgData name="Dieter Beaven" userId="9bbdb69f-69d0-4759-aa9b-5c090a2da237" providerId="ADAL" clId="{D6904693-DD2A-4A62-BD52-2109273F1217}" dt="2025-04-24T16:03:29.578" v="0" actId="478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D6904693-DD2A-4A62-BD52-2109273F1217}" dt="2025-04-24T16:03:46.260" v="11" actId="6549"/>
        <pc:sldMkLst>
          <pc:docMk/>
          <pc:sldMk cId="3923336104" sldId="702"/>
        </pc:sldMkLst>
      </pc:sldChg>
      <pc:sldChg chg="delSp mod">
        <pc:chgData name="Dieter Beaven" userId="9bbdb69f-69d0-4759-aa9b-5c090a2da237" providerId="ADAL" clId="{D6904693-DD2A-4A62-BD52-2109273F1217}" dt="2025-04-24T16:03:33.838" v="3" actId="478"/>
        <pc:sldMkLst>
          <pc:docMk/>
          <pc:sldMk cId="3196350854" sldId="703"/>
        </pc:sldMkLst>
      </pc:sldChg>
      <pc:sldChg chg="delSp mod">
        <pc:chgData name="Dieter Beaven" userId="9bbdb69f-69d0-4759-aa9b-5c090a2da237" providerId="ADAL" clId="{D6904693-DD2A-4A62-BD52-2109273F1217}" dt="2025-04-24T16:03:31.160" v="1" actId="478"/>
        <pc:sldMkLst>
          <pc:docMk/>
          <pc:sldMk cId="1756658491" sldId="712"/>
        </pc:sldMkLst>
      </pc:sldChg>
      <pc:sldChg chg="delSp mod">
        <pc:chgData name="Dieter Beaven" userId="9bbdb69f-69d0-4759-aa9b-5c090a2da237" providerId="ADAL" clId="{D6904693-DD2A-4A62-BD52-2109273F1217}" dt="2025-04-24T16:03:32.718" v="2" actId="478"/>
        <pc:sldMkLst>
          <pc:docMk/>
          <pc:sldMk cId="1336369231" sldId="713"/>
        </pc:sldMkLst>
      </pc:sldChg>
    </pc:docChg>
  </pc:docChgLst>
  <pc:docChgLst>
    <pc:chgData name="Dieter Beaven" userId="9bbdb69f-69d0-4759-aa9b-5c090a2da237" providerId="ADAL" clId="{05207F2A-3D3E-48D1-84F6-1DE81023290D}"/>
    <pc:docChg chg="custSel addSld delSld modSld">
      <pc:chgData name="Dieter Beaven" userId="9bbdb69f-69d0-4759-aa9b-5c090a2da237" providerId="ADAL" clId="{05207F2A-3D3E-48D1-84F6-1DE81023290D}" dt="2024-09-13T17:01:48.475" v="87" actId="1076"/>
      <pc:docMkLst>
        <pc:docMk/>
      </pc:docMkLst>
      <pc:sldChg chg="addSp delSp modSp mod">
        <pc:chgData name="Dieter Beaven" userId="9bbdb69f-69d0-4759-aa9b-5c090a2da237" providerId="ADAL" clId="{05207F2A-3D3E-48D1-84F6-1DE81023290D}" dt="2024-09-13T17:01:48.475" v="87" actId="1076"/>
        <pc:sldMkLst>
          <pc:docMk/>
          <pc:sldMk cId="464788855" sldId="532"/>
        </pc:sldMkLst>
      </pc:sldChg>
      <pc:sldChg chg="addSp delSp modSp mod">
        <pc:chgData name="Dieter Beaven" userId="9bbdb69f-69d0-4759-aa9b-5c090a2da237" providerId="ADAL" clId="{05207F2A-3D3E-48D1-84F6-1DE81023290D}" dt="2024-09-06T16:59:12.266" v="53" actId="1036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05207F2A-3D3E-48D1-84F6-1DE81023290D}" dt="2024-09-06T16:55:32.295" v="42" actId="20577"/>
        <pc:sldMkLst>
          <pc:docMk/>
          <pc:sldMk cId="3923336104" sldId="702"/>
        </pc:sldMkLst>
      </pc:sldChg>
      <pc:sldChg chg="addSp delSp modSp mod">
        <pc:chgData name="Dieter Beaven" userId="9bbdb69f-69d0-4759-aa9b-5c090a2da237" providerId="ADAL" clId="{05207F2A-3D3E-48D1-84F6-1DE81023290D}" dt="2024-09-13T16:59:58.312" v="78" actId="1035"/>
        <pc:sldMkLst>
          <pc:docMk/>
          <pc:sldMk cId="3196350854" sldId="703"/>
        </pc:sldMkLst>
      </pc:sldChg>
      <pc:sldChg chg="delSp del mod">
        <pc:chgData name="Dieter Beaven" userId="9bbdb69f-69d0-4759-aa9b-5c090a2da237" providerId="ADAL" clId="{05207F2A-3D3E-48D1-84F6-1DE81023290D}" dt="2024-09-13T17:00:03.007" v="79" actId="47"/>
        <pc:sldMkLst>
          <pc:docMk/>
          <pc:sldMk cId="2552052628" sldId="704"/>
        </pc:sldMkLst>
      </pc:sldChg>
      <pc:sldChg chg="delSp del mod">
        <pc:chgData name="Dieter Beaven" userId="9bbdb69f-69d0-4759-aa9b-5c090a2da237" providerId="ADAL" clId="{05207F2A-3D3E-48D1-84F6-1DE81023290D}" dt="2024-09-13T17:00:03.960" v="80" actId="47"/>
        <pc:sldMkLst>
          <pc:docMk/>
          <pc:sldMk cId="2801626350" sldId="705"/>
        </pc:sldMkLst>
      </pc:sldChg>
      <pc:sldChg chg="delSp del mod">
        <pc:chgData name="Dieter Beaven" userId="9bbdb69f-69d0-4759-aa9b-5c090a2da237" providerId="ADAL" clId="{05207F2A-3D3E-48D1-84F6-1DE81023290D}" dt="2024-09-13T17:00:04.429" v="81" actId="47"/>
        <pc:sldMkLst>
          <pc:docMk/>
          <pc:sldMk cId="3939677621" sldId="708"/>
        </pc:sldMkLst>
      </pc:sldChg>
      <pc:sldChg chg="addSp delSp modSp mod">
        <pc:chgData name="Dieter Beaven" userId="9bbdb69f-69d0-4759-aa9b-5c090a2da237" providerId="ADAL" clId="{05207F2A-3D3E-48D1-84F6-1DE81023290D}" dt="2024-09-13T16:57:14.093" v="60" actId="1076"/>
        <pc:sldMkLst>
          <pc:docMk/>
          <pc:sldMk cId="1756658491" sldId="712"/>
        </pc:sldMkLst>
      </pc:sldChg>
      <pc:sldChg chg="addSp delSp modSp mod">
        <pc:chgData name="Dieter Beaven" userId="9bbdb69f-69d0-4759-aa9b-5c090a2da237" providerId="ADAL" clId="{05207F2A-3D3E-48D1-84F6-1DE81023290D}" dt="2024-09-13T16:58:50.522" v="67" actId="1076"/>
        <pc:sldMkLst>
          <pc:docMk/>
          <pc:sldMk cId="1336369231" sldId="713"/>
        </pc:sldMkLst>
      </pc:sldChg>
      <pc:sldChg chg="addSp modSp add mod">
        <pc:chgData name="Dieter Beaven" userId="9bbdb69f-69d0-4759-aa9b-5c090a2da237" providerId="ADAL" clId="{05207F2A-3D3E-48D1-84F6-1DE81023290D}" dt="2024-09-06T16:59:19.229" v="55" actId="1036"/>
        <pc:sldMkLst>
          <pc:docMk/>
          <pc:sldMk cId="2341366643" sldId="714"/>
        </pc:sldMkLst>
      </pc:sldChg>
    </pc:docChg>
  </pc:docChgLst>
  <pc:docChgLst>
    <pc:chgData name="Dieter Beaven" userId="9bbdb69f-69d0-4759-aa9b-5c090a2da237" providerId="ADAL" clId="{7A627933-200B-446E-B3EB-CA8773096A05}"/>
    <pc:docChg chg="custSel modSld">
      <pc:chgData name="Dieter Beaven" userId="9bbdb69f-69d0-4759-aa9b-5c090a2da237" providerId="ADAL" clId="{7A627933-200B-446E-B3EB-CA8773096A05}" dt="2025-04-29T13:47:57.695" v="24" actId="20577"/>
      <pc:docMkLst>
        <pc:docMk/>
      </pc:docMkLst>
      <pc:sldChg chg="modSp mod">
        <pc:chgData name="Dieter Beaven" userId="9bbdb69f-69d0-4759-aa9b-5c090a2da237" providerId="ADAL" clId="{7A627933-200B-446E-B3EB-CA8773096A05}" dt="2025-04-29T13:47:57.695" v="24" actId="20577"/>
        <pc:sldMkLst>
          <pc:docMk/>
          <pc:sldMk cId="3923336104" sldId="702"/>
        </pc:sldMkLst>
      </pc:sldChg>
    </pc:docChg>
  </pc:docChgLst>
  <pc:docChgLst>
    <pc:chgData name="Dieter Beaven" userId="9bbdb69f-69d0-4759-aa9b-5c090a2da237" providerId="ADAL" clId="{1D114AD5-718F-4CB2-983E-E11E1B1983E9}"/>
    <pc:docChg chg="undo custSel addSld delSld modSld">
      <pc:chgData name="Dieter Beaven" userId="9bbdb69f-69d0-4759-aa9b-5c090a2da237" providerId="ADAL" clId="{1D114AD5-718F-4CB2-983E-E11E1B1983E9}" dt="2024-09-24T15:43:19.967" v="28" actId="1076"/>
      <pc:docMkLst>
        <pc:docMk/>
      </pc:docMkLst>
      <pc:sldChg chg="addSp delSp mod">
        <pc:chgData name="Dieter Beaven" userId="9bbdb69f-69d0-4759-aa9b-5c090a2da237" providerId="ADAL" clId="{1D114AD5-718F-4CB2-983E-E11E1B1983E9}" dt="2024-09-24T15:38:41.536" v="6" actId="22"/>
        <pc:sldMkLst>
          <pc:docMk/>
          <pc:sldMk cId="464788855" sldId="532"/>
        </pc:sldMkLst>
      </pc:sldChg>
      <pc:sldChg chg="addSp delSp modSp mod">
        <pc:chgData name="Dieter Beaven" userId="9bbdb69f-69d0-4759-aa9b-5c090a2da237" providerId="ADAL" clId="{1D114AD5-718F-4CB2-983E-E11E1B1983E9}" dt="2024-09-24T15:43:19.967" v="28" actId="1076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1D114AD5-718F-4CB2-983E-E11E1B1983E9}" dt="2024-09-24T15:38:19.545" v="1" actId="20577"/>
        <pc:sldMkLst>
          <pc:docMk/>
          <pc:sldMk cId="3923336104" sldId="702"/>
        </pc:sldMkLst>
      </pc:sldChg>
      <pc:sldChg chg="addSp delSp modSp mod">
        <pc:chgData name="Dieter Beaven" userId="9bbdb69f-69d0-4759-aa9b-5c090a2da237" providerId="ADAL" clId="{1D114AD5-718F-4CB2-983E-E11E1B1983E9}" dt="2024-09-24T15:42:04.058" v="23" actId="1076"/>
        <pc:sldMkLst>
          <pc:docMk/>
          <pc:sldMk cId="3196350854" sldId="703"/>
        </pc:sldMkLst>
      </pc:sldChg>
      <pc:sldChg chg="addSp delSp modSp mod">
        <pc:chgData name="Dieter Beaven" userId="9bbdb69f-69d0-4759-aa9b-5c090a2da237" providerId="ADAL" clId="{1D114AD5-718F-4CB2-983E-E11E1B1983E9}" dt="2024-09-24T15:40:06.408" v="15" actId="1076"/>
        <pc:sldMkLst>
          <pc:docMk/>
          <pc:sldMk cId="1756658491" sldId="712"/>
        </pc:sldMkLst>
      </pc:sldChg>
      <pc:sldChg chg="addSp delSp modSp mod">
        <pc:chgData name="Dieter Beaven" userId="9bbdb69f-69d0-4759-aa9b-5c090a2da237" providerId="ADAL" clId="{1D114AD5-718F-4CB2-983E-E11E1B1983E9}" dt="2024-09-24T15:41:21.835" v="20" actId="1076"/>
        <pc:sldMkLst>
          <pc:docMk/>
          <pc:sldMk cId="1336369231" sldId="713"/>
        </pc:sldMkLst>
      </pc:sldChg>
      <pc:sldChg chg="delSp del mod">
        <pc:chgData name="Dieter Beaven" userId="9bbdb69f-69d0-4759-aa9b-5c090a2da237" providerId="ADAL" clId="{1D114AD5-718F-4CB2-983E-E11E1B1983E9}" dt="2024-09-24T15:42:57.812" v="27" actId="47"/>
        <pc:sldMkLst>
          <pc:docMk/>
          <pc:sldMk cId="2341366643" sldId="714"/>
        </pc:sldMkLst>
      </pc:sldChg>
      <pc:sldChg chg="add del">
        <pc:chgData name="Dieter Beaven" userId="9bbdb69f-69d0-4759-aa9b-5c090a2da237" providerId="ADAL" clId="{1D114AD5-718F-4CB2-983E-E11E1B1983E9}" dt="2024-09-24T15:42:08.366" v="24" actId="47"/>
        <pc:sldMkLst>
          <pc:docMk/>
          <pc:sldMk cId="2435014896" sldId="715"/>
        </pc:sldMkLst>
      </pc:sldChg>
    </pc:docChg>
  </pc:docChgLst>
  <pc:docChgLst>
    <pc:chgData name="Dieter Beaven" userId="9bbdb69f-69d0-4759-aa9b-5c090a2da237" providerId="ADAL" clId="{05BCA04A-F276-4D02-823B-B7312935869A}"/>
    <pc:docChg chg="modSld">
      <pc:chgData name="Dieter Beaven" userId="9bbdb69f-69d0-4759-aa9b-5c090a2da237" providerId="ADAL" clId="{05BCA04A-F276-4D02-823B-B7312935869A}" dt="2025-04-29T13:45:29.084" v="3" actId="20577"/>
      <pc:docMkLst>
        <pc:docMk/>
      </pc:docMkLst>
      <pc:sldChg chg="modSp mod">
        <pc:chgData name="Dieter Beaven" userId="9bbdb69f-69d0-4759-aa9b-5c090a2da237" providerId="ADAL" clId="{05BCA04A-F276-4D02-823B-B7312935869A}" dt="2025-04-29T13:45:29.084" v="3" actId="20577"/>
        <pc:sldMkLst>
          <pc:docMk/>
          <pc:sldMk cId="3923336104" sldId="7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27/08/2025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27/08/2025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27/08/2025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27/08/2025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27/08/2025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27/08/2025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27/08/2025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27/08/2025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27/08/2025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27/08/2025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27/08/2025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27/08/2025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27/08/2025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30668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5</a:t>
            </a:r>
            <a:r>
              <a:rPr lang="en-GB" b="1">
                <a:solidFill>
                  <a:srgbClr val="92D050"/>
                </a:solidFill>
              </a:rPr>
              <a:t>: </a:t>
            </a:r>
            <a:r>
              <a:rPr lang="en-GB">
                <a:solidFill>
                  <a:schemeClr val="accent5"/>
                </a:solidFill>
              </a:rPr>
              <a:t>Radians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Chapter Practice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33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DB21AC6-5B73-E889-0D01-6E5033A71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628" y="692696"/>
            <a:ext cx="74676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0DF42-D088-F062-59CF-5842A1FB5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E9CA853-E4D6-2322-4372-9D59705DAFA2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D667F79F-A281-FDCC-ADEF-912498E19BFB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FDA9B21-3291-A656-3311-70084DF004D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97A675B-E34A-81B9-34B4-7DA109821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40" y="908720"/>
            <a:ext cx="757237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26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9BB4177-61F1-4968-21A3-3966887D0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5" y="836712"/>
            <a:ext cx="7858125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58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C3BFDC4-57CA-843D-DE4A-85A60E02D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53" y="980728"/>
            <a:ext cx="767715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69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3DC01B5-E2F8-4FB3-1820-E22A960CD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65" y="764704"/>
            <a:ext cx="7781925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50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38AFE-2581-1631-D6A6-55C7C3EC2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D87A4A2-49A1-7C0D-A177-B333C6E9A93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B374691-697C-5EE9-9787-44D0724413FA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191A1A1-3CA1-9B89-152F-467750675FEC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EDE9605-5E70-00E2-99B5-F0A3D0383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65" y="764704"/>
            <a:ext cx="7705725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923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B2A06-E30F-F5FD-2CAA-B1B9AEAB1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A6885BE-4B79-A09C-D51F-6153B56AB4A3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C8CA8B80-16F5-00F0-CB6B-8CB6E9B3640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FB8659D-9A8F-6E4C-C391-9AF80F65A12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EC6D82A-18FC-84A5-6A8B-D5D0E8710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908720"/>
            <a:ext cx="7743825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55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E0077-38C1-CCBB-6CDD-B93621B04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294DE34-F60D-8319-F756-C3AA81DA0F8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DBDE5E9A-FBD2-BBA7-9B41-13AA74CED520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445906E-347C-9FA6-9E0A-0E08ECDF7FE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8583391-6C6F-CB1A-BC47-E47F99348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842962"/>
            <a:ext cx="7858125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41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A17A8-EF3F-1052-EC30-A926F2AE4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F7255DA-6494-946B-0F86-79EF3438FFE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C4E6576-AAC1-21F8-1161-3EA281C51A47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7345C9E-033A-C7E7-AD40-80EA7179B26C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9298EFE-CFE3-6315-20F5-D4C9E89D1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776287"/>
            <a:ext cx="802957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167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BCC37-D888-6890-1F4E-64281F388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F304DD7-A53B-47D7-56C3-714D774E5103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7BAB0A23-E535-8EEA-41A1-9D1CCAFD190B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4ACC934-2FD1-165F-88A8-C99340C23B54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EA03B77-8C40-5759-81B7-13E353727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5" y="692696"/>
            <a:ext cx="7629525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225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CAB3B-028C-706B-30D8-81CBADF9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2ACD461-9B97-D2A8-AAB4-ED777A229257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C17B7412-D602-35A2-B59F-5B1A0161E99D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5064A0F-4235-CCBA-B5FF-F2960BD2ADE3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15A75CF-5B9F-984B-7C8B-4E6A5FD18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53" y="645368"/>
            <a:ext cx="767715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65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64566-757B-6170-1675-32BA4D95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00A3349-8895-EF91-25F8-DE59493F9D51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28116F1E-0886-2029-891A-7A7D12061784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77C0CBF-DC14-916A-3301-0B614528CD19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6BCE2AB-EA9D-7A0F-1101-BE7DA788B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62" y="800100"/>
            <a:ext cx="761047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32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BB9FC-09C9-BA6B-00B1-A2CFF7A94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1D97370-E68F-F8DA-BCC2-672A8B3594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1D3CCE4-429D-FD44-2368-75B56CC143A7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CE5A90F-20E8-BE79-8122-9093C743AB53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BB946CB-B405-AD81-3F66-91AAFA7F1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175489"/>
            <a:ext cx="59150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351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B297B92-3359-2030-2F94-669FF3A0D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704"/>
            <a:ext cx="9144000" cy="59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86C19-FD0D-B728-FC1E-1B125EE14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4D54E90-243E-4F97-7DBF-E7471072722F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9895E10-2228-A6AE-6C0A-DCDEACFEE27B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ECD91B4-EAB8-2E0F-B5B2-DFBAF54012EA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9516506-0D20-CC96-8CBF-34F186F6E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5248"/>
            <a:ext cx="9144000" cy="524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93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E19D5-57D9-D173-0281-F9D040401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E639C6D-2C9C-2F8D-1D74-BBDC17F68E53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5CFDFB9-E553-BC92-1C73-781EB7674DEB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A70A5C2-3EA1-43AD-543A-B3F001DED71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6B591AE-29BD-47F2-7CFC-ADEB8DEC7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9180"/>
            <a:ext cx="9144000" cy="612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56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9D3391-997D-4369-8C5A-9887D520139A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f9cd3b9a-9a6c-485a-81b7-4082693b5161"/>
    <ds:schemaRef ds:uri="faa1ecaf-a1aa-4fc9-8c75-2805352e1f65"/>
    <ds:schemaRef ds:uri="http://www.w3.org/XML/1998/namespace"/>
    <ds:schemaRef ds:uri="http://purl.org/dc/elements/1.1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DA38195-DE73-4ADB-89E9-06FC4C7B97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16367F5-30EB-4FB8-AC0F-C9698F2B8F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29572</TotalTime>
  <Words>41</Words>
  <Application>Microsoft Office PowerPoint</Application>
  <PresentationFormat>On-screen Show (4:3)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P2 Chapter 5: Radians  Chapter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916</cp:revision>
  <dcterms:created xsi:type="dcterms:W3CDTF">2013-02-28T07:36:55Z</dcterms:created>
  <dcterms:modified xsi:type="dcterms:W3CDTF">2025-08-27T11:28:39Z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