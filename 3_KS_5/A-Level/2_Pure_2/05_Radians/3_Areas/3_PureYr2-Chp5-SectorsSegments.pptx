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717" r:id="rId5"/>
    <p:sldId id="655" r:id="rId6"/>
    <p:sldId id="656" r:id="rId7"/>
    <p:sldId id="657" r:id="rId8"/>
    <p:sldId id="659" r:id="rId9"/>
    <p:sldId id="531" r:id="rId10"/>
    <p:sldId id="533" r:id="rId11"/>
    <p:sldId id="718" r:id="rId12"/>
    <p:sldId id="719" r:id="rId13"/>
    <p:sldId id="721" r:id="rId14"/>
    <p:sldId id="722" r:id="rId15"/>
    <p:sldId id="70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0CFD01-AA2B-457D-AB24-A1431253D06C}" v="5" dt="2024-12-17T17:07:51.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90" autoAdjust="0"/>
    <p:restoredTop sz="88534" autoAdjust="0"/>
  </p:normalViewPr>
  <p:slideViewPr>
    <p:cSldViewPr>
      <p:cViewPr varScale="1">
        <p:scale>
          <a:sx n="112" d="100"/>
          <a:sy n="112" d="100"/>
        </p:scale>
        <p:origin x="1680" y="108"/>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ter Beaven" userId="9bbdb69f-69d0-4759-aa9b-5c090a2da237" providerId="ADAL" clId="{197000CD-D614-4EDB-B4C2-59D6EF113C98}"/>
    <pc:docChg chg="modSld">
      <pc:chgData name="Dieter Beaven" userId="9bbdb69f-69d0-4759-aa9b-5c090a2da237" providerId="ADAL" clId="{197000CD-D614-4EDB-B4C2-59D6EF113C98}" dt="2024-12-11T14:12:40.069" v="11" actId="20577"/>
      <pc:docMkLst>
        <pc:docMk/>
      </pc:docMkLst>
      <pc:sldChg chg="modSp mod">
        <pc:chgData name="Dieter Beaven" userId="9bbdb69f-69d0-4759-aa9b-5c090a2da237" providerId="ADAL" clId="{197000CD-D614-4EDB-B4C2-59D6EF113C98}" dt="2024-12-11T14:12:40.069" v="11" actId="20577"/>
        <pc:sldMkLst>
          <pc:docMk/>
          <pc:sldMk cId="938785864" sldId="717"/>
        </pc:sldMkLst>
        <pc:spChg chg="mod">
          <ac:chgData name="Dieter Beaven" userId="9bbdb69f-69d0-4759-aa9b-5c090a2da237" providerId="ADAL" clId="{197000CD-D614-4EDB-B4C2-59D6EF113C98}" dt="2024-12-11T14:12:40.069" v="11" actId="20577"/>
          <ac:spMkLst>
            <pc:docMk/>
            <pc:sldMk cId="938785864" sldId="717"/>
            <ac:spMk id="2" creationId="{00000000-0000-0000-0000-000000000000}"/>
          </ac:spMkLst>
        </pc:spChg>
      </pc:sldChg>
    </pc:docChg>
  </pc:docChgLst>
  <pc:docChgLst>
    <pc:chgData name="Dieter Beaven" userId="9bbdb69f-69d0-4759-aa9b-5c090a2da237" providerId="ADAL" clId="{ECBD9E4A-1235-4EEC-869C-E985CAFAC468}"/>
    <pc:docChg chg="custSel delSld modSld">
      <pc:chgData name="Dieter Beaven" userId="9bbdb69f-69d0-4759-aa9b-5c090a2da237" providerId="ADAL" clId="{ECBD9E4A-1235-4EEC-869C-E985CAFAC468}" dt="2024-12-03T16:48:12.107" v="62" actId="478"/>
      <pc:docMkLst>
        <pc:docMk/>
      </pc:docMkLst>
      <pc:sldChg chg="modSp mod">
        <pc:chgData name="Dieter Beaven" userId="9bbdb69f-69d0-4759-aa9b-5c090a2da237" providerId="ADAL" clId="{ECBD9E4A-1235-4EEC-869C-E985CAFAC468}" dt="2024-12-03T16:48:08.522" v="60" actId="20577"/>
        <pc:sldMkLst>
          <pc:docMk/>
          <pc:sldMk cId="2586607706" sldId="531"/>
        </pc:sldMkLst>
        <pc:spChg chg="mod">
          <ac:chgData name="Dieter Beaven" userId="9bbdb69f-69d0-4759-aa9b-5c090a2da237" providerId="ADAL" clId="{ECBD9E4A-1235-4EEC-869C-E985CAFAC468}" dt="2024-12-03T16:48:01.510" v="58" actId="6549"/>
          <ac:spMkLst>
            <pc:docMk/>
            <pc:sldMk cId="2586607706" sldId="531"/>
            <ac:spMk id="3" creationId="{00000000-0000-0000-0000-000000000000}"/>
          </ac:spMkLst>
        </pc:spChg>
        <pc:spChg chg="mod">
          <ac:chgData name="Dieter Beaven" userId="9bbdb69f-69d0-4759-aa9b-5c090a2da237" providerId="ADAL" clId="{ECBD9E4A-1235-4EEC-869C-E985CAFAC468}" dt="2024-12-03T16:48:08.522" v="60" actId="20577"/>
          <ac:spMkLst>
            <pc:docMk/>
            <pc:sldMk cId="2586607706" sldId="531"/>
            <ac:spMk id="5" creationId="{00000000-0000-0000-0000-000000000000}"/>
          </ac:spMkLst>
        </pc:spChg>
      </pc:sldChg>
      <pc:sldChg chg="delSp mod">
        <pc:chgData name="Dieter Beaven" userId="9bbdb69f-69d0-4759-aa9b-5c090a2da237" providerId="ADAL" clId="{ECBD9E4A-1235-4EEC-869C-E985CAFAC468}" dt="2024-12-03T16:48:10.928" v="61" actId="478"/>
        <pc:sldMkLst>
          <pc:docMk/>
          <pc:sldMk cId="173887519" sldId="533"/>
        </pc:sldMkLst>
        <pc:picChg chg="del">
          <ac:chgData name="Dieter Beaven" userId="9bbdb69f-69d0-4759-aa9b-5c090a2da237" providerId="ADAL" clId="{ECBD9E4A-1235-4EEC-869C-E985CAFAC468}" dt="2024-12-03T16:48:10.928" v="61" actId="478"/>
          <ac:picMkLst>
            <pc:docMk/>
            <pc:sldMk cId="173887519" sldId="533"/>
            <ac:picMk id="10" creationId="{4AD4ACBB-14BF-AC1B-4111-C633BBF5FA19}"/>
          </ac:picMkLst>
        </pc:picChg>
      </pc:sldChg>
      <pc:sldChg chg="del">
        <pc:chgData name="Dieter Beaven" userId="9bbdb69f-69d0-4759-aa9b-5c090a2da237" providerId="ADAL" clId="{ECBD9E4A-1235-4EEC-869C-E985CAFAC468}" dt="2024-12-03T16:47:51.686" v="51" actId="47"/>
        <pc:sldMkLst>
          <pc:docMk/>
          <pc:sldMk cId="2702725889" sldId="565"/>
        </pc:sldMkLst>
      </pc:sldChg>
      <pc:sldChg chg="del">
        <pc:chgData name="Dieter Beaven" userId="9bbdb69f-69d0-4759-aa9b-5c090a2da237" providerId="ADAL" clId="{ECBD9E4A-1235-4EEC-869C-E985CAFAC468}" dt="2024-12-03T16:47:54.828" v="54" actId="47"/>
        <pc:sldMkLst>
          <pc:docMk/>
          <pc:sldMk cId="3628465465" sldId="566"/>
        </pc:sldMkLst>
      </pc:sldChg>
      <pc:sldChg chg="del">
        <pc:chgData name="Dieter Beaven" userId="9bbdb69f-69d0-4759-aa9b-5c090a2da237" providerId="ADAL" clId="{ECBD9E4A-1235-4EEC-869C-E985CAFAC468}" dt="2024-12-03T16:47:52.733" v="52" actId="47"/>
        <pc:sldMkLst>
          <pc:docMk/>
          <pc:sldMk cId="3026909746" sldId="567"/>
        </pc:sldMkLst>
      </pc:sldChg>
      <pc:sldChg chg="del">
        <pc:chgData name="Dieter Beaven" userId="9bbdb69f-69d0-4759-aa9b-5c090a2da237" providerId="ADAL" clId="{ECBD9E4A-1235-4EEC-869C-E985CAFAC468}" dt="2024-12-03T16:47:53.827" v="53" actId="47"/>
        <pc:sldMkLst>
          <pc:docMk/>
          <pc:sldMk cId="3536885959" sldId="568"/>
        </pc:sldMkLst>
      </pc:sldChg>
      <pc:sldChg chg="del">
        <pc:chgData name="Dieter Beaven" userId="9bbdb69f-69d0-4759-aa9b-5c090a2da237" providerId="ADAL" clId="{ECBD9E4A-1235-4EEC-869C-E985CAFAC468}" dt="2024-12-03T16:47:56.062" v="55" actId="47"/>
        <pc:sldMkLst>
          <pc:docMk/>
          <pc:sldMk cId="1552281268" sldId="569"/>
        </pc:sldMkLst>
      </pc:sldChg>
      <pc:sldChg chg="del">
        <pc:chgData name="Dieter Beaven" userId="9bbdb69f-69d0-4759-aa9b-5c090a2da237" providerId="ADAL" clId="{ECBD9E4A-1235-4EEC-869C-E985CAFAC468}" dt="2024-12-03T16:47:57.278" v="56" actId="47"/>
        <pc:sldMkLst>
          <pc:docMk/>
          <pc:sldMk cId="4134640982" sldId="570"/>
        </pc:sldMkLst>
      </pc:sldChg>
      <pc:sldChg chg="modSp mod">
        <pc:chgData name="Dieter Beaven" userId="9bbdb69f-69d0-4759-aa9b-5c090a2da237" providerId="ADAL" clId="{ECBD9E4A-1235-4EEC-869C-E985CAFAC468}" dt="2024-12-03T16:47:48.917" v="50" actId="20577"/>
        <pc:sldMkLst>
          <pc:docMk/>
          <pc:sldMk cId="938785864" sldId="717"/>
        </pc:sldMkLst>
        <pc:spChg chg="mod">
          <ac:chgData name="Dieter Beaven" userId="9bbdb69f-69d0-4759-aa9b-5c090a2da237" providerId="ADAL" clId="{ECBD9E4A-1235-4EEC-869C-E985CAFAC468}" dt="2024-12-03T16:47:48.917" v="50" actId="20577"/>
          <ac:spMkLst>
            <pc:docMk/>
            <pc:sldMk cId="938785864" sldId="717"/>
            <ac:spMk id="2" creationId="{00000000-0000-0000-0000-000000000000}"/>
          </ac:spMkLst>
        </pc:spChg>
      </pc:sldChg>
      <pc:sldChg chg="delSp mod">
        <pc:chgData name="Dieter Beaven" userId="9bbdb69f-69d0-4759-aa9b-5c090a2da237" providerId="ADAL" clId="{ECBD9E4A-1235-4EEC-869C-E985CAFAC468}" dt="2024-12-03T16:48:12.107" v="62" actId="478"/>
        <pc:sldMkLst>
          <pc:docMk/>
          <pc:sldMk cId="3902928920" sldId="718"/>
        </pc:sldMkLst>
        <pc:picChg chg="del">
          <ac:chgData name="Dieter Beaven" userId="9bbdb69f-69d0-4759-aa9b-5c090a2da237" providerId="ADAL" clId="{ECBD9E4A-1235-4EEC-869C-E985CAFAC468}" dt="2024-12-03T16:48:12.107" v="62" actId="478"/>
          <ac:picMkLst>
            <pc:docMk/>
            <pc:sldMk cId="3902928920" sldId="718"/>
            <ac:picMk id="6" creationId="{6FE058EC-293F-6D3B-32DA-9BFE3FF1EAEC}"/>
          </ac:picMkLst>
        </pc:picChg>
      </pc:sldChg>
    </pc:docChg>
  </pc:docChgLst>
  <pc:docChgLst>
    <pc:chgData name="Dieter Beaven" userId="9bbdb69f-69d0-4759-aa9b-5c090a2da237" providerId="ADAL" clId="{200CFD01-AA2B-457D-AB24-A1431253D06C}"/>
    <pc:docChg chg="custSel addSld delSld modSld">
      <pc:chgData name="Dieter Beaven" userId="9bbdb69f-69d0-4759-aa9b-5c090a2da237" providerId="ADAL" clId="{200CFD01-AA2B-457D-AB24-A1431253D06C}" dt="2024-12-17T17:11:17.686" v="92" actId="47"/>
      <pc:docMkLst>
        <pc:docMk/>
      </pc:docMkLst>
      <pc:sldChg chg="addSp modSp mod modAnim">
        <pc:chgData name="Dieter Beaven" userId="9bbdb69f-69d0-4759-aa9b-5c090a2da237" providerId="ADAL" clId="{200CFD01-AA2B-457D-AB24-A1431253D06C}" dt="2024-12-17T16:49:48.378" v="59" actId="1036"/>
        <pc:sldMkLst>
          <pc:docMk/>
          <pc:sldMk cId="2586607706" sldId="531"/>
        </pc:sldMkLst>
        <pc:spChg chg="mod">
          <ac:chgData name="Dieter Beaven" userId="9bbdb69f-69d0-4759-aa9b-5c090a2da237" providerId="ADAL" clId="{200CFD01-AA2B-457D-AB24-A1431253D06C}" dt="2024-12-17T16:43:05.240" v="33" actId="20577"/>
          <ac:spMkLst>
            <pc:docMk/>
            <pc:sldMk cId="2586607706" sldId="531"/>
            <ac:spMk id="3" creationId="{00000000-0000-0000-0000-000000000000}"/>
          </ac:spMkLst>
        </pc:spChg>
        <pc:spChg chg="mod">
          <ac:chgData name="Dieter Beaven" userId="9bbdb69f-69d0-4759-aa9b-5c090a2da237" providerId="ADAL" clId="{200CFD01-AA2B-457D-AB24-A1431253D06C}" dt="2024-12-17T16:44:03.200" v="35" actId="6549"/>
          <ac:spMkLst>
            <pc:docMk/>
            <pc:sldMk cId="2586607706" sldId="531"/>
            <ac:spMk id="5" creationId="{00000000-0000-0000-0000-000000000000}"/>
          </ac:spMkLst>
        </pc:spChg>
        <pc:spChg chg="add mod">
          <ac:chgData name="Dieter Beaven" userId="9bbdb69f-69d0-4759-aa9b-5c090a2da237" providerId="ADAL" clId="{200CFD01-AA2B-457D-AB24-A1431253D06C}" dt="2024-12-17T16:49:42.730" v="56" actId="1036"/>
          <ac:spMkLst>
            <pc:docMk/>
            <pc:sldMk cId="2586607706" sldId="531"/>
            <ac:spMk id="7" creationId="{9B5C76C3-A304-8FA5-3EE9-43DD784FB50A}"/>
          </ac:spMkLst>
        </pc:spChg>
        <pc:spChg chg="add mod">
          <ac:chgData name="Dieter Beaven" userId="9bbdb69f-69d0-4759-aa9b-5c090a2da237" providerId="ADAL" clId="{200CFD01-AA2B-457D-AB24-A1431253D06C}" dt="2024-12-17T16:49:48.378" v="59" actId="1036"/>
          <ac:spMkLst>
            <pc:docMk/>
            <pc:sldMk cId="2586607706" sldId="531"/>
            <ac:spMk id="8" creationId="{121195F5-739B-E424-3C2F-B7984AEF221D}"/>
          </ac:spMkLst>
        </pc:spChg>
        <pc:spChg chg="add mod">
          <ac:chgData name="Dieter Beaven" userId="9bbdb69f-69d0-4759-aa9b-5c090a2da237" providerId="ADAL" clId="{200CFD01-AA2B-457D-AB24-A1431253D06C}" dt="2024-12-17T16:49:42.730" v="56" actId="1036"/>
          <ac:spMkLst>
            <pc:docMk/>
            <pc:sldMk cId="2586607706" sldId="531"/>
            <ac:spMk id="10" creationId="{E8B42EB2-64DD-5F58-1E7F-0733DCC468D4}"/>
          </ac:spMkLst>
        </pc:spChg>
        <pc:spChg chg="add mod">
          <ac:chgData name="Dieter Beaven" userId="9bbdb69f-69d0-4759-aa9b-5c090a2da237" providerId="ADAL" clId="{200CFD01-AA2B-457D-AB24-A1431253D06C}" dt="2024-12-17T16:49:42.730" v="56" actId="1036"/>
          <ac:spMkLst>
            <pc:docMk/>
            <pc:sldMk cId="2586607706" sldId="531"/>
            <ac:spMk id="11" creationId="{21BD758E-2AFF-E0A4-6C6B-B0878B10319D}"/>
          </ac:spMkLst>
        </pc:spChg>
        <pc:spChg chg="add mod">
          <ac:chgData name="Dieter Beaven" userId="9bbdb69f-69d0-4759-aa9b-5c090a2da237" providerId="ADAL" clId="{200CFD01-AA2B-457D-AB24-A1431253D06C}" dt="2024-12-17T16:49:42.730" v="56" actId="1036"/>
          <ac:spMkLst>
            <pc:docMk/>
            <pc:sldMk cId="2586607706" sldId="531"/>
            <ac:spMk id="12" creationId="{0D8B97A9-5987-79CF-0E4E-9C3906D9ABDC}"/>
          </ac:spMkLst>
        </pc:spChg>
        <pc:spChg chg="add mod">
          <ac:chgData name="Dieter Beaven" userId="9bbdb69f-69d0-4759-aa9b-5c090a2da237" providerId="ADAL" clId="{200CFD01-AA2B-457D-AB24-A1431253D06C}" dt="2024-12-17T16:49:42.730" v="56" actId="1036"/>
          <ac:spMkLst>
            <pc:docMk/>
            <pc:sldMk cId="2586607706" sldId="531"/>
            <ac:spMk id="18" creationId="{F25A4756-C12A-60D2-C1C5-51E1A1F198DB}"/>
          </ac:spMkLst>
        </pc:spChg>
        <pc:spChg chg="add mod">
          <ac:chgData name="Dieter Beaven" userId="9bbdb69f-69d0-4759-aa9b-5c090a2da237" providerId="ADAL" clId="{200CFD01-AA2B-457D-AB24-A1431253D06C}" dt="2024-12-17T16:49:42.730" v="56" actId="1036"/>
          <ac:spMkLst>
            <pc:docMk/>
            <pc:sldMk cId="2586607706" sldId="531"/>
            <ac:spMk id="19" creationId="{4E57098C-76B7-E715-10CC-5664BBF01ECD}"/>
          </ac:spMkLst>
        </pc:spChg>
        <pc:spChg chg="add mod">
          <ac:chgData name="Dieter Beaven" userId="9bbdb69f-69d0-4759-aa9b-5c090a2da237" providerId="ADAL" clId="{200CFD01-AA2B-457D-AB24-A1431253D06C}" dt="2024-12-17T16:49:42.730" v="56" actId="1036"/>
          <ac:spMkLst>
            <pc:docMk/>
            <pc:sldMk cId="2586607706" sldId="531"/>
            <ac:spMk id="20" creationId="{7C4C0795-B41A-D0DB-AFFA-2BF57D178A54}"/>
          </ac:spMkLst>
        </pc:spChg>
        <pc:spChg chg="add mod">
          <ac:chgData name="Dieter Beaven" userId="9bbdb69f-69d0-4759-aa9b-5c090a2da237" providerId="ADAL" clId="{200CFD01-AA2B-457D-AB24-A1431253D06C}" dt="2024-12-17T16:49:42.730" v="56" actId="1036"/>
          <ac:spMkLst>
            <pc:docMk/>
            <pc:sldMk cId="2586607706" sldId="531"/>
            <ac:spMk id="21" creationId="{E37C3464-41B2-ED2F-0B85-F75867DCEF04}"/>
          </ac:spMkLst>
        </pc:spChg>
        <pc:spChg chg="add mod">
          <ac:chgData name="Dieter Beaven" userId="9bbdb69f-69d0-4759-aa9b-5c090a2da237" providerId="ADAL" clId="{200CFD01-AA2B-457D-AB24-A1431253D06C}" dt="2024-12-17T16:49:42.730" v="56" actId="1036"/>
          <ac:spMkLst>
            <pc:docMk/>
            <pc:sldMk cId="2586607706" sldId="531"/>
            <ac:spMk id="22" creationId="{CF5BD7D2-E4B6-AF32-F94A-38DC401B4B9F}"/>
          </ac:spMkLst>
        </pc:spChg>
        <pc:spChg chg="add mod">
          <ac:chgData name="Dieter Beaven" userId="9bbdb69f-69d0-4759-aa9b-5c090a2da237" providerId="ADAL" clId="{200CFD01-AA2B-457D-AB24-A1431253D06C}" dt="2024-12-17T16:49:42.730" v="56" actId="1036"/>
          <ac:spMkLst>
            <pc:docMk/>
            <pc:sldMk cId="2586607706" sldId="531"/>
            <ac:spMk id="23" creationId="{1413D572-64DB-8BCB-567F-925C731D8835}"/>
          </ac:spMkLst>
        </pc:spChg>
        <pc:spChg chg="add mod">
          <ac:chgData name="Dieter Beaven" userId="9bbdb69f-69d0-4759-aa9b-5c090a2da237" providerId="ADAL" clId="{200CFD01-AA2B-457D-AB24-A1431253D06C}" dt="2024-12-17T16:49:42.730" v="56" actId="1036"/>
          <ac:spMkLst>
            <pc:docMk/>
            <pc:sldMk cId="2586607706" sldId="531"/>
            <ac:spMk id="24" creationId="{50B60546-EBA5-7B87-73F7-F2D2468DC45D}"/>
          </ac:spMkLst>
        </pc:spChg>
        <pc:spChg chg="add mod">
          <ac:chgData name="Dieter Beaven" userId="9bbdb69f-69d0-4759-aa9b-5c090a2da237" providerId="ADAL" clId="{200CFD01-AA2B-457D-AB24-A1431253D06C}" dt="2024-12-17T16:49:42.730" v="56" actId="1036"/>
          <ac:spMkLst>
            <pc:docMk/>
            <pc:sldMk cId="2586607706" sldId="531"/>
            <ac:spMk id="25" creationId="{A4F2EEFD-7AC1-490B-7C35-4EAC79AE4E8E}"/>
          </ac:spMkLst>
        </pc:spChg>
        <pc:spChg chg="add mod">
          <ac:chgData name="Dieter Beaven" userId="9bbdb69f-69d0-4759-aa9b-5c090a2da237" providerId="ADAL" clId="{200CFD01-AA2B-457D-AB24-A1431253D06C}" dt="2024-12-17T16:49:42.730" v="56" actId="1036"/>
          <ac:spMkLst>
            <pc:docMk/>
            <pc:sldMk cId="2586607706" sldId="531"/>
            <ac:spMk id="26" creationId="{AD13BFDB-997C-1D13-428F-B240E8CCD980}"/>
          </ac:spMkLst>
        </pc:spChg>
        <pc:spChg chg="add mod">
          <ac:chgData name="Dieter Beaven" userId="9bbdb69f-69d0-4759-aa9b-5c090a2da237" providerId="ADAL" clId="{200CFD01-AA2B-457D-AB24-A1431253D06C}" dt="2024-12-17T16:49:42.730" v="56" actId="1036"/>
          <ac:spMkLst>
            <pc:docMk/>
            <pc:sldMk cId="2586607706" sldId="531"/>
            <ac:spMk id="27" creationId="{98876E97-83C0-38EB-725E-0BC292036D4D}"/>
          </ac:spMkLst>
        </pc:spChg>
        <pc:spChg chg="add mod">
          <ac:chgData name="Dieter Beaven" userId="9bbdb69f-69d0-4759-aa9b-5c090a2da237" providerId="ADAL" clId="{200CFD01-AA2B-457D-AB24-A1431253D06C}" dt="2024-12-17T16:49:42.730" v="56" actId="1036"/>
          <ac:spMkLst>
            <pc:docMk/>
            <pc:sldMk cId="2586607706" sldId="531"/>
            <ac:spMk id="28" creationId="{97722750-15DB-32C9-BB7B-9E1D36BD5AFC}"/>
          </ac:spMkLst>
        </pc:spChg>
        <pc:spChg chg="add mod">
          <ac:chgData name="Dieter Beaven" userId="9bbdb69f-69d0-4759-aa9b-5c090a2da237" providerId="ADAL" clId="{200CFD01-AA2B-457D-AB24-A1431253D06C}" dt="2024-12-17T16:49:42.730" v="56" actId="1036"/>
          <ac:spMkLst>
            <pc:docMk/>
            <pc:sldMk cId="2586607706" sldId="531"/>
            <ac:spMk id="29" creationId="{AEBC282F-8F1A-AD09-1359-5FE7D56A1934}"/>
          </ac:spMkLst>
        </pc:spChg>
        <pc:spChg chg="add mod">
          <ac:chgData name="Dieter Beaven" userId="9bbdb69f-69d0-4759-aa9b-5c090a2da237" providerId="ADAL" clId="{200CFD01-AA2B-457D-AB24-A1431253D06C}" dt="2024-12-17T16:49:42.730" v="56" actId="1036"/>
          <ac:spMkLst>
            <pc:docMk/>
            <pc:sldMk cId="2586607706" sldId="531"/>
            <ac:spMk id="30" creationId="{2EE4214C-4599-17D5-305F-C6685956C2CF}"/>
          </ac:spMkLst>
        </pc:spChg>
        <pc:spChg chg="add mod">
          <ac:chgData name="Dieter Beaven" userId="9bbdb69f-69d0-4759-aa9b-5c090a2da237" providerId="ADAL" clId="{200CFD01-AA2B-457D-AB24-A1431253D06C}" dt="2024-12-17T16:49:42.730" v="56" actId="1036"/>
          <ac:spMkLst>
            <pc:docMk/>
            <pc:sldMk cId="2586607706" sldId="531"/>
            <ac:spMk id="31" creationId="{4E37C9DE-AE61-75F7-B03C-C8065865E239}"/>
          </ac:spMkLst>
        </pc:spChg>
        <pc:spChg chg="add mod">
          <ac:chgData name="Dieter Beaven" userId="9bbdb69f-69d0-4759-aa9b-5c090a2da237" providerId="ADAL" clId="{200CFD01-AA2B-457D-AB24-A1431253D06C}" dt="2024-12-17T16:49:42.730" v="56" actId="1036"/>
          <ac:spMkLst>
            <pc:docMk/>
            <pc:sldMk cId="2586607706" sldId="531"/>
            <ac:spMk id="32" creationId="{10581495-1F06-1665-0AAB-4CCDC56A9F0B}"/>
          </ac:spMkLst>
        </pc:spChg>
        <pc:spChg chg="add mod">
          <ac:chgData name="Dieter Beaven" userId="9bbdb69f-69d0-4759-aa9b-5c090a2da237" providerId="ADAL" clId="{200CFD01-AA2B-457D-AB24-A1431253D06C}" dt="2024-12-17T16:49:42.730" v="56" actId="1036"/>
          <ac:spMkLst>
            <pc:docMk/>
            <pc:sldMk cId="2586607706" sldId="531"/>
            <ac:spMk id="33" creationId="{BD1F46EF-C933-050A-1DC2-2736F5394C23}"/>
          </ac:spMkLst>
        </pc:spChg>
        <pc:picChg chg="add mod">
          <ac:chgData name="Dieter Beaven" userId="9bbdb69f-69d0-4759-aa9b-5c090a2da237" providerId="ADAL" clId="{200CFD01-AA2B-457D-AB24-A1431253D06C}" dt="2024-12-17T16:49:42.730" v="56" actId="1036"/>
          <ac:picMkLst>
            <pc:docMk/>
            <pc:sldMk cId="2586607706" sldId="531"/>
            <ac:picMk id="9" creationId="{B053A3BB-3BE4-C5F1-9B52-03F3A81D8B4D}"/>
          </ac:picMkLst>
        </pc:picChg>
        <pc:cxnChg chg="add mod">
          <ac:chgData name="Dieter Beaven" userId="9bbdb69f-69d0-4759-aa9b-5c090a2da237" providerId="ADAL" clId="{200CFD01-AA2B-457D-AB24-A1431253D06C}" dt="2024-12-17T16:49:42.730" v="56" actId="1036"/>
          <ac:cxnSpMkLst>
            <pc:docMk/>
            <pc:sldMk cId="2586607706" sldId="531"/>
            <ac:cxnSpMk id="13" creationId="{0ADA3F6F-F3CA-A67B-32A5-0A1EE5057E25}"/>
          </ac:cxnSpMkLst>
        </pc:cxnChg>
        <pc:cxnChg chg="add mod">
          <ac:chgData name="Dieter Beaven" userId="9bbdb69f-69d0-4759-aa9b-5c090a2da237" providerId="ADAL" clId="{200CFD01-AA2B-457D-AB24-A1431253D06C}" dt="2024-12-17T16:49:42.730" v="56" actId="1036"/>
          <ac:cxnSpMkLst>
            <pc:docMk/>
            <pc:sldMk cId="2586607706" sldId="531"/>
            <ac:cxnSpMk id="14" creationId="{934B66BB-F3C3-22AD-4BDF-E13808FAA481}"/>
          </ac:cxnSpMkLst>
        </pc:cxnChg>
        <pc:cxnChg chg="add mod">
          <ac:chgData name="Dieter Beaven" userId="9bbdb69f-69d0-4759-aa9b-5c090a2da237" providerId="ADAL" clId="{200CFD01-AA2B-457D-AB24-A1431253D06C}" dt="2024-12-17T16:49:42.730" v="56" actId="1036"/>
          <ac:cxnSpMkLst>
            <pc:docMk/>
            <pc:sldMk cId="2586607706" sldId="531"/>
            <ac:cxnSpMk id="15" creationId="{929ED759-B850-7CBF-6648-4E38EC3D435C}"/>
          </ac:cxnSpMkLst>
        </pc:cxnChg>
        <pc:cxnChg chg="add mod">
          <ac:chgData name="Dieter Beaven" userId="9bbdb69f-69d0-4759-aa9b-5c090a2da237" providerId="ADAL" clId="{200CFD01-AA2B-457D-AB24-A1431253D06C}" dt="2024-12-17T16:49:42.730" v="56" actId="1036"/>
          <ac:cxnSpMkLst>
            <pc:docMk/>
            <pc:sldMk cId="2586607706" sldId="531"/>
            <ac:cxnSpMk id="16" creationId="{9557EB44-9173-E2E2-33EA-56930E8E9C19}"/>
          </ac:cxnSpMkLst>
        </pc:cxnChg>
        <pc:cxnChg chg="add mod">
          <ac:chgData name="Dieter Beaven" userId="9bbdb69f-69d0-4759-aa9b-5c090a2da237" providerId="ADAL" clId="{200CFD01-AA2B-457D-AB24-A1431253D06C}" dt="2024-12-17T16:49:42.730" v="56" actId="1036"/>
          <ac:cxnSpMkLst>
            <pc:docMk/>
            <pc:sldMk cId="2586607706" sldId="531"/>
            <ac:cxnSpMk id="17" creationId="{F46014ED-EBF1-65E0-9F95-18F3E4A85925}"/>
          </ac:cxnSpMkLst>
        </pc:cxnChg>
      </pc:sldChg>
      <pc:sldChg chg="addSp modSp mod">
        <pc:chgData name="Dieter Beaven" userId="9bbdb69f-69d0-4759-aa9b-5c090a2da237" providerId="ADAL" clId="{200CFD01-AA2B-457D-AB24-A1431253D06C}" dt="2024-12-17T17:03:46.921" v="65" actId="14100"/>
        <pc:sldMkLst>
          <pc:docMk/>
          <pc:sldMk cId="173887519" sldId="533"/>
        </pc:sldMkLst>
        <pc:picChg chg="add mod">
          <ac:chgData name="Dieter Beaven" userId="9bbdb69f-69d0-4759-aa9b-5c090a2da237" providerId="ADAL" clId="{200CFD01-AA2B-457D-AB24-A1431253D06C}" dt="2024-12-17T17:03:46.921" v="65" actId="14100"/>
          <ac:picMkLst>
            <pc:docMk/>
            <pc:sldMk cId="173887519" sldId="533"/>
            <ac:picMk id="6" creationId="{DD1BF903-D156-4BFB-C42D-0F1B67FFB06F}"/>
          </ac:picMkLst>
        </pc:picChg>
      </pc:sldChg>
      <pc:sldChg chg="add">
        <pc:chgData name="Dieter Beaven" userId="9bbdb69f-69d0-4759-aa9b-5c090a2da237" providerId="ADAL" clId="{200CFD01-AA2B-457D-AB24-A1431253D06C}" dt="2024-12-17T16:48:19.083" v="36"/>
        <pc:sldMkLst>
          <pc:docMk/>
          <pc:sldMk cId="3516461103" sldId="655"/>
        </pc:sldMkLst>
      </pc:sldChg>
      <pc:sldChg chg="add">
        <pc:chgData name="Dieter Beaven" userId="9bbdb69f-69d0-4759-aa9b-5c090a2da237" providerId="ADAL" clId="{200CFD01-AA2B-457D-AB24-A1431253D06C}" dt="2024-12-17T16:48:19.083" v="36"/>
        <pc:sldMkLst>
          <pc:docMk/>
          <pc:sldMk cId="200702689" sldId="656"/>
        </pc:sldMkLst>
      </pc:sldChg>
      <pc:sldChg chg="add">
        <pc:chgData name="Dieter Beaven" userId="9bbdb69f-69d0-4759-aa9b-5c090a2da237" providerId="ADAL" clId="{200CFD01-AA2B-457D-AB24-A1431253D06C}" dt="2024-12-17T16:48:19.083" v="36"/>
        <pc:sldMkLst>
          <pc:docMk/>
          <pc:sldMk cId="1707287331" sldId="657"/>
        </pc:sldMkLst>
      </pc:sldChg>
      <pc:sldChg chg="add">
        <pc:chgData name="Dieter Beaven" userId="9bbdb69f-69d0-4759-aa9b-5c090a2da237" providerId="ADAL" clId="{200CFD01-AA2B-457D-AB24-A1431253D06C}" dt="2024-12-17T16:48:19.083" v="36"/>
        <pc:sldMkLst>
          <pc:docMk/>
          <pc:sldMk cId="1028631903" sldId="659"/>
        </pc:sldMkLst>
      </pc:sldChg>
      <pc:sldChg chg="add del">
        <pc:chgData name="Dieter Beaven" userId="9bbdb69f-69d0-4759-aa9b-5c090a2da237" providerId="ADAL" clId="{200CFD01-AA2B-457D-AB24-A1431253D06C}" dt="2024-12-17T16:49:25.285" v="39" actId="47"/>
        <pc:sldMkLst>
          <pc:docMk/>
          <pc:sldMk cId="3452526791" sldId="660"/>
        </pc:sldMkLst>
      </pc:sldChg>
      <pc:sldChg chg="addSp modSp mod">
        <pc:chgData name="Dieter Beaven" userId="9bbdb69f-69d0-4759-aa9b-5c090a2da237" providerId="ADAL" clId="{200CFD01-AA2B-457D-AB24-A1431253D06C}" dt="2024-12-17T17:11:16.417" v="91" actId="1076"/>
        <pc:sldMkLst>
          <pc:docMk/>
          <pc:sldMk cId="464788855" sldId="701"/>
        </pc:sldMkLst>
        <pc:picChg chg="add mod">
          <ac:chgData name="Dieter Beaven" userId="9bbdb69f-69d0-4759-aa9b-5c090a2da237" providerId="ADAL" clId="{200CFD01-AA2B-457D-AB24-A1431253D06C}" dt="2024-12-17T17:11:16.417" v="91" actId="1076"/>
          <ac:picMkLst>
            <pc:docMk/>
            <pc:sldMk cId="464788855" sldId="701"/>
            <ac:picMk id="6" creationId="{5CBBBE42-F65A-9194-ECE9-D3D2F82EDF11}"/>
          </ac:picMkLst>
        </pc:picChg>
      </pc:sldChg>
      <pc:sldChg chg="modSp mod">
        <pc:chgData name="Dieter Beaven" userId="9bbdb69f-69d0-4759-aa9b-5c090a2da237" providerId="ADAL" clId="{200CFD01-AA2B-457D-AB24-A1431253D06C}" dt="2024-12-17T16:42:49.673" v="31" actId="20577"/>
        <pc:sldMkLst>
          <pc:docMk/>
          <pc:sldMk cId="938785864" sldId="717"/>
        </pc:sldMkLst>
        <pc:spChg chg="mod">
          <ac:chgData name="Dieter Beaven" userId="9bbdb69f-69d0-4759-aa9b-5c090a2da237" providerId="ADAL" clId="{200CFD01-AA2B-457D-AB24-A1431253D06C}" dt="2024-12-17T16:42:49.673" v="31" actId="20577"/>
          <ac:spMkLst>
            <pc:docMk/>
            <pc:sldMk cId="938785864" sldId="717"/>
            <ac:spMk id="2" creationId="{00000000-0000-0000-0000-000000000000}"/>
          </ac:spMkLst>
        </pc:spChg>
      </pc:sldChg>
      <pc:sldChg chg="addSp delSp modSp mod">
        <pc:chgData name="Dieter Beaven" userId="9bbdb69f-69d0-4759-aa9b-5c090a2da237" providerId="ADAL" clId="{200CFD01-AA2B-457D-AB24-A1431253D06C}" dt="2024-12-17T17:05:51.235" v="76" actId="1035"/>
        <pc:sldMkLst>
          <pc:docMk/>
          <pc:sldMk cId="3902928920" sldId="718"/>
        </pc:sldMkLst>
        <pc:picChg chg="add del mod">
          <ac:chgData name="Dieter Beaven" userId="9bbdb69f-69d0-4759-aa9b-5c090a2da237" providerId="ADAL" clId="{200CFD01-AA2B-457D-AB24-A1431253D06C}" dt="2024-12-17T17:05:29.337" v="68" actId="478"/>
          <ac:picMkLst>
            <pc:docMk/>
            <pc:sldMk cId="3902928920" sldId="718"/>
            <ac:picMk id="6" creationId="{F27E1D9E-DB99-37E8-1095-E31B3B8964FA}"/>
          </ac:picMkLst>
        </pc:picChg>
        <pc:picChg chg="add mod">
          <ac:chgData name="Dieter Beaven" userId="9bbdb69f-69d0-4759-aa9b-5c090a2da237" providerId="ADAL" clId="{200CFD01-AA2B-457D-AB24-A1431253D06C}" dt="2024-12-17T17:05:51.235" v="76" actId="1035"/>
          <ac:picMkLst>
            <pc:docMk/>
            <pc:sldMk cId="3902928920" sldId="718"/>
            <ac:picMk id="8" creationId="{3EE344F4-C429-4402-B37D-F9F2E1ED6E0F}"/>
          </ac:picMkLst>
        </pc:picChg>
      </pc:sldChg>
      <pc:sldChg chg="addSp delSp modSp mod">
        <pc:chgData name="Dieter Beaven" userId="9bbdb69f-69d0-4759-aa9b-5c090a2da237" providerId="ADAL" clId="{200CFD01-AA2B-457D-AB24-A1431253D06C}" dt="2024-12-17T17:06:54.742" v="81" actId="1076"/>
        <pc:sldMkLst>
          <pc:docMk/>
          <pc:sldMk cId="1631546961" sldId="719"/>
        </pc:sldMkLst>
        <pc:picChg chg="add del">
          <ac:chgData name="Dieter Beaven" userId="9bbdb69f-69d0-4759-aa9b-5c090a2da237" providerId="ADAL" clId="{200CFD01-AA2B-457D-AB24-A1431253D06C}" dt="2024-12-17T17:06:31.866" v="78" actId="478"/>
          <ac:picMkLst>
            <pc:docMk/>
            <pc:sldMk cId="1631546961" sldId="719"/>
            <ac:picMk id="6" creationId="{DEF0FB0A-1785-9DD0-7614-88C0560D8E15}"/>
          </ac:picMkLst>
        </pc:picChg>
        <pc:picChg chg="add mod">
          <ac:chgData name="Dieter Beaven" userId="9bbdb69f-69d0-4759-aa9b-5c090a2da237" providerId="ADAL" clId="{200CFD01-AA2B-457D-AB24-A1431253D06C}" dt="2024-12-17T17:06:54.742" v="81" actId="1076"/>
          <ac:picMkLst>
            <pc:docMk/>
            <pc:sldMk cId="1631546961" sldId="719"/>
            <ac:picMk id="8" creationId="{AD545C49-F9F0-EC05-4648-A07D0CA7D02F}"/>
          </ac:picMkLst>
        </pc:picChg>
      </pc:sldChg>
      <pc:sldChg chg="del">
        <pc:chgData name="Dieter Beaven" userId="9bbdb69f-69d0-4759-aa9b-5c090a2da237" providerId="ADAL" clId="{200CFD01-AA2B-457D-AB24-A1431253D06C}" dt="2024-12-17T17:11:17.686" v="92" actId="47"/>
        <pc:sldMkLst>
          <pc:docMk/>
          <pc:sldMk cId="1127558906" sldId="720"/>
        </pc:sldMkLst>
      </pc:sldChg>
      <pc:sldChg chg="addSp delSp modSp add mod">
        <pc:chgData name="Dieter Beaven" userId="9bbdb69f-69d0-4759-aa9b-5c090a2da237" providerId="ADAL" clId="{200CFD01-AA2B-457D-AB24-A1431253D06C}" dt="2024-12-17T17:07:36.906" v="85" actId="1076"/>
        <pc:sldMkLst>
          <pc:docMk/>
          <pc:sldMk cId="1690608685" sldId="721"/>
        </pc:sldMkLst>
        <pc:picChg chg="add mod">
          <ac:chgData name="Dieter Beaven" userId="9bbdb69f-69d0-4759-aa9b-5c090a2da237" providerId="ADAL" clId="{200CFD01-AA2B-457D-AB24-A1431253D06C}" dt="2024-12-17T17:07:36.906" v="85" actId="1076"/>
          <ac:picMkLst>
            <pc:docMk/>
            <pc:sldMk cId="1690608685" sldId="721"/>
            <ac:picMk id="6" creationId="{8EE62F57-E608-9464-9D77-5694AF3139FB}"/>
          </ac:picMkLst>
        </pc:picChg>
        <pc:picChg chg="del">
          <ac:chgData name="Dieter Beaven" userId="9bbdb69f-69d0-4759-aa9b-5c090a2da237" providerId="ADAL" clId="{200CFD01-AA2B-457D-AB24-A1431253D06C}" dt="2024-12-17T17:07:04.238" v="83" actId="478"/>
          <ac:picMkLst>
            <pc:docMk/>
            <pc:sldMk cId="1690608685" sldId="721"/>
            <ac:picMk id="8" creationId="{3FC78697-6B68-D975-D1AC-CE2451B059B9}"/>
          </ac:picMkLst>
        </pc:picChg>
      </pc:sldChg>
      <pc:sldChg chg="addSp delSp modSp add mod">
        <pc:chgData name="Dieter Beaven" userId="9bbdb69f-69d0-4759-aa9b-5c090a2da237" providerId="ADAL" clId="{200CFD01-AA2B-457D-AB24-A1431253D06C}" dt="2024-12-17T17:08:19.935" v="89" actId="1076"/>
        <pc:sldMkLst>
          <pc:docMk/>
          <pc:sldMk cId="3965600193" sldId="722"/>
        </pc:sldMkLst>
        <pc:picChg chg="del">
          <ac:chgData name="Dieter Beaven" userId="9bbdb69f-69d0-4759-aa9b-5c090a2da237" providerId="ADAL" clId="{200CFD01-AA2B-457D-AB24-A1431253D06C}" dt="2024-12-17T17:07:53.475" v="87" actId="478"/>
          <ac:picMkLst>
            <pc:docMk/>
            <pc:sldMk cId="3965600193" sldId="722"/>
            <ac:picMk id="6" creationId="{FE79DBA5-5B04-D8B7-6508-6D8911F4F6B9}"/>
          </ac:picMkLst>
        </pc:picChg>
        <pc:picChg chg="add mod">
          <ac:chgData name="Dieter Beaven" userId="9bbdb69f-69d0-4759-aa9b-5c090a2da237" providerId="ADAL" clId="{200CFD01-AA2B-457D-AB24-A1431253D06C}" dt="2024-12-17T17:08:19.935" v="89" actId="1076"/>
          <ac:picMkLst>
            <pc:docMk/>
            <pc:sldMk cId="3965600193" sldId="722"/>
            <ac:picMk id="7" creationId="{7D72549C-E2D4-FF99-8750-68A6C4A92871}"/>
          </ac:picMkLst>
        </pc:picChg>
      </pc:sldChg>
    </pc:docChg>
  </pc:docChgLst>
  <pc:docChgLst>
    <pc:chgData name="Dieter Beaven" userId="9bbdb69f-69d0-4759-aa9b-5c090a2da237" providerId="ADAL" clId="{D34E0421-F03F-43F5-BDD3-9D5B0F4E01F6}"/>
    <pc:docChg chg="undo custSel addSld delSld modSld">
      <pc:chgData name="Dieter Beaven" userId="9bbdb69f-69d0-4759-aa9b-5c090a2da237" providerId="ADAL" clId="{D34E0421-F03F-43F5-BDD3-9D5B0F4E01F6}" dt="2024-12-03T16:44:18.743" v="103" actId="1076"/>
      <pc:docMkLst>
        <pc:docMk/>
      </pc:docMkLst>
      <pc:sldChg chg="del">
        <pc:chgData name="Dieter Beaven" userId="9bbdb69f-69d0-4759-aa9b-5c090a2da237" providerId="ADAL" clId="{D34E0421-F03F-43F5-BDD3-9D5B0F4E01F6}" dt="2024-12-03T16:34:31.944" v="67" actId="47"/>
        <pc:sldMkLst>
          <pc:docMk/>
          <pc:sldMk cId="3130908362" sldId="525"/>
        </pc:sldMkLst>
      </pc:sldChg>
      <pc:sldChg chg="del">
        <pc:chgData name="Dieter Beaven" userId="9bbdb69f-69d0-4759-aa9b-5c090a2da237" providerId="ADAL" clId="{D34E0421-F03F-43F5-BDD3-9D5B0F4E01F6}" dt="2024-12-03T16:34:30.376" v="64" actId="47"/>
        <pc:sldMkLst>
          <pc:docMk/>
          <pc:sldMk cId="1349853522" sldId="529"/>
        </pc:sldMkLst>
      </pc:sldChg>
      <pc:sldChg chg="del">
        <pc:chgData name="Dieter Beaven" userId="9bbdb69f-69d0-4759-aa9b-5c090a2da237" providerId="ADAL" clId="{D34E0421-F03F-43F5-BDD3-9D5B0F4E01F6}" dt="2024-12-03T16:34:31.530" v="66" actId="47"/>
        <pc:sldMkLst>
          <pc:docMk/>
          <pc:sldMk cId="2314451268" sldId="530"/>
        </pc:sldMkLst>
      </pc:sldChg>
      <pc:sldChg chg="modSp mod">
        <pc:chgData name="Dieter Beaven" userId="9bbdb69f-69d0-4759-aa9b-5c090a2da237" providerId="ADAL" clId="{D34E0421-F03F-43F5-BDD3-9D5B0F4E01F6}" dt="2024-12-03T16:35:03.131" v="85" actId="20577"/>
        <pc:sldMkLst>
          <pc:docMk/>
          <pc:sldMk cId="2586607706" sldId="531"/>
        </pc:sldMkLst>
        <pc:spChg chg="mod">
          <ac:chgData name="Dieter Beaven" userId="9bbdb69f-69d0-4759-aa9b-5c090a2da237" providerId="ADAL" clId="{D34E0421-F03F-43F5-BDD3-9D5B0F4E01F6}" dt="2024-12-03T16:34:49.248" v="73" actId="20577"/>
          <ac:spMkLst>
            <pc:docMk/>
            <pc:sldMk cId="2586607706" sldId="531"/>
            <ac:spMk id="3" creationId="{00000000-0000-0000-0000-000000000000}"/>
          </ac:spMkLst>
        </pc:spChg>
        <pc:spChg chg="mod">
          <ac:chgData name="Dieter Beaven" userId="9bbdb69f-69d0-4759-aa9b-5c090a2da237" providerId="ADAL" clId="{D34E0421-F03F-43F5-BDD3-9D5B0F4E01F6}" dt="2024-12-03T16:35:03.131" v="85" actId="20577"/>
          <ac:spMkLst>
            <pc:docMk/>
            <pc:sldMk cId="2586607706" sldId="531"/>
            <ac:spMk id="5" creationId="{00000000-0000-0000-0000-000000000000}"/>
          </ac:spMkLst>
        </pc:spChg>
      </pc:sldChg>
      <pc:sldChg chg="del">
        <pc:chgData name="Dieter Beaven" userId="9bbdb69f-69d0-4759-aa9b-5c090a2da237" providerId="ADAL" clId="{D34E0421-F03F-43F5-BDD3-9D5B0F4E01F6}" dt="2024-12-03T16:34:30.992" v="65" actId="47"/>
        <pc:sldMkLst>
          <pc:docMk/>
          <pc:sldMk cId="3885846802" sldId="532"/>
        </pc:sldMkLst>
      </pc:sldChg>
      <pc:sldChg chg="addSp delSp modSp mod">
        <pc:chgData name="Dieter Beaven" userId="9bbdb69f-69d0-4759-aa9b-5c090a2da237" providerId="ADAL" clId="{D34E0421-F03F-43F5-BDD3-9D5B0F4E01F6}" dt="2024-12-03T16:43:49.853" v="101" actId="1076"/>
        <pc:sldMkLst>
          <pc:docMk/>
          <pc:sldMk cId="173887519" sldId="533"/>
        </pc:sldMkLst>
        <pc:picChg chg="add del">
          <ac:chgData name="Dieter Beaven" userId="9bbdb69f-69d0-4759-aa9b-5c090a2da237" providerId="ADAL" clId="{D34E0421-F03F-43F5-BDD3-9D5B0F4E01F6}" dt="2024-12-03T16:42:40.536" v="95" actId="22"/>
          <ac:picMkLst>
            <pc:docMk/>
            <pc:sldMk cId="173887519" sldId="533"/>
            <ac:picMk id="6" creationId="{42C6118B-202B-256B-429A-8BAB84C22E42}"/>
          </ac:picMkLst>
        </pc:picChg>
        <pc:picChg chg="add del mod">
          <ac:chgData name="Dieter Beaven" userId="9bbdb69f-69d0-4759-aa9b-5c090a2da237" providerId="ADAL" clId="{D34E0421-F03F-43F5-BDD3-9D5B0F4E01F6}" dt="2024-12-03T16:43:16.685" v="98" actId="478"/>
          <ac:picMkLst>
            <pc:docMk/>
            <pc:sldMk cId="173887519" sldId="533"/>
            <ac:picMk id="8" creationId="{379E7335-A57F-8AC0-BC33-F157DEA696E9}"/>
          </ac:picMkLst>
        </pc:picChg>
        <pc:picChg chg="del">
          <ac:chgData name="Dieter Beaven" userId="9bbdb69f-69d0-4759-aa9b-5c090a2da237" providerId="ADAL" clId="{D34E0421-F03F-43F5-BDD3-9D5B0F4E01F6}" dt="2024-12-03T16:35:21.747" v="86" actId="478"/>
          <ac:picMkLst>
            <pc:docMk/>
            <pc:sldMk cId="173887519" sldId="533"/>
            <ac:picMk id="8" creationId="{C938A651-6684-D122-61FB-82F0372BE2BF}"/>
          </ac:picMkLst>
        </pc:picChg>
        <pc:picChg chg="add mod">
          <ac:chgData name="Dieter Beaven" userId="9bbdb69f-69d0-4759-aa9b-5c090a2da237" providerId="ADAL" clId="{D34E0421-F03F-43F5-BDD3-9D5B0F4E01F6}" dt="2024-12-03T16:43:49.853" v="101" actId="1076"/>
          <ac:picMkLst>
            <pc:docMk/>
            <pc:sldMk cId="173887519" sldId="533"/>
            <ac:picMk id="10" creationId="{4AD4ACBB-14BF-AC1B-4111-C633BBF5FA19}"/>
          </ac:picMkLst>
        </pc:picChg>
      </pc:sldChg>
      <pc:sldChg chg="add">
        <pc:chgData name="Dieter Beaven" userId="9bbdb69f-69d0-4759-aa9b-5c090a2da237" providerId="ADAL" clId="{D34E0421-F03F-43F5-BDD3-9D5B0F4E01F6}" dt="2024-12-03T16:37:05.477" v="93"/>
        <pc:sldMkLst>
          <pc:docMk/>
          <pc:sldMk cId="2702725889" sldId="565"/>
        </pc:sldMkLst>
      </pc:sldChg>
      <pc:sldChg chg="add">
        <pc:chgData name="Dieter Beaven" userId="9bbdb69f-69d0-4759-aa9b-5c090a2da237" providerId="ADAL" clId="{D34E0421-F03F-43F5-BDD3-9D5B0F4E01F6}" dt="2024-12-03T16:37:05.477" v="93"/>
        <pc:sldMkLst>
          <pc:docMk/>
          <pc:sldMk cId="3628465465" sldId="566"/>
        </pc:sldMkLst>
      </pc:sldChg>
      <pc:sldChg chg="add">
        <pc:chgData name="Dieter Beaven" userId="9bbdb69f-69d0-4759-aa9b-5c090a2da237" providerId="ADAL" clId="{D34E0421-F03F-43F5-BDD3-9D5B0F4E01F6}" dt="2024-12-03T16:37:05.477" v="93"/>
        <pc:sldMkLst>
          <pc:docMk/>
          <pc:sldMk cId="3026909746" sldId="567"/>
        </pc:sldMkLst>
      </pc:sldChg>
      <pc:sldChg chg="add">
        <pc:chgData name="Dieter Beaven" userId="9bbdb69f-69d0-4759-aa9b-5c090a2da237" providerId="ADAL" clId="{D34E0421-F03F-43F5-BDD3-9D5B0F4E01F6}" dt="2024-12-03T16:37:05.477" v="93"/>
        <pc:sldMkLst>
          <pc:docMk/>
          <pc:sldMk cId="3536885959" sldId="568"/>
        </pc:sldMkLst>
      </pc:sldChg>
      <pc:sldChg chg="add">
        <pc:chgData name="Dieter Beaven" userId="9bbdb69f-69d0-4759-aa9b-5c090a2da237" providerId="ADAL" clId="{D34E0421-F03F-43F5-BDD3-9D5B0F4E01F6}" dt="2024-12-03T16:37:05.477" v="93"/>
        <pc:sldMkLst>
          <pc:docMk/>
          <pc:sldMk cId="1552281268" sldId="569"/>
        </pc:sldMkLst>
      </pc:sldChg>
      <pc:sldChg chg="add">
        <pc:chgData name="Dieter Beaven" userId="9bbdb69f-69d0-4759-aa9b-5c090a2da237" providerId="ADAL" clId="{D34E0421-F03F-43F5-BDD3-9D5B0F4E01F6}" dt="2024-12-03T16:37:05.477" v="93"/>
        <pc:sldMkLst>
          <pc:docMk/>
          <pc:sldMk cId="4134640982" sldId="570"/>
        </pc:sldMkLst>
      </pc:sldChg>
      <pc:sldChg chg="delSp mod">
        <pc:chgData name="Dieter Beaven" userId="9bbdb69f-69d0-4759-aa9b-5c090a2da237" providerId="ADAL" clId="{D34E0421-F03F-43F5-BDD3-9D5B0F4E01F6}" dt="2024-12-03T16:35:24.591" v="88" actId="478"/>
        <pc:sldMkLst>
          <pc:docMk/>
          <pc:sldMk cId="464788855" sldId="701"/>
        </pc:sldMkLst>
        <pc:picChg chg="del">
          <ac:chgData name="Dieter Beaven" userId="9bbdb69f-69d0-4759-aa9b-5c090a2da237" providerId="ADAL" clId="{D34E0421-F03F-43F5-BDD3-9D5B0F4E01F6}" dt="2024-12-03T16:35:24.591" v="88" actId="478"/>
          <ac:picMkLst>
            <pc:docMk/>
            <pc:sldMk cId="464788855" sldId="701"/>
            <ac:picMk id="6" creationId="{6908608A-AE97-AB0F-3502-87D35C09CC91}"/>
          </ac:picMkLst>
        </pc:picChg>
      </pc:sldChg>
      <pc:sldChg chg="modSp mod">
        <pc:chgData name="Dieter Beaven" userId="9bbdb69f-69d0-4759-aa9b-5c090a2da237" providerId="ADAL" clId="{D34E0421-F03F-43F5-BDD3-9D5B0F4E01F6}" dt="2024-12-03T16:35:36.263" v="92" actId="6549"/>
        <pc:sldMkLst>
          <pc:docMk/>
          <pc:sldMk cId="938785864" sldId="717"/>
        </pc:sldMkLst>
        <pc:spChg chg="mod">
          <ac:chgData name="Dieter Beaven" userId="9bbdb69f-69d0-4759-aa9b-5c090a2da237" providerId="ADAL" clId="{D34E0421-F03F-43F5-BDD3-9D5B0F4E01F6}" dt="2024-12-03T16:35:36.263" v="92" actId="6549"/>
          <ac:spMkLst>
            <pc:docMk/>
            <pc:sldMk cId="938785864" sldId="717"/>
            <ac:spMk id="2" creationId="{00000000-0000-0000-0000-000000000000}"/>
          </ac:spMkLst>
        </pc:spChg>
      </pc:sldChg>
      <pc:sldChg chg="addSp delSp modSp mod">
        <pc:chgData name="Dieter Beaven" userId="9bbdb69f-69d0-4759-aa9b-5c090a2da237" providerId="ADAL" clId="{D34E0421-F03F-43F5-BDD3-9D5B0F4E01F6}" dt="2024-12-03T16:44:18.743" v="103" actId="1076"/>
        <pc:sldMkLst>
          <pc:docMk/>
          <pc:sldMk cId="3902928920" sldId="718"/>
        </pc:sldMkLst>
        <pc:picChg chg="add mod">
          <ac:chgData name="Dieter Beaven" userId="9bbdb69f-69d0-4759-aa9b-5c090a2da237" providerId="ADAL" clId="{D34E0421-F03F-43F5-BDD3-9D5B0F4E01F6}" dt="2024-12-03T16:44:18.743" v="103" actId="1076"/>
          <ac:picMkLst>
            <pc:docMk/>
            <pc:sldMk cId="3902928920" sldId="718"/>
            <ac:picMk id="6" creationId="{6FE058EC-293F-6D3B-32DA-9BFE3FF1EAEC}"/>
          </ac:picMkLst>
        </pc:picChg>
        <pc:picChg chg="del">
          <ac:chgData name="Dieter Beaven" userId="9bbdb69f-69d0-4759-aa9b-5c090a2da237" providerId="ADAL" clId="{D34E0421-F03F-43F5-BDD3-9D5B0F4E01F6}" dt="2024-12-03T16:35:23.169" v="87" actId="478"/>
          <ac:picMkLst>
            <pc:docMk/>
            <pc:sldMk cId="3902928920" sldId="718"/>
            <ac:picMk id="6" creationId="{7181C309-966E-05D7-8FA5-CEEEB12DC424}"/>
          </ac:picMkLst>
        </pc:picChg>
      </pc:sldChg>
    </pc:docChg>
  </pc:docChgLst>
  <pc:docChgLst>
    <pc:chgData name="Dieter Beaven" userId="9bbdb69f-69d0-4759-aa9b-5c090a2da237" providerId="ADAL" clId="{F95AE5B9-5693-47CF-84F6-4D36A4565940}"/>
    <pc:docChg chg="undo custSel addSld modSld">
      <pc:chgData name="Dieter Beaven" userId="9bbdb69f-69d0-4759-aa9b-5c090a2da237" providerId="ADAL" clId="{F95AE5B9-5693-47CF-84F6-4D36A4565940}" dt="2024-12-10T16:41:50.722" v="15" actId="6549"/>
      <pc:docMkLst>
        <pc:docMk/>
      </pc:docMkLst>
      <pc:sldChg chg="modSp mod">
        <pc:chgData name="Dieter Beaven" userId="9bbdb69f-69d0-4759-aa9b-5c090a2da237" providerId="ADAL" clId="{F95AE5B9-5693-47CF-84F6-4D36A4565940}" dt="2024-12-10T16:41:50.722" v="15" actId="6549"/>
        <pc:sldMkLst>
          <pc:docMk/>
          <pc:sldMk cId="2586607706" sldId="531"/>
        </pc:sldMkLst>
        <pc:spChg chg="mod">
          <ac:chgData name="Dieter Beaven" userId="9bbdb69f-69d0-4759-aa9b-5c090a2da237" providerId="ADAL" clId="{F95AE5B9-5693-47CF-84F6-4D36A4565940}" dt="2024-12-10T16:41:36.348" v="13" actId="6549"/>
          <ac:spMkLst>
            <pc:docMk/>
            <pc:sldMk cId="2586607706" sldId="531"/>
            <ac:spMk id="3" creationId="{00000000-0000-0000-0000-000000000000}"/>
          </ac:spMkLst>
        </pc:spChg>
        <pc:spChg chg="mod">
          <ac:chgData name="Dieter Beaven" userId="9bbdb69f-69d0-4759-aa9b-5c090a2da237" providerId="ADAL" clId="{F95AE5B9-5693-47CF-84F6-4D36A4565940}" dt="2024-12-10T16:41:50.722" v="15" actId="6549"/>
          <ac:spMkLst>
            <pc:docMk/>
            <pc:sldMk cId="2586607706" sldId="531"/>
            <ac:spMk id="5" creationId="{00000000-0000-0000-0000-000000000000}"/>
          </ac:spMkLst>
        </pc:spChg>
      </pc:sldChg>
      <pc:sldChg chg="addSp delSp modSp mod">
        <pc:chgData name="Dieter Beaven" userId="9bbdb69f-69d0-4759-aa9b-5c090a2da237" providerId="ADAL" clId="{F95AE5B9-5693-47CF-84F6-4D36A4565940}" dt="2024-12-10T16:19:41.249" v="3" actId="1076"/>
        <pc:sldMkLst>
          <pc:docMk/>
          <pc:sldMk cId="173887519" sldId="533"/>
        </pc:sldMkLst>
        <pc:picChg chg="add del">
          <ac:chgData name="Dieter Beaven" userId="9bbdb69f-69d0-4759-aa9b-5c090a2da237" providerId="ADAL" clId="{F95AE5B9-5693-47CF-84F6-4D36A4565940}" dt="2024-12-10T16:19:23.987" v="1" actId="22"/>
          <ac:picMkLst>
            <pc:docMk/>
            <pc:sldMk cId="173887519" sldId="533"/>
            <ac:picMk id="6" creationId="{5F937C33-3DE4-A43E-A7CE-7BCA07ABFAC0}"/>
          </ac:picMkLst>
        </pc:picChg>
        <pc:picChg chg="add mod">
          <ac:chgData name="Dieter Beaven" userId="9bbdb69f-69d0-4759-aa9b-5c090a2da237" providerId="ADAL" clId="{F95AE5B9-5693-47CF-84F6-4D36A4565940}" dt="2024-12-10T16:19:41.249" v="3" actId="1076"/>
          <ac:picMkLst>
            <pc:docMk/>
            <pc:sldMk cId="173887519" sldId="533"/>
            <ac:picMk id="8" creationId="{7206BBFE-47D2-8A61-6C77-DE22F5E5BA36}"/>
          </ac:picMkLst>
        </pc:picChg>
      </pc:sldChg>
      <pc:sldChg chg="add">
        <pc:chgData name="Dieter Beaven" userId="9bbdb69f-69d0-4759-aa9b-5c090a2da237" providerId="ADAL" clId="{F95AE5B9-5693-47CF-84F6-4D36A4565940}" dt="2024-12-10T16:40:51.035" v="11"/>
        <pc:sldMkLst>
          <pc:docMk/>
          <pc:sldMk cId="2214681041" sldId="582"/>
        </pc:sldMkLst>
      </pc:sldChg>
      <pc:sldChg chg="add">
        <pc:chgData name="Dieter Beaven" userId="9bbdb69f-69d0-4759-aa9b-5c090a2da237" providerId="ADAL" clId="{F95AE5B9-5693-47CF-84F6-4D36A4565940}" dt="2024-12-10T16:40:51.035" v="11"/>
        <pc:sldMkLst>
          <pc:docMk/>
          <pc:sldMk cId="2126887055" sldId="584"/>
        </pc:sldMkLst>
      </pc:sldChg>
      <pc:sldChg chg="add">
        <pc:chgData name="Dieter Beaven" userId="9bbdb69f-69d0-4759-aa9b-5c090a2da237" providerId="ADAL" clId="{F95AE5B9-5693-47CF-84F6-4D36A4565940}" dt="2024-12-10T16:40:51.035" v="11"/>
        <pc:sldMkLst>
          <pc:docMk/>
          <pc:sldMk cId="1811924599" sldId="585"/>
        </pc:sldMkLst>
      </pc:sldChg>
      <pc:sldChg chg="addSp modSp mod">
        <pc:chgData name="Dieter Beaven" userId="9bbdb69f-69d0-4759-aa9b-5c090a2da237" providerId="ADAL" clId="{F95AE5B9-5693-47CF-84F6-4D36A4565940}" dt="2024-12-10T16:39:45.423" v="10" actId="1076"/>
        <pc:sldMkLst>
          <pc:docMk/>
          <pc:sldMk cId="464788855" sldId="701"/>
        </pc:sldMkLst>
        <pc:picChg chg="add mod">
          <ac:chgData name="Dieter Beaven" userId="9bbdb69f-69d0-4759-aa9b-5c090a2da237" providerId="ADAL" clId="{F95AE5B9-5693-47CF-84F6-4D36A4565940}" dt="2024-12-10T16:39:45.423" v="10" actId="1076"/>
          <ac:picMkLst>
            <pc:docMk/>
            <pc:sldMk cId="464788855" sldId="701"/>
            <ac:picMk id="6" creationId="{A8BA92AD-AA83-5B61-A807-E41D8C12DE1D}"/>
          </ac:picMkLst>
        </pc:picChg>
      </pc:sldChg>
      <pc:sldChg chg="addSp modSp mod">
        <pc:chgData name="Dieter Beaven" userId="9bbdb69f-69d0-4759-aa9b-5c090a2da237" providerId="ADAL" clId="{F95AE5B9-5693-47CF-84F6-4D36A4565940}" dt="2024-12-10T16:20:40.384" v="6" actId="1076"/>
        <pc:sldMkLst>
          <pc:docMk/>
          <pc:sldMk cId="3902928920" sldId="718"/>
        </pc:sldMkLst>
        <pc:picChg chg="add mod">
          <ac:chgData name="Dieter Beaven" userId="9bbdb69f-69d0-4759-aa9b-5c090a2da237" providerId="ADAL" clId="{F95AE5B9-5693-47CF-84F6-4D36A4565940}" dt="2024-12-10T16:20:40.384" v="6" actId="1076"/>
          <ac:picMkLst>
            <pc:docMk/>
            <pc:sldMk cId="3902928920" sldId="718"/>
            <ac:picMk id="6" creationId="{0B6F0CD0-F534-CC23-2B25-2C699B43CF1B}"/>
          </ac:picMkLst>
        </pc:picChg>
      </pc:sldChg>
    </pc:docChg>
  </pc:docChgLst>
  <pc:docChgLst>
    <pc:chgData name="Dieter Beaven" userId="9bbdb69f-69d0-4759-aa9b-5c090a2da237" providerId="ADAL" clId="{2FFCC0BE-FC24-4544-85A6-5647C4F89ED7}"/>
    <pc:docChg chg="custSel delSld modSld">
      <pc:chgData name="Dieter Beaven" userId="9bbdb69f-69d0-4759-aa9b-5c090a2da237" providerId="ADAL" clId="{2FFCC0BE-FC24-4544-85A6-5647C4F89ED7}" dt="2024-12-17T16:41:58.429" v="34" actId="478"/>
      <pc:docMkLst>
        <pc:docMk/>
      </pc:docMkLst>
      <pc:sldChg chg="delSp mod">
        <pc:chgData name="Dieter Beaven" userId="9bbdb69f-69d0-4759-aa9b-5c090a2da237" providerId="ADAL" clId="{2FFCC0BE-FC24-4544-85A6-5647C4F89ED7}" dt="2024-12-17T16:41:50.773" v="30" actId="478"/>
        <pc:sldMkLst>
          <pc:docMk/>
          <pc:sldMk cId="173887519" sldId="533"/>
        </pc:sldMkLst>
        <pc:picChg chg="del">
          <ac:chgData name="Dieter Beaven" userId="9bbdb69f-69d0-4759-aa9b-5c090a2da237" providerId="ADAL" clId="{2FFCC0BE-FC24-4544-85A6-5647C4F89ED7}" dt="2024-12-17T16:41:50.773" v="30" actId="478"/>
          <ac:picMkLst>
            <pc:docMk/>
            <pc:sldMk cId="173887519" sldId="533"/>
            <ac:picMk id="6" creationId="{19633A17-17A1-7A70-5602-F932599D0C0B}"/>
          </ac:picMkLst>
        </pc:picChg>
      </pc:sldChg>
      <pc:sldChg chg="del">
        <pc:chgData name="Dieter Beaven" userId="9bbdb69f-69d0-4759-aa9b-5c090a2da237" providerId="ADAL" clId="{2FFCC0BE-FC24-4544-85A6-5647C4F89ED7}" dt="2024-12-17T16:41:44.955" v="24" actId="47"/>
        <pc:sldMkLst>
          <pc:docMk/>
          <pc:sldMk cId="519013552" sldId="642"/>
        </pc:sldMkLst>
      </pc:sldChg>
      <pc:sldChg chg="del">
        <pc:chgData name="Dieter Beaven" userId="9bbdb69f-69d0-4759-aa9b-5c090a2da237" providerId="ADAL" clId="{2FFCC0BE-FC24-4544-85A6-5647C4F89ED7}" dt="2024-12-17T16:41:45.798" v="25" actId="47"/>
        <pc:sldMkLst>
          <pc:docMk/>
          <pc:sldMk cId="308390081" sldId="643"/>
        </pc:sldMkLst>
      </pc:sldChg>
      <pc:sldChg chg="del">
        <pc:chgData name="Dieter Beaven" userId="9bbdb69f-69d0-4759-aa9b-5c090a2da237" providerId="ADAL" clId="{2FFCC0BE-FC24-4544-85A6-5647C4F89ED7}" dt="2024-12-17T16:41:46.275" v="26" actId="47"/>
        <pc:sldMkLst>
          <pc:docMk/>
          <pc:sldMk cId="1440638986" sldId="644"/>
        </pc:sldMkLst>
      </pc:sldChg>
      <pc:sldChg chg="del">
        <pc:chgData name="Dieter Beaven" userId="9bbdb69f-69d0-4759-aa9b-5c090a2da237" providerId="ADAL" clId="{2FFCC0BE-FC24-4544-85A6-5647C4F89ED7}" dt="2024-12-17T16:41:46.806" v="27" actId="47"/>
        <pc:sldMkLst>
          <pc:docMk/>
          <pc:sldMk cId="1490156849" sldId="646"/>
        </pc:sldMkLst>
      </pc:sldChg>
      <pc:sldChg chg="del">
        <pc:chgData name="Dieter Beaven" userId="9bbdb69f-69d0-4759-aa9b-5c090a2da237" providerId="ADAL" clId="{2FFCC0BE-FC24-4544-85A6-5647C4F89ED7}" dt="2024-12-17T16:41:47.570" v="28" actId="47"/>
        <pc:sldMkLst>
          <pc:docMk/>
          <pc:sldMk cId="1679143814" sldId="647"/>
        </pc:sldMkLst>
      </pc:sldChg>
      <pc:sldChg chg="del">
        <pc:chgData name="Dieter Beaven" userId="9bbdb69f-69d0-4759-aa9b-5c090a2da237" providerId="ADAL" clId="{2FFCC0BE-FC24-4544-85A6-5647C4F89ED7}" dt="2024-12-17T16:41:48.742" v="29" actId="47"/>
        <pc:sldMkLst>
          <pc:docMk/>
          <pc:sldMk cId="4689981" sldId="648"/>
        </pc:sldMkLst>
      </pc:sldChg>
      <pc:sldChg chg="delSp mod">
        <pc:chgData name="Dieter Beaven" userId="9bbdb69f-69d0-4759-aa9b-5c090a2da237" providerId="ADAL" clId="{2FFCC0BE-FC24-4544-85A6-5647C4F89ED7}" dt="2024-12-17T16:41:57.179" v="33" actId="478"/>
        <pc:sldMkLst>
          <pc:docMk/>
          <pc:sldMk cId="464788855" sldId="701"/>
        </pc:sldMkLst>
        <pc:picChg chg="del">
          <ac:chgData name="Dieter Beaven" userId="9bbdb69f-69d0-4759-aa9b-5c090a2da237" providerId="ADAL" clId="{2FFCC0BE-FC24-4544-85A6-5647C4F89ED7}" dt="2024-12-17T16:41:57.179" v="33" actId="478"/>
          <ac:picMkLst>
            <pc:docMk/>
            <pc:sldMk cId="464788855" sldId="701"/>
            <ac:picMk id="7" creationId="{1545D896-8CBC-0EBA-7446-7B95E04A2DF4}"/>
          </ac:picMkLst>
        </pc:picChg>
      </pc:sldChg>
      <pc:sldChg chg="modSp mod">
        <pc:chgData name="Dieter Beaven" userId="9bbdb69f-69d0-4759-aa9b-5c090a2da237" providerId="ADAL" clId="{2FFCC0BE-FC24-4544-85A6-5647C4F89ED7}" dt="2024-12-17T16:41:37.652" v="23" actId="20577"/>
        <pc:sldMkLst>
          <pc:docMk/>
          <pc:sldMk cId="938785864" sldId="717"/>
        </pc:sldMkLst>
        <pc:spChg chg="mod">
          <ac:chgData name="Dieter Beaven" userId="9bbdb69f-69d0-4759-aa9b-5c090a2da237" providerId="ADAL" clId="{2FFCC0BE-FC24-4544-85A6-5647C4F89ED7}" dt="2024-12-17T16:41:37.652" v="23" actId="20577"/>
          <ac:spMkLst>
            <pc:docMk/>
            <pc:sldMk cId="938785864" sldId="717"/>
            <ac:spMk id="2" creationId="{00000000-0000-0000-0000-000000000000}"/>
          </ac:spMkLst>
        </pc:spChg>
      </pc:sldChg>
      <pc:sldChg chg="delSp mod">
        <pc:chgData name="Dieter Beaven" userId="9bbdb69f-69d0-4759-aa9b-5c090a2da237" providerId="ADAL" clId="{2FFCC0BE-FC24-4544-85A6-5647C4F89ED7}" dt="2024-12-17T16:41:52.070" v="31" actId="478"/>
        <pc:sldMkLst>
          <pc:docMk/>
          <pc:sldMk cId="3902928920" sldId="718"/>
        </pc:sldMkLst>
        <pc:picChg chg="del">
          <ac:chgData name="Dieter Beaven" userId="9bbdb69f-69d0-4759-aa9b-5c090a2da237" providerId="ADAL" clId="{2FFCC0BE-FC24-4544-85A6-5647C4F89ED7}" dt="2024-12-17T16:41:52.070" v="31" actId="478"/>
          <ac:picMkLst>
            <pc:docMk/>
            <pc:sldMk cId="3902928920" sldId="718"/>
            <ac:picMk id="7" creationId="{A9304D5B-0868-1DA1-A342-C22D2AAEE5FE}"/>
          </ac:picMkLst>
        </pc:picChg>
      </pc:sldChg>
      <pc:sldChg chg="delSp mod">
        <pc:chgData name="Dieter Beaven" userId="9bbdb69f-69d0-4759-aa9b-5c090a2da237" providerId="ADAL" clId="{2FFCC0BE-FC24-4544-85A6-5647C4F89ED7}" dt="2024-12-17T16:41:53.211" v="32" actId="478"/>
        <pc:sldMkLst>
          <pc:docMk/>
          <pc:sldMk cId="1631546961" sldId="719"/>
        </pc:sldMkLst>
        <pc:picChg chg="del">
          <ac:chgData name="Dieter Beaven" userId="9bbdb69f-69d0-4759-aa9b-5c090a2da237" providerId="ADAL" clId="{2FFCC0BE-FC24-4544-85A6-5647C4F89ED7}" dt="2024-12-17T16:41:53.211" v="32" actId="478"/>
          <ac:picMkLst>
            <pc:docMk/>
            <pc:sldMk cId="1631546961" sldId="719"/>
            <ac:picMk id="6" creationId="{7D69BA0B-3CC2-3921-F2A8-A7E1CE765695}"/>
          </ac:picMkLst>
        </pc:picChg>
      </pc:sldChg>
      <pc:sldChg chg="delSp mod">
        <pc:chgData name="Dieter Beaven" userId="9bbdb69f-69d0-4759-aa9b-5c090a2da237" providerId="ADAL" clId="{2FFCC0BE-FC24-4544-85A6-5647C4F89ED7}" dt="2024-12-17T16:41:58.429" v="34" actId="478"/>
        <pc:sldMkLst>
          <pc:docMk/>
          <pc:sldMk cId="1127558906" sldId="720"/>
        </pc:sldMkLst>
        <pc:picChg chg="del">
          <ac:chgData name="Dieter Beaven" userId="9bbdb69f-69d0-4759-aa9b-5c090a2da237" providerId="ADAL" clId="{2FFCC0BE-FC24-4544-85A6-5647C4F89ED7}" dt="2024-12-17T16:41:58.429" v="34" actId="478"/>
          <ac:picMkLst>
            <pc:docMk/>
            <pc:sldMk cId="1127558906" sldId="720"/>
            <ac:picMk id="8" creationId="{AE054D04-3A90-71C2-2CB8-CED3580EA3D8}"/>
          </ac:picMkLst>
        </pc:picChg>
      </pc:sldChg>
    </pc:docChg>
  </pc:docChgLst>
  <pc:docChgLst>
    <pc:chgData name="Dieter Beaven" userId="9bbdb69f-69d0-4759-aa9b-5c090a2da237" providerId="ADAL" clId="{EA8BAB0F-7536-4D0B-8892-B624F71C1627}"/>
    <pc:docChg chg="undo custSel addSld delSld modSld">
      <pc:chgData name="Dieter Beaven" userId="9bbdb69f-69d0-4759-aa9b-5c090a2da237" providerId="ADAL" clId="{EA8BAB0F-7536-4D0B-8892-B624F71C1627}" dt="2024-12-11T17:16:25.189" v="98" actId="1076"/>
      <pc:docMkLst>
        <pc:docMk/>
      </pc:docMkLst>
      <pc:sldChg chg="modSp mod">
        <pc:chgData name="Dieter Beaven" userId="9bbdb69f-69d0-4759-aa9b-5c090a2da237" providerId="ADAL" clId="{EA8BAB0F-7536-4D0B-8892-B624F71C1627}" dt="2024-12-11T17:05:42.942" v="60" actId="20577"/>
        <pc:sldMkLst>
          <pc:docMk/>
          <pc:sldMk cId="2586607706" sldId="531"/>
        </pc:sldMkLst>
        <pc:spChg chg="mod">
          <ac:chgData name="Dieter Beaven" userId="9bbdb69f-69d0-4759-aa9b-5c090a2da237" providerId="ADAL" clId="{EA8BAB0F-7536-4D0B-8892-B624F71C1627}" dt="2024-12-11T17:05:33.801" v="56" actId="20577"/>
          <ac:spMkLst>
            <pc:docMk/>
            <pc:sldMk cId="2586607706" sldId="531"/>
            <ac:spMk id="3" creationId="{00000000-0000-0000-0000-000000000000}"/>
          </ac:spMkLst>
        </pc:spChg>
        <pc:spChg chg="mod">
          <ac:chgData name="Dieter Beaven" userId="9bbdb69f-69d0-4759-aa9b-5c090a2da237" providerId="ADAL" clId="{EA8BAB0F-7536-4D0B-8892-B624F71C1627}" dt="2024-12-11T17:05:42.942" v="60" actId="20577"/>
          <ac:spMkLst>
            <pc:docMk/>
            <pc:sldMk cId="2586607706" sldId="531"/>
            <ac:spMk id="5" creationId="{00000000-0000-0000-0000-000000000000}"/>
          </ac:spMkLst>
        </pc:spChg>
      </pc:sldChg>
      <pc:sldChg chg="addSp delSp mod">
        <pc:chgData name="Dieter Beaven" userId="9bbdb69f-69d0-4759-aa9b-5c090a2da237" providerId="ADAL" clId="{EA8BAB0F-7536-4D0B-8892-B624F71C1627}" dt="2024-12-11T17:11:11.790" v="81" actId="22"/>
        <pc:sldMkLst>
          <pc:docMk/>
          <pc:sldMk cId="173887519" sldId="533"/>
        </pc:sldMkLst>
        <pc:picChg chg="add">
          <ac:chgData name="Dieter Beaven" userId="9bbdb69f-69d0-4759-aa9b-5c090a2da237" providerId="ADAL" clId="{EA8BAB0F-7536-4D0B-8892-B624F71C1627}" dt="2024-12-11T17:11:11.790" v="81" actId="22"/>
          <ac:picMkLst>
            <pc:docMk/>
            <pc:sldMk cId="173887519" sldId="533"/>
            <ac:picMk id="6" creationId="{19633A17-17A1-7A70-5602-F932599D0C0B}"/>
          </ac:picMkLst>
        </pc:picChg>
        <pc:picChg chg="del">
          <ac:chgData name="Dieter Beaven" userId="9bbdb69f-69d0-4759-aa9b-5c090a2da237" providerId="ADAL" clId="{EA8BAB0F-7536-4D0B-8892-B624F71C1627}" dt="2024-12-11T17:05:46.835" v="61" actId="478"/>
          <ac:picMkLst>
            <pc:docMk/>
            <pc:sldMk cId="173887519" sldId="533"/>
            <ac:picMk id="8" creationId="{7206BBFE-47D2-8A61-6C77-DE22F5E5BA36}"/>
          </ac:picMkLst>
        </pc:picChg>
      </pc:sldChg>
      <pc:sldChg chg="del">
        <pc:chgData name="Dieter Beaven" userId="9bbdb69f-69d0-4759-aa9b-5c090a2da237" providerId="ADAL" clId="{EA8BAB0F-7536-4D0B-8892-B624F71C1627}" dt="2024-12-11T17:05:25.035" v="50" actId="47"/>
        <pc:sldMkLst>
          <pc:docMk/>
          <pc:sldMk cId="2214681041" sldId="582"/>
        </pc:sldMkLst>
      </pc:sldChg>
      <pc:sldChg chg="del">
        <pc:chgData name="Dieter Beaven" userId="9bbdb69f-69d0-4759-aa9b-5c090a2da237" providerId="ADAL" clId="{EA8BAB0F-7536-4D0B-8892-B624F71C1627}" dt="2024-12-11T17:05:25.761" v="51" actId="47"/>
        <pc:sldMkLst>
          <pc:docMk/>
          <pc:sldMk cId="2126887055" sldId="584"/>
        </pc:sldMkLst>
      </pc:sldChg>
      <pc:sldChg chg="del">
        <pc:chgData name="Dieter Beaven" userId="9bbdb69f-69d0-4759-aa9b-5c090a2da237" providerId="ADAL" clId="{EA8BAB0F-7536-4D0B-8892-B624F71C1627}" dt="2024-12-11T17:05:26.221" v="52" actId="47"/>
        <pc:sldMkLst>
          <pc:docMk/>
          <pc:sldMk cId="1811924599" sldId="585"/>
        </pc:sldMkLst>
      </pc:sldChg>
      <pc:sldChg chg="modSp add">
        <pc:chgData name="Dieter Beaven" userId="9bbdb69f-69d0-4759-aa9b-5c090a2da237" providerId="ADAL" clId="{EA8BAB0F-7536-4D0B-8892-B624F71C1627}" dt="2024-12-11T17:07:13.476" v="78" actId="20577"/>
        <pc:sldMkLst>
          <pc:docMk/>
          <pc:sldMk cId="519013552" sldId="642"/>
        </pc:sldMkLst>
        <pc:spChg chg="mod">
          <ac:chgData name="Dieter Beaven" userId="9bbdb69f-69d0-4759-aa9b-5c090a2da237" providerId="ADAL" clId="{EA8BAB0F-7536-4D0B-8892-B624F71C1627}" dt="2024-12-11T17:07:08.909" v="71" actId="20577"/>
          <ac:spMkLst>
            <pc:docMk/>
            <pc:sldMk cId="519013552" sldId="642"/>
            <ac:spMk id="47" creationId="{00000000-0000-0000-0000-000000000000}"/>
          </ac:spMkLst>
        </pc:spChg>
        <pc:spChg chg="mod">
          <ac:chgData name="Dieter Beaven" userId="9bbdb69f-69d0-4759-aa9b-5c090a2da237" providerId="ADAL" clId="{EA8BAB0F-7536-4D0B-8892-B624F71C1627}" dt="2024-12-11T17:07:13.476" v="78" actId="20577"/>
          <ac:spMkLst>
            <pc:docMk/>
            <pc:sldMk cId="519013552" sldId="642"/>
            <ac:spMk id="60" creationId="{00000000-0000-0000-0000-000000000000}"/>
          </ac:spMkLst>
        </pc:spChg>
      </pc:sldChg>
      <pc:sldChg chg="add">
        <pc:chgData name="Dieter Beaven" userId="9bbdb69f-69d0-4759-aa9b-5c090a2da237" providerId="ADAL" clId="{EA8BAB0F-7536-4D0B-8892-B624F71C1627}" dt="2024-12-11T17:06:55.038" v="64"/>
        <pc:sldMkLst>
          <pc:docMk/>
          <pc:sldMk cId="308390081" sldId="643"/>
        </pc:sldMkLst>
      </pc:sldChg>
      <pc:sldChg chg="add">
        <pc:chgData name="Dieter Beaven" userId="9bbdb69f-69d0-4759-aa9b-5c090a2da237" providerId="ADAL" clId="{EA8BAB0F-7536-4D0B-8892-B624F71C1627}" dt="2024-12-11T17:06:55.038" v="64"/>
        <pc:sldMkLst>
          <pc:docMk/>
          <pc:sldMk cId="1440638986" sldId="644"/>
        </pc:sldMkLst>
      </pc:sldChg>
      <pc:sldChg chg="add del">
        <pc:chgData name="Dieter Beaven" userId="9bbdb69f-69d0-4759-aa9b-5c090a2da237" providerId="ADAL" clId="{EA8BAB0F-7536-4D0B-8892-B624F71C1627}" dt="2024-12-11T17:07:47.452" v="79" actId="47"/>
        <pc:sldMkLst>
          <pc:docMk/>
          <pc:sldMk cId="2842025953" sldId="645"/>
        </pc:sldMkLst>
      </pc:sldChg>
      <pc:sldChg chg="add">
        <pc:chgData name="Dieter Beaven" userId="9bbdb69f-69d0-4759-aa9b-5c090a2da237" providerId="ADAL" clId="{EA8BAB0F-7536-4D0B-8892-B624F71C1627}" dt="2024-12-11T17:06:55.038" v="64"/>
        <pc:sldMkLst>
          <pc:docMk/>
          <pc:sldMk cId="1490156849" sldId="646"/>
        </pc:sldMkLst>
      </pc:sldChg>
      <pc:sldChg chg="add">
        <pc:chgData name="Dieter Beaven" userId="9bbdb69f-69d0-4759-aa9b-5c090a2da237" providerId="ADAL" clId="{EA8BAB0F-7536-4D0B-8892-B624F71C1627}" dt="2024-12-11T17:06:55.038" v="64"/>
        <pc:sldMkLst>
          <pc:docMk/>
          <pc:sldMk cId="1679143814" sldId="647"/>
        </pc:sldMkLst>
      </pc:sldChg>
      <pc:sldChg chg="modSp add">
        <pc:chgData name="Dieter Beaven" userId="9bbdb69f-69d0-4759-aa9b-5c090a2da237" providerId="ADAL" clId="{EA8BAB0F-7536-4D0B-8892-B624F71C1627}" dt="2024-12-11T17:08:19.620" v="80" actId="6549"/>
        <pc:sldMkLst>
          <pc:docMk/>
          <pc:sldMk cId="4689981" sldId="648"/>
        </pc:sldMkLst>
        <pc:spChg chg="mod">
          <ac:chgData name="Dieter Beaven" userId="9bbdb69f-69d0-4759-aa9b-5c090a2da237" providerId="ADAL" clId="{EA8BAB0F-7536-4D0B-8892-B624F71C1627}" dt="2024-12-11T17:08:19.620" v="80" actId="6549"/>
          <ac:spMkLst>
            <pc:docMk/>
            <pc:sldMk cId="4689981" sldId="648"/>
            <ac:spMk id="28" creationId="{6837DF74-9DCB-4DC9-BC57-4920027A5A3C}"/>
          </ac:spMkLst>
        </pc:spChg>
      </pc:sldChg>
      <pc:sldChg chg="addSp delSp modSp mod">
        <pc:chgData name="Dieter Beaven" userId="9bbdb69f-69d0-4759-aa9b-5c090a2da237" providerId="ADAL" clId="{EA8BAB0F-7536-4D0B-8892-B624F71C1627}" dt="2024-12-11T17:15:55.968" v="92" actId="1076"/>
        <pc:sldMkLst>
          <pc:docMk/>
          <pc:sldMk cId="464788855" sldId="701"/>
        </pc:sldMkLst>
        <pc:picChg chg="del">
          <ac:chgData name="Dieter Beaven" userId="9bbdb69f-69d0-4759-aa9b-5c090a2da237" providerId="ADAL" clId="{EA8BAB0F-7536-4D0B-8892-B624F71C1627}" dt="2024-12-11T17:05:49.437" v="63" actId="478"/>
          <ac:picMkLst>
            <pc:docMk/>
            <pc:sldMk cId="464788855" sldId="701"/>
            <ac:picMk id="6" creationId="{A8BA92AD-AA83-5B61-A807-E41D8C12DE1D}"/>
          </ac:picMkLst>
        </pc:picChg>
        <pc:picChg chg="add mod">
          <ac:chgData name="Dieter Beaven" userId="9bbdb69f-69d0-4759-aa9b-5c090a2da237" providerId="ADAL" clId="{EA8BAB0F-7536-4D0B-8892-B624F71C1627}" dt="2024-12-11T17:15:55.968" v="92" actId="1076"/>
          <ac:picMkLst>
            <pc:docMk/>
            <pc:sldMk cId="464788855" sldId="701"/>
            <ac:picMk id="7" creationId="{1545D896-8CBC-0EBA-7446-7B95E04A2DF4}"/>
          </ac:picMkLst>
        </pc:picChg>
      </pc:sldChg>
      <pc:sldChg chg="modSp mod">
        <pc:chgData name="Dieter Beaven" userId="9bbdb69f-69d0-4759-aa9b-5c090a2da237" providerId="ADAL" clId="{EA8BAB0F-7536-4D0B-8892-B624F71C1627}" dt="2024-12-11T17:05:20.624" v="49" actId="20577"/>
        <pc:sldMkLst>
          <pc:docMk/>
          <pc:sldMk cId="938785864" sldId="717"/>
        </pc:sldMkLst>
        <pc:spChg chg="mod">
          <ac:chgData name="Dieter Beaven" userId="9bbdb69f-69d0-4759-aa9b-5c090a2da237" providerId="ADAL" clId="{EA8BAB0F-7536-4D0B-8892-B624F71C1627}" dt="2024-12-11T17:05:20.624" v="49" actId="20577"/>
          <ac:spMkLst>
            <pc:docMk/>
            <pc:sldMk cId="938785864" sldId="717"/>
            <ac:spMk id="2" creationId="{00000000-0000-0000-0000-000000000000}"/>
          </ac:spMkLst>
        </pc:spChg>
      </pc:sldChg>
      <pc:sldChg chg="addSp delSp modSp mod">
        <pc:chgData name="Dieter Beaven" userId="9bbdb69f-69d0-4759-aa9b-5c090a2da237" providerId="ADAL" clId="{EA8BAB0F-7536-4D0B-8892-B624F71C1627}" dt="2024-12-11T17:12:03.592" v="85" actId="1076"/>
        <pc:sldMkLst>
          <pc:docMk/>
          <pc:sldMk cId="3902928920" sldId="718"/>
        </pc:sldMkLst>
        <pc:picChg chg="del">
          <ac:chgData name="Dieter Beaven" userId="9bbdb69f-69d0-4759-aa9b-5c090a2da237" providerId="ADAL" clId="{EA8BAB0F-7536-4D0B-8892-B624F71C1627}" dt="2024-12-11T17:05:48.156" v="62" actId="478"/>
          <ac:picMkLst>
            <pc:docMk/>
            <pc:sldMk cId="3902928920" sldId="718"/>
            <ac:picMk id="6" creationId="{0B6F0CD0-F534-CC23-2B25-2C699B43CF1B}"/>
          </ac:picMkLst>
        </pc:picChg>
        <pc:picChg chg="add mod">
          <ac:chgData name="Dieter Beaven" userId="9bbdb69f-69d0-4759-aa9b-5c090a2da237" providerId="ADAL" clId="{EA8BAB0F-7536-4D0B-8892-B624F71C1627}" dt="2024-12-11T17:12:03.592" v="85" actId="1076"/>
          <ac:picMkLst>
            <pc:docMk/>
            <pc:sldMk cId="3902928920" sldId="718"/>
            <ac:picMk id="7" creationId="{A9304D5B-0868-1DA1-A342-C22D2AAEE5FE}"/>
          </ac:picMkLst>
        </pc:picChg>
      </pc:sldChg>
      <pc:sldChg chg="addSp modSp add mod">
        <pc:chgData name="Dieter Beaven" userId="9bbdb69f-69d0-4759-aa9b-5c090a2da237" providerId="ADAL" clId="{EA8BAB0F-7536-4D0B-8892-B624F71C1627}" dt="2024-12-11T17:12:48.811" v="87" actId="1076"/>
        <pc:sldMkLst>
          <pc:docMk/>
          <pc:sldMk cId="1631546961" sldId="719"/>
        </pc:sldMkLst>
        <pc:picChg chg="add mod">
          <ac:chgData name="Dieter Beaven" userId="9bbdb69f-69d0-4759-aa9b-5c090a2da237" providerId="ADAL" clId="{EA8BAB0F-7536-4D0B-8892-B624F71C1627}" dt="2024-12-11T17:12:48.811" v="87" actId="1076"/>
          <ac:picMkLst>
            <pc:docMk/>
            <pc:sldMk cId="1631546961" sldId="719"/>
            <ac:picMk id="6" creationId="{7D69BA0B-3CC2-3921-F2A8-A7E1CE765695}"/>
          </ac:picMkLst>
        </pc:picChg>
      </pc:sldChg>
      <pc:sldChg chg="addSp delSp modSp add mod">
        <pc:chgData name="Dieter Beaven" userId="9bbdb69f-69d0-4759-aa9b-5c090a2da237" providerId="ADAL" clId="{EA8BAB0F-7536-4D0B-8892-B624F71C1627}" dt="2024-12-11T17:16:25.189" v="98" actId="1076"/>
        <pc:sldMkLst>
          <pc:docMk/>
          <pc:sldMk cId="1127558906" sldId="720"/>
        </pc:sldMkLst>
        <pc:picChg chg="add del mod">
          <ac:chgData name="Dieter Beaven" userId="9bbdb69f-69d0-4759-aa9b-5c090a2da237" providerId="ADAL" clId="{EA8BAB0F-7536-4D0B-8892-B624F71C1627}" dt="2024-12-11T17:16:19.901" v="96" actId="22"/>
          <ac:picMkLst>
            <pc:docMk/>
            <pc:sldMk cId="1127558906" sldId="720"/>
            <ac:picMk id="6" creationId="{9180C01C-65B0-DABF-6E76-B341B40BAB45}"/>
          </ac:picMkLst>
        </pc:picChg>
        <pc:picChg chg="add mod">
          <ac:chgData name="Dieter Beaven" userId="9bbdb69f-69d0-4759-aa9b-5c090a2da237" providerId="ADAL" clId="{EA8BAB0F-7536-4D0B-8892-B624F71C1627}" dt="2024-12-11T17:16:25.189" v="98" actId="1076"/>
          <ac:picMkLst>
            <pc:docMk/>
            <pc:sldMk cId="1127558906" sldId="720"/>
            <ac:picMk id="8" creationId="{AE054D04-3A90-71C2-2CB8-CED3580EA3D8}"/>
          </ac:picMkLst>
        </pc:picChg>
      </pc:sldChg>
      <pc:sldChg chg="add del">
        <pc:chgData name="Dieter Beaven" userId="9bbdb69f-69d0-4759-aa9b-5c090a2da237" providerId="ADAL" clId="{EA8BAB0F-7536-4D0B-8892-B624F71C1627}" dt="2024-12-11T17:12:50.671" v="88" actId="47"/>
        <pc:sldMkLst>
          <pc:docMk/>
          <pc:sldMk cId="3955233091" sldId="7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17/12/2024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28161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87517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32520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56617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2005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340891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9712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6649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02339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962211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17/12/2024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07.png"/><Relationship Id="rId4" Type="http://schemas.openxmlformats.org/officeDocument/2006/relationships/image" Target="../media/image106.png"/></Relationships>
</file>

<file path=ppt/slides/_rels/slide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4.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82.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2.png"/><Relationship Id="rId2" Type="http://schemas.openxmlformats.org/officeDocument/2006/relationships/image" Target="../media/image11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1.png"/><Relationship Id="rId5" Type="http://schemas.openxmlformats.org/officeDocument/2006/relationships/image" Target="../media/image116.png"/><Relationship Id="rId15" Type="http://schemas.openxmlformats.org/officeDocument/2006/relationships/image" Target="../media/image124.png"/><Relationship Id="rId10" Type="http://schemas.openxmlformats.org/officeDocument/2006/relationships/image" Target="../media/image79.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3.png"/></Relationships>
</file>

<file path=ppt/slides/_rels/slide5.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18" Type="http://schemas.openxmlformats.org/officeDocument/2006/relationships/image" Target="../media/image140.png"/><Relationship Id="rId3" Type="http://schemas.openxmlformats.org/officeDocument/2006/relationships/image" Target="../media/image126.png"/><Relationship Id="rId7" Type="http://schemas.openxmlformats.org/officeDocument/2006/relationships/image" Target="../media/image129.png"/><Relationship Id="rId12" Type="http://schemas.openxmlformats.org/officeDocument/2006/relationships/image" Target="../media/image134.png"/><Relationship Id="rId17" Type="http://schemas.openxmlformats.org/officeDocument/2006/relationships/image" Target="../media/image139.png"/><Relationship Id="rId2" Type="http://schemas.openxmlformats.org/officeDocument/2006/relationships/image" Target="../media/image125.png"/><Relationship Id="rId16" Type="http://schemas.openxmlformats.org/officeDocument/2006/relationships/image" Target="../media/image138.png"/><Relationship Id="rId20" Type="http://schemas.openxmlformats.org/officeDocument/2006/relationships/image" Target="../media/image142.png"/><Relationship Id="rId1" Type="http://schemas.openxmlformats.org/officeDocument/2006/relationships/slideLayout" Target="../slideLayouts/slideLayout7.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79.png"/><Relationship Id="rId15" Type="http://schemas.openxmlformats.org/officeDocument/2006/relationships/image" Target="../media/image137.png"/><Relationship Id="rId10" Type="http://schemas.openxmlformats.org/officeDocument/2006/relationships/image" Target="../media/image132.png"/><Relationship Id="rId19" Type="http://schemas.openxmlformats.org/officeDocument/2006/relationships/image" Target="../media/image141.png"/><Relationship Id="rId4" Type="http://schemas.openxmlformats.org/officeDocument/2006/relationships/image" Target="../media/image127.png"/><Relationship Id="rId9" Type="http://schemas.openxmlformats.org/officeDocument/2006/relationships/image" Target="../media/image131.png"/><Relationship Id="rId14" Type="http://schemas.openxmlformats.org/officeDocument/2006/relationships/image" Target="../media/image136.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130425"/>
            <a:ext cx="8640960" cy="3026767"/>
          </a:xfrm>
        </p:spPr>
        <p:txBody>
          <a:bodyPr>
            <a:normAutofit/>
          </a:bodyPr>
          <a:lstStyle/>
          <a:p>
            <a:r>
              <a:rPr lang="en-GB" b="1" dirty="0">
                <a:solidFill>
                  <a:srgbClr val="92D050"/>
                </a:solidFill>
              </a:rPr>
              <a:t>P2 Chapter 5: </a:t>
            </a:r>
            <a:r>
              <a:rPr lang="en-GB" dirty="0">
                <a:solidFill>
                  <a:schemeClr val="accent5"/>
                </a:solidFill>
              </a:rPr>
              <a:t>Radians</a:t>
            </a:r>
            <a:br>
              <a:rPr lang="en-GB" dirty="0"/>
            </a:br>
            <a:br>
              <a:rPr lang="en-GB" dirty="0"/>
            </a:br>
            <a:r>
              <a:rPr lang="en-GB" dirty="0"/>
              <a:t>Sectors and Segments</a:t>
            </a:r>
          </a:p>
        </p:txBody>
      </p:sp>
      <p:cxnSp>
        <p:nvCxnSpPr>
          <p:cNvPr id="8" name="Straight Connector 7"/>
          <p:cNvCxnSpPr/>
          <p:nvPr/>
        </p:nvCxnSpPr>
        <p:spPr>
          <a:xfrm>
            <a:off x="0" y="1268760"/>
            <a:ext cx="9144000"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8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Sector Area</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Oval 4"/>
          <p:cNvSpPr/>
          <p:nvPr/>
        </p:nvSpPr>
        <p:spPr>
          <a:xfrm>
            <a:off x="2699792" y="836712"/>
            <a:ext cx="3096344" cy="30243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Connector 7"/>
          <p:cNvCxnSpPr>
            <a:stCxn id="5" idx="0"/>
          </p:cNvCxnSpPr>
          <p:nvPr/>
        </p:nvCxnSpPr>
        <p:spPr>
          <a:xfrm>
            <a:off x="4247964" y="836712"/>
            <a:ext cx="12732" cy="151636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cxnSpLocks/>
          </p:cNvCxnSpPr>
          <p:nvPr/>
        </p:nvCxnSpPr>
        <p:spPr>
          <a:xfrm flipH="1">
            <a:off x="4243388" y="1438672"/>
            <a:ext cx="1228888" cy="902097"/>
          </a:xfrm>
          <a:prstGeom prst="line">
            <a:avLst/>
          </a:prstGeom>
        </p:spPr>
        <p:style>
          <a:lnRef idx="1">
            <a:schemeClr val="dk1"/>
          </a:lnRef>
          <a:fillRef idx="0">
            <a:schemeClr val="dk1"/>
          </a:fillRef>
          <a:effectRef idx="0">
            <a:schemeClr val="dk1"/>
          </a:effectRef>
          <a:fontRef idx="minor">
            <a:schemeClr val="tx1"/>
          </a:fontRef>
        </p:style>
      </p:cxnSp>
      <p:sp>
        <p:nvSpPr>
          <p:cNvPr id="12" name="Freeform 11"/>
          <p:cNvSpPr/>
          <p:nvPr/>
        </p:nvSpPr>
        <p:spPr>
          <a:xfrm>
            <a:off x="4260696" y="1987312"/>
            <a:ext cx="306542" cy="132001"/>
          </a:xfrm>
          <a:custGeom>
            <a:avLst/>
            <a:gdLst>
              <a:gd name="connsiteX0" fmla="*/ 0 w 320040"/>
              <a:gd name="connsiteY0" fmla="*/ 7620 h 144780"/>
              <a:gd name="connsiteX1" fmla="*/ 160020 w 320040"/>
              <a:gd name="connsiteY1" fmla="*/ 22860 h 144780"/>
              <a:gd name="connsiteX2" fmla="*/ 320040 w 320040"/>
              <a:gd name="connsiteY2" fmla="*/ 144780 h 144780"/>
            </a:gdLst>
            <a:ahLst/>
            <a:cxnLst>
              <a:cxn ang="0">
                <a:pos x="connsiteX0" y="connsiteY0"/>
              </a:cxn>
              <a:cxn ang="0">
                <a:pos x="connsiteX1" y="connsiteY1"/>
              </a:cxn>
              <a:cxn ang="0">
                <a:pos x="connsiteX2" y="connsiteY2"/>
              </a:cxn>
            </a:cxnLst>
            <a:rect l="l" t="t" r="r" b="b"/>
            <a:pathLst>
              <a:path w="320040" h="144780">
                <a:moveTo>
                  <a:pt x="0" y="7620"/>
                </a:moveTo>
                <a:cubicBezTo>
                  <a:pt x="53340" y="3810"/>
                  <a:pt x="106680" y="0"/>
                  <a:pt x="160020" y="22860"/>
                </a:cubicBezTo>
                <a:cubicBezTo>
                  <a:pt x="213360" y="45720"/>
                  <a:pt x="266700" y="95250"/>
                  <a:pt x="320040" y="14478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p:cNvSpPr txBox="1"/>
              <p:nvPr/>
            </p:nvSpPr>
            <p:spPr>
              <a:xfrm>
                <a:off x="4193481" y="1667470"/>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𝜃</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4193481" y="1667470"/>
                <a:ext cx="576064"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948311" y="1432397"/>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𝑟</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3948311" y="1432397"/>
                <a:ext cx="360040" cy="369332"/>
              </a:xfrm>
              <a:prstGeom prst="rect">
                <a:avLst/>
              </a:prstGeom>
              <a:blipFill>
                <a:blip r:embed="rId3"/>
                <a:stretch>
                  <a:fillRect/>
                </a:stretch>
              </a:blipFill>
            </p:spPr>
            <p:txBody>
              <a:bodyPr/>
              <a:lstStyle/>
              <a:p>
                <a:r>
                  <a:rPr lang="en-GB">
                    <a:noFill/>
                  </a:rPr>
                  <a:t> </a:t>
                </a:r>
              </a:p>
            </p:txBody>
          </p:sp>
        </mc:Fallback>
      </mc:AlternateContent>
      <p:sp>
        <p:nvSpPr>
          <p:cNvPr id="19" name="TextBox 18"/>
          <p:cNvSpPr txBox="1"/>
          <p:nvPr/>
        </p:nvSpPr>
        <p:spPr>
          <a:xfrm>
            <a:off x="323528" y="4077072"/>
            <a:ext cx="2088232" cy="369332"/>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Area using Degrees</a:t>
            </a:r>
          </a:p>
        </p:txBody>
      </p:sp>
      <p:sp>
        <p:nvSpPr>
          <p:cNvPr id="20" name="TextBox 19"/>
          <p:cNvSpPr txBox="1"/>
          <p:nvPr/>
        </p:nvSpPr>
        <p:spPr>
          <a:xfrm>
            <a:off x="4860032" y="4005064"/>
            <a:ext cx="2304256" cy="369332"/>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Area using Radians</a:t>
            </a:r>
          </a:p>
        </p:txBody>
      </p:sp>
      <p:sp>
        <p:nvSpPr>
          <p:cNvPr id="18" name="Pie 17"/>
          <p:cNvSpPr/>
          <p:nvPr/>
        </p:nvSpPr>
        <p:spPr>
          <a:xfrm>
            <a:off x="2695600" y="837282"/>
            <a:ext cx="3096344" cy="3024336"/>
          </a:xfrm>
          <a:prstGeom prst="pie">
            <a:avLst>
              <a:gd name="adj1" fmla="val 16213611"/>
              <a:gd name="adj2" fmla="val 19392056"/>
            </a:avLst>
          </a:prstGeom>
          <a:solidFill>
            <a:srgbClr val="FFFF00">
              <a:alpha val="4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59B012-C6F9-4F37-8828-7E845107248B}"/>
                  </a:ext>
                </a:extLst>
              </p:cNvPr>
              <p:cNvSpPr txBox="1"/>
              <p:nvPr/>
            </p:nvSpPr>
            <p:spPr>
              <a:xfrm>
                <a:off x="746944" y="4853285"/>
                <a:ext cx="3444056" cy="1021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rPr>
                        <m:t>𝐴</m:t>
                      </m:r>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𝜃</m:t>
                          </m:r>
                        </m:num>
                        <m:den>
                          <m:r>
                            <a:rPr lang="en-GB" sz="3200" b="0" i="1" smtClean="0">
                              <a:latin typeface="Cambria Math" panose="02040503050406030204" pitchFamily="18" charset="0"/>
                            </a:rPr>
                            <m:t>360</m:t>
                          </m:r>
                        </m:den>
                      </m:f>
                      <m:r>
                        <a:rPr lang="en-GB" sz="3200" b="0" i="1" smtClean="0">
                          <a:latin typeface="Cambria Math" panose="02040503050406030204" pitchFamily="18" charset="0"/>
                        </a:rPr>
                        <m:t>×</m:t>
                      </m:r>
                      <m:r>
                        <a:rPr lang="en-GB" sz="3200" b="0" i="1" smtClean="0">
                          <a:latin typeface="Cambria Math" panose="02040503050406030204" pitchFamily="18" charset="0"/>
                        </a:rPr>
                        <m:t>𝜋</m:t>
                      </m:r>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𝑟</m:t>
                          </m:r>
                        </m:e>
                        <m:sup>
                          <m:r>
                            <a:rPr lang="en-GB" sz="3200" b="0" i="1" smtClean="0">
                              <a:latin typeface="Cambria Math" panose="02040503050406030204" pitchFamily="18" charset="0"/>
                            </a:rPr>
                            <m:t>2</m:t>
                          </m:r>
                        </m:sup>
                      </m:sSup>
                    </m:oMath>
                  </m:oMathPara>
                </a14:m>
                <a:endParaRPr lang="en-GB" sz="3200" dirty="0"/>
              </a:p>
            </p:txBody>
          </p:sp>
        </mc:Choice>
        <mc:Fallback xmlns="">
          <p:sp>
            <p:nvSpPr>
              <p:cNvPr id="7" name="TextBox 6">
                <a:extLst>
                  <a:ext uri="{FF2B5EF4-FFF2-40B4-BE49-F238E27FC236}">
                    <a16:creationId xmlns:a16="http://schemas.microsoft.com/office/drawing/2014/main" id="{B759B012-C6F9-4F37-8828-7E845107248B}"/>
                  </a:ext>
                </a:extLst>
              </p:cNvPr>
              <p:cNvSpPr txBox="1">
                <a:spLocks noRot="1" noChangeAspect="1" noMove="1" noResize="1" noEditPoints="1" noAdjustHandles="1" noChangeArrowheads="1" noChangeShapeType="1" noTextEdit="1"/>
              </p:cNvSpPr>
              <p:nvPr/>
            </p:nvSpPr>
            <p:spPr>
              <a:xfrm>
                <a:off x="746944" y="4853285"/>
                <a:ext cx="3444056" cy="102169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0ED1244-F5DA-4E74-A50C-E84C051D5394}"/>
                  </a:ext>
                </a:extLst>
              </p:cNvPr>
              <p:cNvSpPr txBox="1"/>
              <p:nvPr/>
            </p:nvSpPr>
            <p:spPr>
              <a:xfrm>
                <a:off x="4524276" y="4853285"/>
                <a:ext cx="3444056"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rPr>
                        <m:t>𝐴</m:t>
                      </m:r>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1</m:t>
                          </m:r>
                        </m:num>
                        <m:den>
                          <m:r>
                            <a:rPr lang="en-GB" sz="3200" b="0" i="1" smtClean="0">
                              <a:latin typeface="Cambria Math" panose="02040503050406030204" pitchFamily="18" charset="0"/>
                            </a:rPr>
                            <m:t>2</m:t>
                          </m:r>
                        </m:den>
                      </m:f>
                      <m:sSup>
                        <m:sSupPr>
                          <m:ctrlPr>
                            <a:rPr lang="en-GB" sz="3200" b="0" i="1" smtClean="0">
                              <a:latin typeface="Cambria Math" panose="02040503050406030204" pitchFamily="18" charset="0"/>
                            </a:rPr>
                          </m:ctrlPr>
                        </m:sSupPr>
                        <m:e>
                          <m:r>
                            <a:rPr lang="en-GB" sz="3200" b="0" i="1" smtClean="0">
                              <a:latin typeface="Cambria Math" panose="02040503050406030204" pitchFamily="18" charset="0"/>
                            </a:rPr>
                            <m:t>𝑟</m:t>
                          </m:r>
                        </m:e>
                        <m:sup>
                          <m:r>
                            <a:rPr lang="en-GB" sz="3200" b="0" i="1" smtClean="0">
                              <a:latin typeface="Cambria Math" panose="02040503050406030204" pitchFamily="18" charset="0"/>
                            </a:rPr>
                            <m:t>2</m:t>
                          </m:r>
                        </m:sup>
                      </m:sSup>
                      <m:r>
                        <a:rPr lang="en-GB" sz="3200" b="0" i="1" smtClean="0">
                          <a:latin typeface="Cambria Math" panose="02040503050406030204" pitchFamily="18" charset="0"/>
                        </a:rPr>
                        <m:t>𝜃</m:t>
                      </m:r>
                    </m:oMath>
                  </m:oMathPara>
                </a14:m>
                <a:endParaRPr lang="en-GB" sz="3200" dirty="0"/>
              </a:p>
            </p:txBody>
          </p:sp>
        </mc:Choice>
        <mc:Fallback xmlns="">
          <p:sp>
            <p:nvSpPr>
              <p:cNvPr id="21" name="TextBox 20">
                <a:extLst>
                  <a:ext uri="{FF2B5EF4-FFF2-40B4-BE49-F238E27FC236}">
                    <a16:creationId xmlns:a16="http://schemas.microsoft.com/office/drawing/2014/main" id="{90ED1244-F5DA-4E74-A50C-E84C051D5394}"/>
                  </a:ext>
                </a:extLst>
              </p:cNvPr>
              <p:cNvSpPr txBox="1">
                <a:spLocks noRot="1" noChangeAspect="1" noMove="1" noResize="1" noEditPoints="1" noAdjustHandles="1" noChangeArrowheads="1" noChangeShapeType="1" noTextEdit="1"/>
              </p:cNvSpPr>
              <p:nvPr/>
            </p:nvSpPr>
            <p:spPr>
              <a:xfrm>
                <a:off x="4524276" y="4853285"/>
                <a:ext cx="3444056" cy="1014317"/>
              </a:xfrm>
              <a:prstGeom prst="rect">
                <a:avLst/>
              </a:prstGeom>
              <a:blipFill>
                <a:blip r:embed="rId5"/>
                <a:stretch>
                  <a:fillRect/>
                </a:stretch>
              </a:blipFill>
            </p:spPr>
            <p:txBody>
              <a:bodyPr/>
              <a:lstStyle/>
              <a:p>
                <a:r>
                  <a:rPr lang="en-GB">
                    <a:noFill/>
                  </a:rPr>
                  <a:t> </a:t>
                </a:r>
              </a:p>
            </p:txBody>
          </p:sp>
        </mc:Fallback>
      </mc:AlternateContent>
      <p:sp>
        <p:nvSpPr>
          <p:cNvPr id="22" name="Rectangle 21"/>
          <p:cNvSpPr/>
          <p:nvPr/>
        </p:nvSpPr>
        <p:spPr>
          <a:xfrm>
            <a:off x="1940867" y="4766469"/>
            <a:ext cx="2007443" cy="115212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23" name="Rectangle 22"/>
          <p:cNvSpPr/>
          <p:nvPr/>
        </p:nvSpPr>
        <p:spPr>
          <a:xfrm>
            <a:off x="6135588" y="4692412"/>
            <a:ext cx="1636812" cy="12765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35164611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274763" y="4278456"/>
            <a:ext cx="4162425" cy="2209800"/>
          </a:xfrm>
          <a:prstGeom prst="rect">
            <a:avLst/>
          </a:prstGeom>
          <a:noFill/>
          <a:ln w="9525">
            <a:noFill/>
            <a:miter lim="800000"/>
            <a:headEnd/>
            <a:tailEnd/>
          </a:ln>
        </p:spPr>
      </p:pic>
      <p:sp>
        <p:nvSpPr>
          <p:cNvPr id="18" name="Pie 17"/>
          <p:cNvSpPr/>
          <p:nvPr/>
        </p:nvSpPr>
        <p:spPr>
          <a:xfrm>
            <a:off x="2699792" y="836712"/>
            <a:ext cx="3096344" cy="3024336"/>
          </a:xfrm>
          <a:prstGeom prst="pie">
            <a:avLst>
              <a:gd name="adj1" fmla="val 16213611"/>
              <a:gd name="adj2" fmla="val 19392056"/>
            </a:avLst>
          </a:prstGeom>
          <a:solidFill>
            <a:srgbClr val="FFFF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Freeform 20"/>
          <p:cNvSpPr/>
          <p:nvPr/>
        </p:nvSpPr>
        <p:spPr>
          <a:xfrm>
            <a:off x="4245868" y="836712"/>
            <a:ext cx="1219200" cy="1508760"/>
          </a:xfrm>
          <a:custGeom>
            <a:avLst/>
            <a:gdLst>
              <a:gd name="connsiteX0" fmla="*/ 0 w 1219200"/>
              <a:gd name="connsiteY0" fmla="*/ 1508760 h 1508760"/>
              <a:gd name="connsiteX1" fmla="*/ 1219200 w 1219200"/>
              <a:gd name="connsiteY1" fmla="*/ 609600 h 1508760"/>
              <a:gd name="connsiteX2" fmla="*/ 0 w 1219200"/>
              <a:gd name="connsiteY2" fmla="*/ 0 h 1508760"/>
              <a:gd name="connsiteX3" fmla="*/ 0 w 1219200"/>
              <a:gd name="connsiteY3" fmla="*/ 1508760 h 1508760"/>
            </a:gdLst>
            <a:ahLst/>
            <a:cxnLst>
              <a:cxn ang="0">
                <a:pos x="connsiteX0" y="connsiteY0"/>
              </a:cxn>
              <a:cxn ang="0">
                <a:pos x="connsiteX1" y="connsiteY1"/>
              </a:cxn>
              <a:cxn ang="0">
                <a:pos x="connsiteX2" y="connsiteY2"/>
              </a:cxn>
              <a:cxn ang="0">
                <a:pos x="connsiteX3" y="connsiteY3"/>
              </a:cxn>
            </a:cxnLst>
            <a:rect l="l" t="t" r="r" b="b"/>
            <a:pathLst>
              <a:path w="1219200" h="1508760">
                <a:moveTo>
                  <a:pt x="0" y="1508760"/>
                </a:moveTo>
                <a:lnTo>
                  <a:pt x="1219200" y="609600"/>
                </a:lnTo>
                <a:lnTo>
                  <a:pt x="0" y="0"/>
                </a:lnTo>
                <a:lnTo>
                  <a:pt x="0" y="150876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699792" y="836712"/>
            <a:ext cx="3096344" cy="302433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Segment Area</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cxnSp>
        <p:nvCxnSpPr>
          <p:cNvPr id="8" name="Straight Connector 7"/>
          <p:cNvCxnSpPr>
            <a:cxnSpLocks/>
            <a:stCxn id="5" idx="0"/>
          </p:cNvCxnSpPr>
          <p:nvPr/>
        </p:nvCxnSpPr>
        <p:spPr>
          <a:xfrm flipH="1">
            <a:off x="4238625" y="836712"/>
            <a:ext cx="9339" cy="151913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cxnSpLocks/>
          </p:cNvCxnSpPr>
          <p:nvPr/>
        </p:nvCxnSpPr>
        <p:spPr>
          <a:xfrm flipH="1">
            <a:off x="4238625" y="1438672"/>
            <a:ext cx="1233652" cy="921147"/>
          </a:xfrm>
          <a:prstGeom prst="line">
            <a:avLst/>
          </a:prstGeom>
        </p:spPr>
        <p:style>
          <a:lnRef idx="1">
            <a:schemeClr val="dk1"/>
          </a:lnRef>
          <a:fillRef idx="0">
            <a:schemeClr val="dk1"/>
          </a:fillRef>
          <a:effectRef idx="0">
            <a:schemeClr val="dk1"/>
          </a:effectRef>
          <a:fontRef idx="minor">
            <a:schemeClr val="tx1"/>
          </a:fontRef>
        </p:style>
      </p:cxnSp>
      <p:sp>
        <p:nvSpPr>
          <p:cNvPr id="12" name="Freeform 11"/>
          <p:cNvSpPr/>
          <p:nvPr/>
        </p:nvSpPr>
        <p:spPr>
          <a:xfrm>
            <a:off x="4238471" y="1977787"/>
            <a:ext cx="320040" cy="144780"/>
          </a:xfrm>
          <a:custGeom>
            <a:avLst/>
            <a:gdLst>
              <a:gd name="connsiteX0" fmla="*/ 0 w 320040"/>
              <a:gd name="connsiteY0" fmla="*/ 7620 h 144780"/>
              <a:gd name="connsiteX1" fmla="*/ 160020 w 320040"/>
              <a:gd name="connsiteY1" fmla="*/ 22860 h 144780"/>
              <a:gd name="connsiteX2" fmla="*/ 320040 w 320040"/>
              <a:gd name="connsiteY2" fmla="*/ 144780 h 144780"/>
            </a:gdLst>
            <a:ahLst/>
            <a:cxnLst>
              <a:cxn ang="0">
                <a:pos x="connsiteX0" y="connsiteY0"/>
              </a:cxn>
              <a:cxn ang="0">
                <a:pos x="connsiteX1" y="connsiteY1"/>
              </a:cxn>
              <a:cxn ang="0">
                <a:pos x="connsiteX2" y="connsiteY2"/>
              </a:cxn>
            </a:cxnLst>
            <a:rect l="l" t="t" r="r" b="b"/>
            <a:pathLst>
              <a:path w="320040" h="144780">
                <a:moveTo>
                  <a:pt x="0" y="7620"/>
                </a:moveTo>
                <a:cubicBezTo>
                  <a:pt x="53340" y="3810"/>
                  <a:pt x="106680" y="0"/>
                  <a:pt x="160020" y="22860"/>
                </a:cubicBezTo>
                <a:cubicBezTo>
                  <a:pt x="213360" y="45720"/>
                  <a:pt x="266700" y="95250"/>
                  <a:pt x="320040" y="14478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p:cNvSpPr txBox="1"/>
              <p:nvPr/>
            </p:nvSpPr>
            <p:spPr>
              <a:xfrm>
                <a:off x="4198243" y="1697633"/>
                <a:ext cx="5760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sym typeface="Symbol"/>
                        </a:rPr>
                        <m:t>𝜃</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4198243" y="1697633"/>
                <a:ext cx="576064"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948311" y="143715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𝑟</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3948311" y="1437159"/>
                <a:ext cx="360040" cy="369332"/>
              </a:xfrm>
              <a:prstGeom prst="rect">
                <a:avLst/>
              </a:prstGeom>
              <a:blipFill>
                <a:blip r:embed="rId4"/>
                <a:stretch>
                  <a:fillRect/>
                </a:stretch>
              </a:blipFill>
            </p:spPr>
            <p:txBody>
              <a:bodyPr/>
              <a:lstStyle/>
              <a:p>
                <a:r>
                  <a:rPr lang="en-GB">
                    <a:noFill/>
                  </a:rPr>
                  <a:t> </a:t>
                </a:r>
              </a:p>
            </p:txBody>
          </p:sp>
        </mc:Fallback>
      </mc:AlternateContent>
      <p:sp>
        <p:nvSpPr>
          <p:cNvPr id="20" name="TextBox 19"/>
          <p:cNvSpPr txBox="1"/>
          <p:nvPr/>
        </p:nvSpPr>
        <p:spPr>
          <a:xfrm>
            <a:off x="539552" y="3851756"/>
            <a:ext cx="2304256" cy="369332"/>
          </a:xfrm>
          <a:prstGeom prst="rect">
            <a:avLst/>
          </a:prstGeom>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Area using radians:</a:t>
            </a:r>
          </a:p>
        </p:txBody>
      </p:sp>
      <p:sp>
        <p:nvSpPr>
          <p:cNvPr id="23" name="Rectangle 22"/>
          <p:cNvSpPr/>
          <p:nvPr/>
        </p:nvSpPr>
        <p:spPr>
          <a:xfrm>
            <a:off x="3257813" y="4341122"/>
            <a:ext cx="3312368" cy="201622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cxnSp>
        <p:nvCxnSpPr>
          <p:cNvPr id="25" name="Straight Connector 24"/>
          <p:cNvCxnSpPr>
            <a:cxnSpLocks/>
          </p:cNvCxnSpPr>
          <p:nvPr/>
        </p:nvCxnSpPr>
        <p:spPr>
          <a:xfrm>
            <a:off x="4252913" y="842963"/>
            <a:ext cx="1228725" cy="595312"/>
          </a:xfrm>
          <a:prstGeom prst="line">
            <a:avLst/>
          </a:prstGeom>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6094801" y="1170647"/>
            <a:ext cx="2664296" cy="1754326"/>
          </a:xfrm>
          <a:prstGeom prst="rect">
            <a:avLst/>
          </a:prstGeom>
          <a:noFill/>
        </p:spPr>
        <p:txBody>
          <a:bodyPr wrap="square" rtlCol="0">
            <a:spAutoFit/>
          </a:bodyPr>
          <a:lstStyle/>
          <a:p>
            <a:r>
              <a:rPr lang="en-GB" b="1" dirty="0"/>
              <a:t>A segment is the region bound between a chord and the circumference.</a:t>
            </a:r>
          </a:p>
          <a:p>
            <a:endParaRPr lang="en-GB" dirty="0"/>
          </a:p>
          <a:p>
            <a:r>
              <a:rPr lang="en-GB" dirty="0"/>
              <a:t>This is just a sector with a triangle cut out.</a:t>
            </a:r>
          </a:p>
        </p:txBody>
      </p:sp>
      <mc:AlternateContent xmlns:mc="http://schemas.openxmlformats.org/markup-compatibility/2006" xmlns:a14="http://schemas.microsoft.com/office/drawing/2010/main">
        <mc:Choice Requires="a14">
          <p:sp>
            <p:nvSpPr>
              <p:cNvPr id="27" name="TextBox 26"/>
              <p:cNvSpPr txBox="1"/>
              <p:nvPr/>
            </p:nvSpPr>
            <p:spPr>
              <a:xfrm>
                <a:off x="4738365" y="1794024"/>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𝑟</m:t>
                      </m:r>
                    </m:oMath>
                  </m:oMathPara>
                </a14:m>
                <a:endParaRPr lang="en-GB" dirty="0"/>
              </a:p>
            </p:txBody>
          </p:sp>
        </mc:Choice>
        <mc:Fallback xmlns="">
          <p:sp>
            <p:nvSpPr>
              <p:cNvPr id="27" name="TextBox 26"/>
              <p:cNvSpPr txBox="1">
                <a:spLocks noRot="1" noChangeAspect="1" noMove="1" noResize="1" noEditPoints="1" noAdjustHandles="1" noChangeArrowheads="1" noChangeShapeType="1" noTextEdit="1"/>
              </p:cNvSpPr>
              <p:nvPr/>
            </p:nvSpPr>
            <p:spPr>
              <a:xfrm>
                <a:off x="4738365" y="1794024"/>
                <a:ext cx="360040"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6DC8EF-130C-4937-8B08-0F00111044AC}"/>
                  </a:ext>
                </a:extLst>
              </p:cNvPr>
              <p:cNvSpPr txBox="1"/>
              <p:nvPr/>
            </p:nvSpPr>
            <p:spPr>
              <a:xfrm>
                <a:off x="6850856" y="3934822"/>
                <a:ext cx="1882841" cy="125829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dirty="0"/>
                  <a:t>Recall that the area of a triangle is </a:t>
                </a:r>
                <a14:m>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𝑎𝑏</m:t>
                    </m:r>
                    <m:func>
                      <m:funcPr>
                        <m:ctrlPr>
                          <a:rPr lang="en-GB" sz="1400" b="0" i="1" smtClean="0">
                            <a:latin typeface="Cambria Math" panose="02040503050406030204" pitchFamily="18" charset="0"/>
                          </a:rPr>
                        </m:ctrlPr>
                      </m:funcPr>
                      <m:fName>
                        <m:r>
                          <m:rPr>
                            <m:sty m:val="p"/>
                          </m:rPr>
                          <a:rPr lang="en-GB" sz="1400" b="0" i="0" smtClean="0">
                            <a:latin typeface="Cambria Math" panose="02040503050406030204" pitchFamily="18" charset="0"/>
                          </a:rPr>
                          <m:t>sin</m:t>
                        </m:r>
                      </m:fName>
                      <m:e>
                        <m:r>
                          <a:rPr lang="en-GB" sz="1400" b="0" i="1" smtClean="0">
                            <a:latin typeface="Cambria Math" panose="02040503050406030204" pitchFamily="18" charset="0"/>
                          </a:rPr>
                          <m:t>𝐶</m:t>
                        </m:r>
                      </m:e>
                    </m:func>
                  </m:oMath>
                </a14:m>
                <a:r>
                  <a:rPr lang="en-GB" sz="1400" dirty="0"/>
                  <a:t> where </a:t>
                </a:r>
                <a14:m>
                  <m:oMath xmlns:m="http://schemas.openxmlformats.org/officeDocument/2006/math">
                    <m:r>
                      <a:rPr lang="en-GB" sz="1400" b="0" i="1" smtClean="0">
                        <a:latin typeface="Cambria Math" panose="02040503050406030204" pitchFamily="18" charset="0"/>
                      </a:rPr>
                      <m:t>𝐶</m:t>
                    </m:r>
                  </m:oMath>
                </a14:m>
                <a:r>
                  <a:rPr lang="en-GB" sz="1400" dirty="0"/>
                  <a:t> is the ‘included angle’ (i.e. between </a:t>
                </a:r>
                <a14:m>
                  <m:oMath xmlns:m="http://schemas.openxmlformats.org/officeDocument/2006/math">
                    <m:r>
                      <a:rPr lang="en-GB" sz="1400" b="0" i="1" smtClean="0">
                        <a:latin typeface="Cambria Math" panose="02040503050406030204" pitchFamily="18" charset="0"/>
                      </a:rPr>
                      <m:t>𝑎</m:t>
                    </m:r>
                  </m:oMath>
                </a14:m>
                <a:r>
                  <a:rPr lang="en-GB" sz="1400" dirty="0"/>
                  <a:t> and </a:t>
                </a:r>
                <a14:m>
                  <m:oMath xmlns:m="http://schemas.openxmlformats.org/officeDocument/2006/math">
                    <m:r>
                      <a:rPr lang="en-GB" sz="1400" b="0" i="1" smtClean="0">
                        <a:latin typeface="Cambria Math" panose="02040503050406030204" pitchFamily="18" charset="0"/>
                      </a:rPr>
                      <m:t>𝑏</m:t>
                    </m:r>
                  </m:oMath>
                </a14:m>
                <a:r>
                  <a:rPr lang="en-GB" sz="1400" dirty="0"/>
                  <a:t>)</a:t>
                </a:r>
              </a:p>
            </p:txBody>
          </p:sp>
        </mc:Choice>
        <mc:Fallback xmlns="">
          <p:sp>
            <p:nvSpPr>
              <p:cNvPr id="19" name="TextBox 18">
                <a:extLst>
                  <a:ext uri="{FF2B5EF4-FFF2-40B4-BE49-F238E27FC236}">
                    <a16:creationId xmlns:a16="http://schemas.microsoft.com/office/drawing/2014/main" id="{A86DC8EF-130C-4937-8B08-0F00111044AC}"/>
                  </a:ext>
                </a:extLst>
              </p:cNvPr>
              <p:cNvSpPr txBox="1">
                <a:spLocks noRot="1" noChangeAspect="1" noMove="1" noResize="1" noEditPoints="1" noAdjustHandles="1" noChangeArrowheads="1" noChangeShapeType="1" noTextEdit="1"/>
              </p:cNvSpPr>
              <p:nvPr/>
            </p:nvSpPr>
            <p:spPr>
              <a:xfrm>
                <a:off x="6850856" y="3934822"/>
                <a:ext cx="1882841" cy="1258293"/>
              </a:xfrm>
              <a:prstGeom prst="rect">
                <a:avLst/>
              </a:prstGeom>
              <a:blipFill>
                <a:blip r:embed="rId6"/>
                <a:stretch>
                  <a:fillRect l="-319" b="-3318"/>
                </a:stretch>
              </a:blipFill>
            </p:spPr>
            <p:txBody>
              <a:bodyPr/>
              <a:lstStyle/>
              <a:p>
                <a:r>
                  <a:rPr lang="en-GB">
                    <a:noFill/>
                  </a:rPr>
                  <a:t> </a:t>
                </a:r>
              </a:p>
            </p:txBody>
          </p:sp>
        </mc:Fallback>
      </mc:AlternateContent>
    </p:spTree>
    <p:extLst>
      <p:ext uri="{BB962C8B-B14F-4D97-AF65-F5344CB8AC3E}">
        <p14:creationId xmlns:p14="http://schemas.microsoft.com/office/powerpoint/2010/main" val="2007026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E24F07-B569-4A3E-A806-DA424E9BB2F3}"/>
                  </a:ext>
                </a:extLst>
              </p:cNvPr>
              <p:cNvSpPr txBox="1"/>
              <p:nvPr/>
            </p:nvSpPr>
            <p:spPr>
              <a:xfrm>
                <a:off x="438515" y="836149"/>
                <a:ext cx="3240360" cy="329320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600" dirty="0"/>
                  <a:t>[Textbook] In the diagram, the area of the minor sector </a:t>
                </a:r>
                <a14:m>
                  <m:oMath xmlns:m="http://schemas.openxmlformats.org/officeDocument/2006/math">
                    <m:r>
                      <a:rPr lang="en-GB" sz="1600" b="0" i="1" smtClean="0">
                        <a:latin typeface="Cambria Math" panose="02040503050406030204" pitchFamily="18" charset="0"/>
                      </a:rPr>
                      <m:t>𝐴𝑂𝐵</m:t>
                    </m:r>
                  </m:oMath>
                </a14:m>
                <a:r>
                  <a:rPr lang="en-GB" sz="1600" dirty="0"/>
                  <a:t> is 28.9 cm</a:t>
                </a:r>
                <a:r>
                  <a:rPr lang="en-GB" sz="1600" baseline="30000" dirty="0"/>
                  <a:t>2</a:t>
                </a:r>
                <a:r>
                  <a:rPr lang="en-GB" sz="1600" dirty="0"/>
                  <a:t>. Given that </a:t>
                </a:r>
                <a14:m>
                  <m:oMath xmlns:m="http://schemas.openxmlformats.org/officeDocument/2006/math">
                    <m:r>
                      <a:rPr lang="en-GB" sz="1600" b="0" i="1" smtClean="0">
                        <a:latin typeface="Cambria Math" panose="02040503050406030204" pitchFamily="18" charset="0"/>
                      </a:rPr>
                      <m:t>∠</m:t>
                    </m:r>
                    <m:r>
                      <a:rPr lang="en-GB" sz="1600" b="0" i="1" smtClean="0">
                        <a:latin typeface="Cambria Math" panose="02040503050406030204" pitchFamily="18" charset="0"/>
                      </a:rPr>
                      <m:t>𝐴𝑂𝐵</m:t>
                    </m:r>
                    <m:r>
                      <a:rPr lang="en-GB" sz="1600" b="0" i="1" smtClean="0">
                        <a:latin typeface="Cambria Math" panose="02040503050406030204" pitchFamily="18" charset="0"/>
                      </a:rPr>
                      <m:t>=0.8</m:t>
                    </m:r>
                  </m:oMath>
                </a14:m>
                <a:r>
                  <a:rPr lang="en-GB" sz="1600" dirty="0"/>
                  <a:t> radians, calculate the value of </a:t>
                </a:r>
                <a14:m>
                  <m:oMath xmlns:m="http://schemas.openxmlformats.org/officeDocument/2006/math">
                    <m:r>
                      <a:rPr lang="en-GB" sz="1600" b="0" i="1" smtClean="0">
                        <a:latin typeface="Cambria Math" panose="02040503050406030204" pitchFamily="18" charset="0"/>
                      </a:rPr>
                      <m:t>𝑟</m:t>
                    </m:r>
                  </m:oMath>
                </a14:m>
                <a:r>
                  <a:rPr lang="en-GB" sz="1600" dirty="0"/>
                  <a:t>.</a:t>
                </a:r>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p:txBody>
          </p:sp>
        </mc:Choice>
        <mc:Fallback xmlns="">
          <p:sp>
            <p:nvSpPr>
              <p:cNvPr id="5" name="TextBox 4">
                <a:extLst>
                  <a:ext uri="{FF2B5EF4-FFF2-40B4-BE49-F238E27FC236}">
                    <a16:creationId xmlns:a16="http://schemas.microsoft.com/office/drawing/2014/main" id="{65E24F07-B569-4A3E-A806-DA424E9BB2F3}"/>
                  </a:ext>
                </a:extLst>
              </p:cNvPr>
              <p:cNvSpPr txBox="1">
                <a:spLocks noRot="1" noChangeAspect="1" noMove="1" noResize="1" noEditPoints="1" noAdjustHandles="1" noChangeArrowheads="1" noChangeShapeType="1" noTextEdit="1"/>
              </p:cNvSpPr>
              <p:nvPr/>
            </p:nvSpPr>
            <p:spPr>
              <a:xfrm>
                <a:off x="438515" y="836149"/>
                <a:ext cx="3240360" cy="3293209"/>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grpSp>
        <p:nvGrpSpPr>
          <p:cNvPr id="2" name="Group 1">
            <a:extLst>
              <a:ext uri="{FF2B5EF4-FFF2-40B4-BE49-F238E27FC236}">
                <a16:creationId xmlns:a16="http://schemas.microsoft.com/office/drawing/2014/main" id="{6F49826C-BF26-40CE-9505-CB39EB2521CA}"/>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CDD4F920-99D5-4B6E-85A5-45F32C32ECF1}"/>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Examples</a:t>
              </a:r>
            </a:p>
          </p:txBody>
        </p:sp>
        <p:cxnSp>
          <p:nvCxnSpPr>
            <p:cNvPr id="4" name="Straight Connector 3">
              <a:extLst>
                <a:ext uri="{FF2B5EF4-FFF2-40B4-BE49-F238E27FC236}">
                  <a16:creationId xmlns:a16="http://schemas.microsoft.com/office/drawing/2014/main" id="{6479F029-0926-4447-821E-1A307ABB45BD}"/>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6E8B575-B0F9-414A-9830-9518C182D94E}"/>
                  </a:ext>
                </a:extLst>
              </p:cNvPr>
              <p:cNvSpPr txBox="1"/>
              <p:nvPr/>
            </p:nvSpPr>
            <p:spPr>
              <a:xfrm>
                <a:off x="448585" y="4335707"/>
                <a:ext cx="2880320" cy="17235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28.9=</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2</m:t>
                          </m:r>
                        </m:sup>
                      </m:sSup>
                      <m:r>
                        <a:rPr lang="en-GB" b="0" i="1" smtClean="0">
                          <a:latin typeface="Cambria Math" panose="02040503050406030204" pitchFamily="18" charset="0"/>
                        </a:rPr>
                        <m:t>×0.8</m:t>
                      </m:r>
                    </m:oMath>
                    <m:oMath xmlns:m="http://schemas.openxmlformats.org/officeDocument/2006/math">
                      <m:r>
                        <a:rPr lang="en-GB" b="0" i="1" smtClean="0">
                          <a:latin typeface="Cambria Math" panose="02040503050406030204" pitchFamily="18" charset="0"/>
                        </a:rPr>
                        <m:t>28.9=0.4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2</m:t>
                          </m:r>
                        </m:sup>
                      </m:sSup>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𝑟</m:t>
                          </m:r>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28.9</m:t>
                          </m:r>
                        </m:num>
                        <m:den>
                          <m:r>
                            <a:rPr lang="en-GB" b="0" i="1" smtClean="0">
                              <a:latin typeface="Cambria Math" panose="02040503050406030204" pitchFamily="18" charset="0"/>
                            </a:rPr>
                            <m:t>0.4</m:t>
                          </m:r>
                        </m:den>
                      </m:f>
                      <m:r>
                        <a:rPr lang="en-GB" b="0" i="1" smtClean="0">
                          <a:latin typeface="Cambria Math" panose="02040503050406030204" pitchFamily="18" charset="0"/>
                        </a:rPr>
                        <m:t>=72.25</m:t>
                      </m:r>
                    </m:oMath>
                    <m:oMath xmlns:m="http://schemas.openxmlformats.org/officeDocument/2006/math">
                      <m:r>
                        <a:rPr lang="en-GB" b="0" i="1" smtClean="0">
                          <a:latin typeface="Cambria Math" panose="02040503050406030204" pitchFamily="18" charset="0"/>
                        </a:rPr>
                        <m:t>𝑟</m:t>
                      </m:r>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72.25</m:t>
                          </m:r>
                        </m:e>
                      </m:rad>
                      <m:r>
                        <a:rPr lang="en-GB" b="0" i="1" smtClean="0">
                          <a:latin typeface="Cambria Math" panose="02040503050406030204" pitchFamily="18" charset="0"/>
                        </a:rPr>
                        <m:t>=8.5 </m:t>
                      </m:r>
                    </m:oMath>
                  </m:oMathPara>
                </a14:m>
                <a:endParaRPr lang="en-GB" dirty="0"/>
              </a:p>
            </p:txBody>
          </p:sp>
        </mc:Choice>
        <mc:Fallback xmlns="">
          <p:sp>
            <p:nvSpPr>
              <p:cNvPr id="6" name="TextBox 5">
                <a:extLst>
                  <a:ext uri="{FF2B5EF4-FFF2-40B4-BE49-F238E27FC236}">
                    <a16:creationId xmlns:a16="http://schemas.microsoft.com/office/drawing/2014/main" id="{86E8B575-B0F9-414A-9830-9518C182D94E}"/>
                  </a:ext>
                </a:extLst>
              </p:cNvPr>
              <p:cNvSpPr txBox="1">
                <a:spLocks noRot="1" noChangeAspect="1" noMove="1" noResize="1" noEditPoints="1" noAdjustHandles="1" noChangeArrowheads="1" noChangeShapeType="1" noTextEdit="1"/>
              </p:cNvSpPr>
              <p:nvPr/>
            </p:nvSpPr>
            <p:spPr>
              <a:xfrm>
                <a:off x="448585" y="4335707"/>
                <a:ext cx="2880320" cy="1723549"/>
              </a:xfrm>
              <a:prstGeom prst="rect">
                <a:avLst/>
              </a:prstGeom>
              <a:blipFill>
                <a:blip r:embed="rId3"/>
                <a:stretch>
                  <a:fillRect/>
                </a:stretch>
              </a:blipFill>
            </p:spPr>
            <p:txBody>
              <a:bodyPr/>
              <a:lstStyle/>
              <a:p>
                <a:r>
                  <a:rPr lang="en-GB">
                    <a:noFill/>
                  </a:rPr>
                  <a:t> </a:t>
                </a:r>
              </a:p>
            </p:txBody>
          </p:sp>
        </mc:Fallback>
      </mc:AlternateContent>
      <p:sp>
        <p:nvSpPr>
          <p:cNvPr id="7" name="Oval 6">
            <a:extLst>
              <a:ext uri="{FF2B5EF4-FFF2-40B4-BE49-F238E27FC236}">
                <a16:creationId xmlns:a16="http://schemas.microsoft.com/office/drawing/2014/main" id="{C940C5F2-C5DA-45BD-9DC5-49F33E54F0F7}"/>
              </a:ext>
            </a:extLst>
          </p:cNvPr>
          <p:cNvSpPr/>
          <p:nvPr/>
        </p:nvSpPr>
        <p:spPr>
          <a:xfrm>
            <a:off x="1187624" y="2204864"/>
            <a:ext cx="1728192" cy="17281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2B4FBF6C-2383-45DB-9A36-65342A8CC10B}"/>
              </a:ext>
            </a:extLst>
          </p:cNvPr>
          <p:cNvCxnSpPr/>
          <p:nvPr/>
        </p:nvCxnSpPr>
        <p:spPr>
          <a:xfrm flipV="1">
            <a:off x="2051720" y="2583180"/>
            <a:ext cx="714340" cy="48578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D814211-BD8D-4291-AF68-AAF4BB38350A}"/>
              </a:ext>
            </a:extLst>
          </p:cNvPr>
          <p:cNvCxnSpPr>
            <a:cxnSpLocks/>
          </p:cNvCxnSpPr>
          <p:nvPr/>
        </p:nvCxnSpPr>
        <p:spPr>
          <a:xfrm>
            <a:off x="2058695" y="3063224"/>
            <a:ext cx="770230" cy="380064"/>
          </a:xfrm>
          <a:prstGeom prst="line">
            <a:avLst/>
          </a:prstGeom>
        </p:spPr>
        <p:style>
          <a:lnRef idx="1">
            <a:schemeClr val="dk1"/>
          </a:lnRef>
          <a:fillRef idx="0">
            <a:schemeClr val="dk1"/>
          </a:fillRef>
          <a:effectRef idx="0">
            <a:schemeClr val="dk1"/>
          </a:effectRef>
          <a:fontRef idx="minor">
            <a:schemeClr val="tx1"/>
          </a:fontRef>
        </p:style>
      </p:cxnSp>
      <p:sp>
        <p:nvSpPr>
          <p:cNvPr id="13" name="Freeform: Shape 12">
            <a:extLst>
              <a:ext uri="{FF2B5EF4-FFF2-40B4-BE49-F238E27FC236}">
                <a16:creationId xmlns:a16="http://schemas.microsoft.com/office/drawing/2014/main" id="{2FB7A4BF-8BA7-4C99-8CDA-A8BEC7B3E9A2}"/>
              </a:ext>
            </a:extLst>
          </p:cNvPr>
          <p:cNvSpPr/>
          <p:nvPr/>
        </p:nvSpPr>
        <p:spPr>
          <a:xfrm>
            <a:off x="2207419" y="2957513"/>
            <a:ext cx="38382" cy="185737"/>
          </a:xfrm>
          <a:custGeom>
            <a:avLst/>
            <a:gdLst>
              <a:gd name="connsiteX0" fmla="*/ 0 w 38382"/>
              <a:gd name="connsiteY0" fmla="*/ 0 h 185737"/>
              <a:gd name="connsiteX1" fmla="*/ 38100 w 38382"/>
              <a:gd name="connsiteY1" fmla="*/ 95250 h 185737"/>
              <a:gd name="connsiteX2" fmla="*/ 14288 w 38382"/>
              <a:gd name="connsiteY2" fmla="*/ 185737 h 185737"/>
            </a:gdLst>
            <a:ahLst/>
            <a:cxnLst>
              <a:cxn ang="0">
                <a:pos x="connsiteX0" y="connsiteY0"/>
              </a:cxn>
              <a:cxn ang="0">
                <a:pos x="connsiteX1" y="connsiteY1"/>
              </a:cxn>
              <a:cxn ang="0">
                <a:pos x="connsiteX2" y="connsiteY2"/>
              </a:cxn>
            </a:cxnLst>
            <a:rect l="l" t="t" r="r" b="b"/>
            <a:pathLst>
              <a:path w="38382" h="185737">
                <a:moveTo>
                  <a:pt x="0" y="0"/>
                </a:moveTo>
                <a:cubicBezTo>
                  <a:pt x="17859" y="32147"/>
                  <a:pt x="35719" y="64294"/>
                  <a:pt x="38100" y="95250"/>
                </a:cubicBezTo>
                <a:cubicBezTo>
                  <a:pt x="40481" y="126206"/>
                  <a:pt x="27384" y="155971"/>
                  <a:pt x="14288" y="18573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9D6F0C7-F0C4-493F-9B80-4210E6820DC6}"/>
                  </a:ext>
                </a:extLst>
              </p:cNvPr>
              <p:cNvSpPr txBox="1"/>
              <p:nvPr/>
            </p:nvSpPr>
            <p:spPr>
              <a:xfrm>
                <a:off x="2205150" y="2917031"/>
                <a:ext cx="32135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050" b="0" i="1" smtClean="0">
                          <a:latin typeface="Cambria Math" panose="02040503050406030204" pitchFamily="18" charset="0"/>
                        </a:rPr>
                        <m:t>0.8</m:t>
                      </m:r>
                    </m:oMath>
                  </m:oMathPara>
                </a14:m>
                <a:endParaRPr lang="en-GB" dirty="0"/>
              </a:p>
            </p:txBody>
          </p:sp>
        </mc:Choice>
        <mc:Fallback xmlns="">
          <p:sp>
            <p:nvSpPr>
              <p:cNvPr id="14" name="TextBox 13">
                <a:extLst>
                  <a:ext uri="{FF2B5EF4-FFF2-40B4-BE49-F238E27FC236}">
                    <a16:creationId xmlns:a16="http://schemas.microsoft.com/office/drawing/2014/main" id="{B9D6F0C7-F0C4-493F-9B80-4210E6820DC6}"/>
                  </a:ext>
                </a:extLst>
              </p:cNvPr>
              <p:cNvSpPr txBox="1">
                <a:spLocks noRot="1" noChangeAspect="1" noMove="1" noResize="1" noEditPoints="1" noAdjustHandles="1" noChangeArrowheads="1" noChangeShapeType="1" noTextEdit="1"/>
              </p:cNvSpPr>
              <p:nvPr/>
            </p:nvSpPr>
            <p:spPr>
              <a:xfrm>
                <a:off x="2205150" y="2917031"/>
                <a:ext cx="321355" cy="26161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12705C7-75EE-405C-BC2E-E613C8D2247E}"/>
                  </a:ext>
                </a:extLst>
              </p:cNvPr>
              <p:cNvSpPr txBox="1"/>
              <p:nvPr/>
            </p:nvSpPr>
            <p:spPr>
              <a:xfrm>
                <a:off x="2099928" y="2582343"/>
                <a:ext cx="445628" cy="253916"/>
              </a:xfrm>
              <a:prstGeom prst="rect">
                <a:avLst/>
              </a:prstGeom>
              <a:noFill/>
            </p:spPr>
            <p:txBody>
              <a:bodyPr wrap="square" rtlCol="0">
                <a:spAutoFit/>
              </a:bodyPr>
              <a:lstStyle/>
              <a:p>
                <a14:m>
                  <m:oMath xmlns:m="http://schemas.openxmlformats.org/officeDocument/2006/math">
                    <m:r>
                      <a:rPr lang="en-GB" sz="1050" b="0" i="1" smtClean="0">
                        <a:latin typeface="Cambria Math" panose="02040503050406030204" pitchFamily="18" charset="0"/>
                      </a:rPr>
                      <m:t>𝑟</m:t>
                    </m:r>
                    <m:r>
                      <a:rPr lang="en-GB" sz="1050" b="0" i="1" smtClean="0">
                        <a:latin typeface="Cambria Math" panose="02040503050406030204" pitchFamily="18" charset="0"/>
                      </a:rPr>
                      <m:t> </m:t>
                    </m:r>
                  </m:oMath>
                </a14:m>
                <a:r>
                  <a:rPr lang="en-GB" sz="1050" b="0" i="0" dirty="0">
                    <a:latin typeface="+mj-lt"/>
                  </a:rPr>
                  <a:t>cm</a:t>
                </a:r>
                <a:endParaRPr lang="en-GB" dirty="0"/>
              </a:p>
            </p:txBody>
          </p:sp>
        </mc:Choice>
        <mc:Fallback xmlns="">
          <p:sp>
            <p:nvSpPr>
              <p:cNvPr id="15" name="TextBox 14">
                <a:extLst>
                  <a:ext uri="{FF2B5EF4-FFF2-40B4-BE49-F238E27FC236}">
                    <a16:creationId xmlns:a16="http://schemas.microsoft.com/office/drawing/2014/main" id="{E12705C7-75EE-405C-BC2E-E613C8D2247E}"/>
                  </a:ext>
                </a:extLst>
              </p:cNvPr>
              <p:cNvSpPr txBox="1">
                <a:spLocks noRot="1" noChangeAspect="1" noMove="1" noResize="1" noEditPoints="1" noAdjustHandles="1" noChangeArrowheads="1" noChangeShapeType="1" noTextEdit="1"/>
              </p:cNvSpPr>
              <p:nvPr/>
            </p:nvSpPr>
            <p:spPr>
              <a:xfrm>
                <a:off x="2099928" y="2582343"/>
                <a:ext cx="445628" cy="253916"/>
              </a:xfrm>
              <a:prstGeom prst="rect">
                <a:avLst/>
              </a:prstGeom>
              <a:blipFill>
                <a:blip r:embed="rId5"/>
                <a:stretch>
                  <a:fillRect b="-170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89B88F6-155C-40BC-A682-5989E00897A2}"/>
                  </a:ext>
                </a:extLst>
              </p:cNvPr>
              <p:cNvSpPr txBox="1"/>
              <p:nvPr/>
            </p:nvSpPr>
            <p:spPr>
              <a:xfrm>
                <a:off x="2111191" y="3209785"/>
                <a:ext cx="445628" cy="253916"/>
              </a:xfrm>
              <a:prstGeom prst="rect">
                <a:avLst/>
              </a:prstGeom>
              <a:noFill/>
            </p:spPr>
            <p:txBody>
              <a:bodyPr wrap="square" rtlCol="0">
                <a:spAutoFit/>
              </a:bodyPr>
              <a:lstStyle/>
              <a:p>
                <a14:m>
                  <m:oMath xmlns:m="http://schemas.openxmlformats.org/officeDocument/2006/math">
                    <m:r>
                      <a:rPr lang="en-GB" sz="1050" b="0" i="1" smtClean="0">
                        <a:latin typeface="Cambria Math" panose="02040503050406030204" pitchFamily="18" charset="0"/>
                      </a:rPr>
                      <m:t>𝑟</m:t>
                    </m:r>
                    <m:r>
                      <a:rPr lang="en-GB" sz="1050" b="0" i="1" smtClean="0">
                        <a:latin typeface="Cambria Math" panose="02040503050406030204" pitchFamily="18" charset="0"/>
                      </a:rPr>
                      <m:t> </m:t>
                    </m:r>
                  </m:oMath>
                </a14:m>
                <a:r>
                  <a:rPr lang="en-GB" sz="1050" b="0" i="0" dirty="0">
                    <a:latin typeface="+mj-lt"/>
                  </a:rPr>
                  <a:t>cm</a:t>
                </a:r>
                <a:endParaRPr lang="en-GB" dirty="0"/>
              </a:p>
            </p:txBody>
          </p:sp>
        </mc:Choice>
        <mc:Fallback xmlns="">
          <p:sp>
            <p:nvSpPr>
              <p:cNvPr id="16" name="TextBox 15">
                <a:extLst>
                  <a:ext uri="{FF2B5EF4-FFF2-40B4-BE49-F238E27FC236}">
                    <a16:creationId xmlns:a16="http://schemas.microsoft.com/office/drawing/2014/main" id="{389B88F6-155C-40BC-A682-5989E00897A2}"/>
                  </a:ext>
                </a:extLst>
              </p:cNvPr>
              <p:cNvSpPr txBox="1">
                <a:spLocks noRot="1" noChangeAspect="1" noMove="1" noResize="1" noEditPoints="1" noAdjustHandles="1" noChangeArrowheads="1" noChangeShapeType="1" noTextEdit="1"/>
              </p:cNvSpPr>
              <p:nvPr/>
            </p:nvSpPr>
            <p:spPr>
              <a:xfrm>
                <a:off x="2111191" y="3209785"/>
                <a:ext cx="445628" cy="253916"/>
              </a:xfrm>
              <a:prstGeom prst="rect">
                <a:avLst/>
              </a:prstGeom>
              <a:blipFill>
                <a:blip r:embed="rId6"/>
                <a:stretch>
                  <a:fillRect b="-170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E971935-8A8A-4408-BFFF-F63A656BA470}"/>
                  </a:ext>
                </a:extLst>
              </p:cNvPr>
              <p:cNvSpPr txBox="1"/>
              <p:nvPr/>
            </p:nvSpPr>
            <p:spPr>
              <a:xfrm>
                <a:off x="2712468" y="2404411"/>
                <a:ext cx="287907"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050" b="0" i="1" smtClean="0">
                          <a:latin typeface="Cambria Math" panose="02040503050406030204" pitchFamily="18" charset="0"/>
                        </a:rPr>
                        <m:t>𝐴</m:t>
                      </m:r>
                    </m:oMath>
                  </m:oMathPara>
                </a14:m>
                <a:endParaRPr lang="en-GB" dirty="0"/>
              </a:p>
            </p:txBody>
          </p:sp>
        </mc:Choice>
        <mc:Fallback xmlns="">
          <p:sp>
            <p:nvSpPr>
              <p:cNvPr id="17" name="TextBox 16">
                <a:extLst>
                  <a:ext uri="{FF2B5EF4-FFF2-40B4-BE49-F238E27FC236}">
                    <a16:creationId xmlns:a16="http://schemas.microsoft.com/office/drawing/2014/main" id="{DE971935-8A8A-4408-BFFF-F63A656BA470}"/>
                  </a:ext>
                </a:extLst>
              </p:cNvPr>
              <p:cNvSpPr txBox="1">
                <a:spLocks noRot="1" noChangeAspect="1" noMove="1" noResize="1" noEditPoints="1" noAdjustHandles="1" noChangeArrowheads="1" noChangeShapeType="1" noTextEdit="1"/>
              </p:cNvSpPr>
              <p:nvPr/>
            </p:nvSpPr>
            <p:spPr>
              <a:xfrm>
                <a:off x="2712468" y="2404411"/>
                <a:ext cx="287907" cy="25391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ABAD23D-EE64-46F8-B1CF-EB4D40094645}"/>
                  </a:ext>
                </a:extLst>
              </p:cNvPr>
              <p:cNvSpPr txBox="1"/>
              <p:nvPr/>
            </p:nvSpPr>
            <p:spPr>
              <a:xfrm>
                <a:off x="2783012" y="3355071"/>
                <a:ext cx="287907"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050" b="0" i="1" smtClean="0">
                          <a:latin typeface="Cambria Math" panose="02040503050406030204" pitchFamily="18" charset="0"/>
                        </a:rPr>
                        <m:t>𝐵</m:t>
                      </m:r>
                    </m:oMath>
                  </m:oMathPara>
                </a14:m>
                <a:endParaRPr lang="en-GB" dirty="0"/>
              </a:p>
            </p:txBody>
          </p:sp>
        </mc:Choice>
        <mc:Fallback xmlns="">
          <p:sp>
            <p:nvSpPr>
              <p:cNvPr id="18" name="TextBox 17">
                <a:extLst>
                  <a:ext uri="{FF2B5EF4-FFF2-40B4-BE49-F238E27FC236}">
                    <a16:creationId xmlns:a16="http://schemas.microsoft.com/office/drawing/2014/main" id="{0ABAD23D-EE64-46F8-B1CF-EB4D40094645}"/>
                  </a:ext>
                </a:extLst>
              </p:cNvPr>
              <p:cNvSpPr txBox="1">
                <a:spLocks noRot="1" noChangeAspect="1" noMove="1" noResize="1" noEditPoints="1" noAdjustHandles="1" noChangeArrowheads="1" noChangeShapeType="1" noTextEdit="1"/>
              </p:cNvSpPr>
              <p:nvPr/>
            </p:nvSpPr>
            <p:spPr>
              <a:xfrm>
                <a:off x="2783012" y="3355071"/>
                <a:ext cx="287907" cy="253916"/>
              </a:xfrm>
              <a:prstGeom prst="rect">
                <a:avLst/>
              </a:prstGeom>
              <a:blipFill>
                <a:blip r:embed="rId8"/>
                <a:stretch>
                  <a:fillRect/>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62D7700F-6F06-4091-A738-575334242932}"/>
              </a:ext>
            </a:extLst>
          </p:cNvPr>
          <p:cNvSpPr txBox="1"/>
          <p:nvPr/>
        </p:nvSpPr>
        <p:spPr>
          <a:xfrm>
            <a:off x="4152207" y="805756"/>
            <a:ext cx="3673356" cy="304698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600" dirty="0"/>
              <a:t>[Textbook] A plot of land is in the shape of a sector of a circle of radius 55 m. The length of fencing that is erected along the edge of the plot to enclose the land is 176 m. Calculate the area of the plot of land.</a:t>
            </a:r>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p:txBody>
      </p:sp>
      <p:sp>
        <p:nvSpPr>
          <p:cNvPr id="20" name="Partial Circle 19">
            <a:extLst>
              <a:ext uri="{FF2B5EF4-FFF2-40B4-BE49-F238E27FC236}">
                <a16:creationId xmlns:a16="http://schemas.microsoft.com/office/drawing/2014/main" id="{FE7142BA-D780-4283-B34D-BD53285F52D8}"/>
              </a:ext>
            </a:extLst>
          </p:cNvPr>
          <p:cNvSpPr/>
          <p:nvPr/>
        </p:nvSpPr>
        <p:spPr>
          <a:xfrm>
            <a:off x="4360034" y="2074283"/>
            <a:ext cx="2116697" cy="1925081"/>
          </a:xfrm>
          <a:prstGeom prst="pie">
            <a:avLst>
              <a:gd name="adj1" fmla="val 19437373"/>
              <a:gd name="adj2" fmla="val 1522866"/>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D6C9FB5-74DC-43DA-B234-8DDD829614AA}"/>
                  </a:ext>
                </a:extLst>
              </p:cNvPr>
              <p:cNvSpPr txBox="1"/>
              <p:nvPr/>
            </p:nvSpPr>
            <p:spPr>
              <a:xfrm rot="19417426">
                <a:off x="5334779" y="2435476"/>
                <a:ext cx="86409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55 </m:t>
                      </m:r>
                      <m:r>
                        <a:rPr lang="en-GB" sz="1400" b="0" i="1" smtClean="0">
                          <a:latin typeface="Cambria Math" panose="02040503050406030204" pitchFamily="18" charset="0"/>
                        </a:rPr>
                        <m:t>𝑚</m:t>
                      </m:r>
                    </m:oMath>
                  </m:oMathPara>
                </a14:m>
                <a:endParaRPr lang="en-GB" sz="1400" dirty="0"/>
              </a:p>
            </p:txBody>
          </p:sp>
        </mc:Choice>
        <mc:Fallback xmlns="">
          <p:sp>
            <p:nvSpPr>
              <p:cNvPr id="21" name="TextBox 20">
                <a:extLst>
                  <a:ext uri="{FF2B5EF4-FFF2-40B4-BE49-F238E27FC236}">
                    <a16:creationId xmlns:a16="http://schemas.microsoft.com/office/drawing/2014/main" id="{9D6C9FB5-74DC-43DA-B234-8DDD829614AA}"/>
                  </a:ext>
                </a:extLst>
              </p:cNvPr>
              <p:cNvSpPr txBox="1">
                <a:spLocks noRot="1" noChangeAspect="1" noMove="1" noResize="1" noEditPoints="1" noAdjustHandles="1" noChangeArrowheads="1" noChangeShapeType="1" noTextEdit="1"/>
              </p:cNvSpPr>
              <p:nvPr/>
            </p:nvSpPr>
            <p:spPr>
              <a:xfrm rot="19417426">
                <a:off x="5334779" y="2435476"/>
                <a:ext cx="864096" cy="30777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ED3AAE2-347D-48B8-AE27-D72455C93C9E}"/>
                  </a:ext>
                </a:extLst>
              </p:cNvPr>
              <p:cNvSpPr txBox="1"/>
              <p:nvPr/>
            </p:nvSpPr>
            <p:spPr>
              <a:xfrm>
                <a:off x="5659005" y="2874136"/>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𝜃</m:t>
                      </m:r>
                    </m:oMath>
                  </m:oMathPara>
                </a14:m>
                <a:endParaRPr lang="en-GB" sz="1100" dirty="0"/>
              </a:p>
            </p:txBody>
          </p:sp>
        </mc:Choice>
        <mc:Fallback xmlns="">
          <p:sp>
            <p:nvSpPr>
              <p:cNvPr id="22" name="TextBox 21">
                <a:extLst>
                  <a:ext uri="{FF2B5EF4-FFF2-40B4-BE49-F238E27FC236}">
                    <a16:creationId xmlns:a16="http://schemas.microsoft.com/office/drawing/2014/main" id="{9ED3AAE2-347D-48B8-AE27-D72455C93C9E}"/>
                  </a:ext>
                </a:extLst>
              </p:cNvPr>
              <p:cNvSpPr txBox="1">
                <a:spLocks noRot="1" noChangeAspect="1" noMove="1" noResize="1" noEditPoints="1" noAdjustHandles="1" noChangeArrowheads="1" noChangeShapeType="1" noTextEdit="1"/>
              </p:cNvSpPr>
              <p:nvPr/>
            </p:nvSpPr>
            <p:spPr>
              <a:xfrm>
                <a:off x="5659005" y="2874136"/>
                <a:ext cx="364005" cy="261610"/>
              </a:xfrm>
              <a:prstGeom prst="rect">
                <a:avLst/>
              </a:prstGeom>
              <a:blipFill>
                <a:blip r:embed="rId10"/>
                <a:stretch>
                  <a:fillRect/>
                </a:stretch>
              </a:blipFill>
            </p:spPr>
            <p:txBody>
              <a:bodyPr/>
              <a:lstStyle/>
              <a:p>
                <a:r>
                  <a:rPr lang="en-GB">
                    <a:noFill/>
                  </a:rPr>
                  <a:t> </a:t>
                </a:r>
              </a:p>
            </p:txBody>
          </p:sp>
        </mc:Fallback>
      </mc:AlternateContent>
      <p:sp>
        <p:nvSpPr>
          <p:cNvPr id="23" name="Freeform: Shape 22">
            <a:extLst>
              <a:ext uri="{FF2B5EF4-FFF2-40B4-BE49-F238E27FC236}">
                <a16:creationId xmlns:a16="http://schemas.microsoft.com/office/drawing/2014/main" id="{CD2AC0DE-3610-4C0F-B68E-5AFD460CDE9C}"/>
              </a:ext>
            </a:extLst>
          </p:cNvPr>
          <p:cNvSpPr/>
          <p:nvPr/>
        </p:nvSpPr>
        <p:spPr>
          <a:xfrm>
            <a:off x="5653916" y="2844183"/>
            <a:ext cx="68468" cy="326231"/>
          </a:xfrm>
          <a:custGeom>
            <a:avLst/>
            <a:gdLst>
              <a:gd name="connsiteX0" fmla="*/ 0 w 68468"/>
              <a:gd name="connsiteY0" fmla="*/ 0 h 326231"/>
              <a:gd name="connsiteX1" fmla="*/ 66675 w 68468"/>
              <a:gd name="connsiteY1" fmla="*/ 164306 h 326231"/>
              <a:gd name="connsiteX2" fmla="*/ 42862 w 68468"/>
              <a:gd name="connsiteY2" fmla="*/ 326231 h 326231"/>
            </a:gdLst>
            <a:ahLst/>
            <a:cxnLst>
              <a:cxn ang="0">
                <a:pos x="connsiteX0" y="connsiteY0"/>
              </a:cxn>
              <a:cxn ang="0">
                <a:pos x="connsiteX1" y="connsiteY1"/>
              </a:cxn>
              <a:cxn ang="0">
                <a:pos x="connsiteX2" y="connsiteY2"/>
              </a:cxn>
            </a:cxnLst>
            <a:rect l="l" t="t" r="r" b="b"/>
            <a:pathLst>
              <a:path w="68468" h="326231">
                <a:moveTo>
                  <a:pt x="0" y="0"/>
                </a:moveTo>
                <a:cubicBezTo>
                  <a:pt x="29765" y="54967"/>
                  <a:pt x="59531" y="109934"/>
                  <a:pt x="66675" y="164306"/>
                </a:cubicBezTo>
                <a:cubicBezTo>
                  <a:pt x="73819" y="218678"/>
                  <a:pt x="58340" y="272454"/>
                  <a:pt x="42862" y="32623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45C1289-97B0-4BFE-AC06-10C552B81742}"/>
                  </a:ext>
                </a:extLst>
              </p:cNvPr>
              <p:cNvSpPr txBox="1"/>
              <p:nvPr/>
            </p:nvSpPr>
            <p:spPr>
              <a:xfrm>
                <a:off x="5142460" y="2903145"/>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𝑂</m:t>
                      </m:r>
                    </m:oMath>
                  </m:oMathPara>
                </a14:m>
                <a:endParaRPr lang="en-GB" sz="1100" dirty="0"/>
              </a:p>
            </p:txBody>
          </p:sp>
        </mc:Choice>
        <mc:Fallback xmlns="">
          <p:sp>
            <p:nvSpPr>
              <p:cNvPr id="24" name="TextBox 23">
                <a:extLst>
                  <a:ext uri="{FF2B5EF4-FFF2-40B4-BE49-F238E27FC236}">
                    <a16:creationId xmlns:a16="http://schemas.microsoft.com/office/drawing/2014/main" id="{E45C1289-97B0-4BFE-AC06-10C552B81742}"/>
                  </a:ext>
                </a:extLst>
              </p:cNvPr>
              <p:cNvSpPr txBox="1">
                <a:spLocks noRot="1" noChangeAspect="1" noMove="1" noResize="1" noEditPoints="1" noAdjustHandles="1" noChangeArrowheads="1" noChangeShapeType="1" noTextEdit="1"/>
              </p:cNvSpPr>
              <p:nvPr/>
            </p:nvSpPr>
            <p:spPr>
              <a:xfrm>
                <a:off x="5142460" y="2903145"/>
                <a:ext cx="364005" cy="26161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59FA91-762B-4AE3-B38F-875ABDBFCEBA}"/>
                  </a:ext>
                </a:extLst>
              </p:cNvPr>
              <p:cNvSpPr txBox="1"/>
              <p:nvPr/>
            </p:nvSpPr>
            <p:spPr>
              <a:xfrm>
                <a:off x="6142872" y="2207372"/>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𝐴</m:t>
                      </m:r>
                    </m:oMath>
                  </m:oMathPara>
                </a14:m>
                <a:endParaRPr lang="en-GB" sz="1100" dirty="0"/>
              </a:p>
            </p:txBody>
          </p:sp>
        </mc:Choice>
        <mc:Fallback xmlns="">
          <p:sp>
            <p:nvSpPr>
              <p:cNvPr id="25" name="TextBox 24">
                <a:extLst>
                  <a:ext uri="{FF2B5EF4-FFF2-40B4-BE49-F238E27FC236}">
                    <a16:creationId xmlns:a16="http://schemas.microsoft.com/office/drawing/2014/main" id="{3E59FA91-762B-4AE3-B38F-875ABDBFCEBA}"/>
                  </a:ext>
                </a:extLst>
              </p:cNvPr>
              <p:cNvSpPr txBox="1">
                <a:spLocks noRot="1" noChangeAspect="1" noMove="1" noResize="1" noEditPoints="1" noAdjustHandles="1" noChangeArrowheads="1" noChangeShapeType="1" noTextEdit="1"/>
              </p:cNvSpPr>
              <p:nvPr/>
            </p:nvSpPr>
            <p:spPr>
              <a:xfrm>
                <a:off x="6142872" y="2207372"/>
                <a:ext cx="364005" cy="261610"/>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9A86B55-92AA-401A-B867-D1D41DC50414}"/>
                  </a:ext>
                </a:extLst>
              </p:cNvPr>
              <p:cNvSpPr txBox="1"/>
              <p:nvPr/>
            </p:nvSpPr>
            <p:spPr>
              <a:xfrm>
                <a:off x="6201369" y="3458481"/>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𝐵</m:t>
                      </m:r>
                    </m:oMath>
                  </m:oMathPara>
                </a14:m>
                <a:endParaRPr lang="en-GB" sz="1100" dirty="0"/>
              </a:p>
            </p:txBody>
          </p:sp>
        </mc:Choice>
        <mc:Fallback xmlns="">
          <p:sp>
            <p:nvSpPr>
              <p:cNvPr id="26" name="TextBox 25">
                <a:extLst>
                  <a:ext uri="{FF2B5EF4-FFF2-40B4-BE49-F238E27FC236}">
                    <a16:creationId xmlns:a16="http://schemas.microsoft.com/office/drawing/2014/main" id="{F9A86B55-92AA-401A-B867-D1D41DC50414}"/>
                  </a:ext>
                </a:extLst>
              </p:cNvPr>
              <p:cNvSpPr txBox="1">
                <a:spLocks noRot="1" noChangeAspect="1" noMove="1" noResize="1" noEditPoints="1" noAdjustHandles="1" noChangeArrowheads="1" noChangeShapeType="1" noTextEdit="1"/>
              </p:cNvSpPr>
              <p:nvPr/>
            </p:nvSpPr>
            <p:spPr>
              <a:xfrm>
                <a:off x="6201369" y="3458481"/>
                <a:ext cx="364005" cy="261610"/>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0713F69-86CF-407F-8A40-D9A5A7BAADA7}"/>
                  </a:ext>
                </a:extLst>
              </p:cNvPr>
              <p:cNvSpPr txBox="1"/>
              <p:nvPr/>
            </p:nvSpPr>
            <p:spPr>
              <a:xfrm rot="1586074">
                <a:off x="5374630" y="3227606"/>
                <a:ext cx="86409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55 </m:t>
                      </m:r>
                      <m:r>
                        <a:rPr lang="en-GB" sz="1400" b="0" i="1" smtClean="0">
                          <a:latin typeface="Cambria Math" panose="02040503050406030204" pitchFamily="18" charset="0"/>
                        </a:rPr>
                        <m:t>𝑚</m:t>
                      </m:r>
                    </m:oMath>
                  </m:oMathPara>
                </a14:m>
                <a:endParaRPr lang="en-GB" sz="1400" dirty="0"/>
              </a:p>
            </p:txBody>
          </p:sp>
        </mc:Choice>
        <mc:Fallback xmlns="">
          <p:sp>
            <p:nvSpPr>
              <p:cNvPr id="27" name="TextBox 26">
                <a:extLst>
                  <a:ext uri="{FF2B5EF4-FFF2-40B4-BE49-F238E27FC236}">
                    <a16:creationId xmlns:a16="http://schemas.microsoft.com/office/drawing/2014/main" id="{80713F69-86CF-407F-8A40-D9A5A7BAADA7}"/>
                  </a:ext>
                </a:extLst>
              </p:cNvPr>
              <p:cNvSpPr txBox="1">
                <a:spLocks noRot="1" noChangeAspect="1" noMove="1" noResize="1" noEditPoints="1" noAdjustHandles="1" noChangeArrowheads="1" noChangeShapeType="1" noTextEdit="1"/>
              </p:cNvSpPr>
              <p:nvPr/>
            </p:nvSpPr>
            <p:spPr>
              <a:xfrm rot="1586074">
                <a:off x="5374630" y="3227606"/>
                <a:ext cx="864096" cy="30777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DD7D999-70E1-4F12-9EFE-4F5D64842F08}"/>
                  </a:ext>
                </a:extLst>
              </p:cNvPr>
              <p:cNvSpPr txBox="1"/>
              <p:nvPr/>
            </p:nvSpPr>
            <p:spPr>
              <a:xfrm>
                <a:off x="4355976" y="4126955"/>
                <a:ext cx="3469587" cy="1591461"/>
              </a:xfrm>
              <a:prstGeom prst="rect">
                <a:avLst/>
              </a:prstGeom>
              <a:noFill/>
            </p:spPr>
            <p:txBody>
              <a:bodyPr wrap="square" rtlCol="0">
                <a:spAutoFit/>
              </a:bodyPr>
              <a:lstStyle/>
              <a:p>
                <a:r>
                  <a:rPr lang="en-GB" dirty="0"/>
                  <a:t>Arc </a:t>
                </a:r>
                <a14:m>
                  <m:oMath xmlns:m="http://schemas.openxmlformats.org/officeDocument/2006/math">
                    <m:r>
                      <a:rPr lang="en-GB" b="0" i="1" smtClean="0">
                        <a:latin typeface="Cambria Math" panose="02040503050406030204" pitchFamily="18" charset="0"/>
                      </a:rPr>
                      <m:t>𝐴𝐵</m:t>
                    </m:r>
                    <m:r>
                      <a:rPr lang="en-GB" b="0" i="1" smtClean="0">
                        <a:latin typeface="Cambria Math" panose="02040503050406030204" pitchFamily="18" charset="0"/>
                      </a:rPr>
                      <m:t>=176−55−55=66 </m:t>
                    </m:r>
                    <m:r>
                      <a:rPr lang="en-GB" b="0" i="1" smtClean="0">
                        <a:latin typeface="Cambria Math" panose="02040503050406030204" pitchFamily="18" charset="0"/>
                      </a:rPr>
                      <m:t>𝑚</m:t>
                    </m:r>
                  </m:oMath>
                </a14:m>
                <a:endParaRPr lang="en-GB" dirty="0"/>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66=5</m:t>
                      </m:r>
                      <m:r>
                        <a:rPr lang="en-GB" b="0" i="1" smtClean="0">
                          <a:latin typeface="Cambria Math" panose="02040503050406030204" pitchFamily="18" charset="0"/>
                        </a:rPr>
                        <m:t>𝜃</m:t>
                      </m:r>
                    </m:oMath>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=1.2 </m:t>
                      </m:r>
                      <m:r>
                        <a:rPr lang="en-GB" b="0" i="1" smtClean="0">
                          <a:latin typeface="Cambria Math" panose="02040503050406030204" pitchFamily="18" charset="0"/>
                        </a:rPr>
                        <m:t>𝑟𝑎𝑑</m:t>
                      </m:r>
                    </m:oMath>
                  </m:oMathPara>
                </a14:m>
                <a:endParaRPr lang="en-GB" dirty="0"/>
              </a:p>
              <a:p>
                <a:endParaRPr lang="en-GB" dirty="0"/>
              </a:p>
              <a:p>
                <a:r>
                  <a:rPr lang="en-GB" dirty="0"/>
                  <a:t>Area </a:t>
                </a:r>
                <a14:m>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55</m:t>
                        </m:r>
                      </m:e>
                      <m:sup>
                        <m:r>
                          <a:rPr lang="en-GB" b="0" i="1" smtClean="0">
                            <a:latin typeface="Cambria Math" panose="02040503050406030204" pitchFamily="18" charset="0"/>
                          </a:rPr>
                          <m:t>2</m:t>
                        </m:r>
                      </m:sup>
                    </m:sSup>
                    <m:r>
                      <a:rPr lang="en-GB" b="0" i="1" smtClean="0">
                        <a:latin typeface="Cambria Math" panose="02040503050406030204" pitchFamily="18" charset="0"/>
                      </a:rPr>
                      <m:t>×1.2=1815 </m:t>
                    </m:r>
                  </m:oMath>
                </a14:m>
                <a:r>
                  <a:rPr lang="en-GB" b="0" i="0" dirty="0">
                    <a:latin typeface="+mj-lt"/>
                  </a:rPr>
                  <a:t>m</a:t>
                </a:r>
                <a:r>
                  <a:rPr lang="en-GB" b="0" i="0" baseline="30000" dirty="0">
                    <a:latin typeface="+mj-lt"/>
                  </a:rPr>
                  <a:t>2</a:t>
                </a:r>
                <a:endParaRPr lang="en-GB" baseline="30000" dirty="0"/>
              </a:p>
            </p:txBody>
          </p:sp>
        </mc:Choice>
        <mc:Fallback xmlns="">
          <p:sp>
            <p:nvSpPr>
              <p:cNvPr id="28" name="TextBox 27">
                <a:extLst>
                  <a:ext uri="{FF2B5EF4-FFF2-40B4-BE49-F238E27FC236}">
                    <a16:creationId xmlns:a16="http://schemas.microsoft.com/office/drawing/2014/main" id="{3DD7D999-70E1-4F12-9EFE-4F5D64842F08}"/>
                  </a:ext>
                </a:extLst>
              </p:cNvPr>
              <p:cNvSpPr txBox="1">
                <a:spLocks noRot="1" noChangeAspect="1" noMove="1" noResize="1" noEditPoints="1" noAdjustHandles="1" noChangeArrowheads="1" noChangeShapeType="1" noTextEdit="1"/>
              </p:cNvSpPr>
              <p:nvPr/>
            </p:nvSpPr>
            <p:spPr>
              <a:xfrm>
                <a:off x="4355976" y="4126955"/>
                <a:ext cx="3469587" cy="1591461"/>
              </a:xfrm>
              <a:prstGeom prst="rect">
                <a:avLst/>
              </a:prstGeom>
              <a:blipFill>
                <a:blip r:embed="rId15"/>
                <a:stretch>
                  <a:fillRect l="-1582" t="-2299" b="-1916"/>
                </a:stretch>
              </a:blipFill>
            </p:spPr>
            <p:txBody>
              <a:bodyPr/>
              <a:lstStyle/>
              <a:p>
                <a:r>
                  <a:rPr lang="en-GB">
                    <a:noFill/>
                  </a:rPr>
                  <a:t> </a:t>
                </a:r>
              </a:p>
            </p:txBody>
          </p:sp>
        </mc:Fallback>
      </mc:AlternateContent>
      <p:sp>
        <p:nvSpPr>
          <p:cNvPr id="29" name="Rectangle 28">
            <a:extLst>
              <a:ext uri="{FF2B5EF4-FFF2-40B4-BE49-F238E27FC236}">
                <a16:creationId xmlns:a16="http://schemas.microsoft.com/office/drawing/2014/main" id="{9B45B44C-70D0-4D51-8657-BB3CD490290B}"/>
              </a:ext>
            </a:extLst>
          </p:cNvPr>
          <p:cNvSpPr/>
          <p:nvPr/>
        </p:nvSpPr>
        <p:spPr>
          <a:xfrm>
            <a:off x="438515" y="4152381"/>
            <a:ext cx="3240360" cy="197552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0" name="Rectangle 29">
            <a:extLst>
              <a:ext uri="{FF2B5EF4-FFF2-40B4-BE49-F238E27FC236}">
                <a16:creationId xmlns:a16="http://schemas.microsoft.com/office/drawing/2014/main" id="{89C5BCB9-B9CB-4664-9C69-DA7078A35A3E}"/>
              </a:ext>
            </a:extLst>
          </p:cNvPr>
          <p:cNvSpPr/>
          <p:nvPr/>
        </p:nvSpPr>
        <p:spPr>
          <a:xfrm>
            <a:off x="4152207" y="3864337"/>
            <a:ext cx="3673356" cy="22635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17072873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1264303-1403-46EF-B8D3-39665DA722AC}"/>
                  </a:ext>
                </a:extLst>
              </p:cNvPr>
              <p:cNvSpPr txBox="1"/>
              <p:nvPr/>
            </p:nvSpPr>
            <p:spPr>
              <a:xfrm>
                <a:off x="438514" y="836149"/>
                <a:ext cx="3192683" cy="280076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600" dirty="0"/>
                  <a:t>[Textbook] In the diagram above, </a:t>
                </a:r>
                <a14:m>
                  <m:oMath xmlns:m="http://schemas.openxmlformats.org/officeDocument/2006/math">
                    <m:r>
                      <a:rPr lang="en-GB" sz="1600" b="0" i="1" smtClean="0">
                        <a:latin typeface="Cambria Math" panose="02040503050406030204" pitchFamily="18" charset="0"/>
                      </a:rPr>
                      <m:t>𝑂𝐴𝐵</m:t>
                    </m:r>
                  </m:oMath>
                </a14:m>
                <a:r>
                  <a:rPr lang="en-GB" sz="1600" dirty="0"/>
                  <a:t> is a sector of a circle, radius 4m. The chord </a:t>
                </a:r>
                <a14:m>
                  <m:oMath xmlns:m="http://schemas.openxmlformats.org/officeDocument/2006/math">
                    <m:r>
                      <a:rPr lang="en-GB" sz="1600" b="0" i="1" smtClean="0">
                        <a:latin typeface="Cambria Math" panose="02040503050406030204" pitchFamily="18" charset="0"/>
                      </a:rPr>
                      <m:t>𝐴𝐵</m:t>
                    </m:r>
                  </m:oMath>
                </a14:m>
                <a:r>
                  <a:rPr lang="en-GB" sz="1600" dirty="0"/>
                  <a:t> is 5m long. Find the area of the shaded segment.</a:t>
                </a:r>
              </a:p>
              <a:p>
                <a:endParaRPr lang="en-GB" sz="1600" dirty="0"/>
              </a:p>
              <a:p>
                <a:endParaRPr lang="en-GB" sz="1600" dirty="0"/>
              </a:p>
              <a:p>
                <a:endParaRPr lang="en-GB" sz="1600" dirty="0"/>
              </a:p>
              <a:p>
                <a:endParaRPr lang="en-GB" sz="1600" dirty="0"/>
              </a:p>
              <a:p>
                <a:endParaRPr lang="en-GB" sz="1600" dirty="0"/>
              </a:p>
              <a:p>
                <a:endParaRPr lang="en-GB" sz="1600" dirty="0"/>
              </a:p>
              <a:p>
                <a:endParaRPr lang="en-GB" sz="1600" dirty="0"/>
              </a:p>
            </p:txBody>
          </p:sp>
        </mc:Choice>
        <mc:Fallback xmlns="">
          <p:sp>
            <p:nvSpPr>
              <p:cNvPr id="5" name="TextBox 4">
                <a:extLst>
                  <a:ext uri="{FF2B5EF4-FFF2-40B4-BE49-F238E27FC236}">
                    <a16:creationId xmlns:a16="http://schemas.microsoft.com/office/drawing/2014/main" id="{A1264303-1403-46EF-B8D3-39665DA722AC}"/>
                  </a:ext>
                </a:extLst>
              </p:cNvPr>
              <p:cNvSpPr txBox="1">
                <a:spLocks noRot="1" noChangeAspect="1" noMove="1" noResize="1" noEditPoints="1" noAdjustHandles="1" noChangeArrowheads="1" noChangeShapeType="1" noTextEdit="1"/>
              </p:cNvSpPr>
              <p:nvPr/>
            </p:nvSpPr>
            <p:spPr>
              <a:xfrm>
                <a:off x="438514" y="836149"/>
                <a:ext cx="3192683" cy="2800767"/>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21" name="Freeform: Shape 20">
            <a:extLst>
              <a:ext uri="{FF2B5EF4-FFF2-40B4-BE49-F238E27FC236}">
                <a16:creationId xmlns:a16="http://schemas.microsoft.com/office/drawing/2014/main" id="{9D70A39E-3751-43F1-848D-F5FF8FA49066}"/>
              </a:ext>
            </a:extLst>
          </p:cNvPr>
          <p:cNvSpPr/>
          <p:nvPr/>
        </p:nvSpPr>
        <p:spPr>
          <a:xfrm>
            <a:off x="1797050" y="2190750"/>
            <a:ext cx="241300" cy="1054100"/>
          </a:xfrm>
          <a:custGeom>
            <a:avLst/>
            <a:gdLst>
              <a:gd name="connsiteX0" fmla="*/ 0 w 241300"/>
              <a:gd name="connsiteY0" fmla="*/ 0 h 1054100"/>
              <a:gd name="connsiteX1" fmla="*/ 114300 w 241300"/>
              <a:gd name="connsiteY1" fmla="*/ 1054100 h 1054100"/>
              <a:gd name="connsiteX2" fmla="*/ 203200 w 241300"/>
              <a:gd name="connsiteY2" fmla="*/ 863600 h 1054100"/>
              <a:gd name="connsiteX3" fmla="*/ 241300 w 241300"/>
              <a:gd name="connsiteY3" fmla="*/ 679450 h 1054100"/>
              <a:gd name="connsiteX4" fmla="*/ 228600 w 241300"/>
              <a:gd name="connsiteY4" fmla="*/ 527050 h 1054100"/>
              <a:gd name="connsiteX5" fmla="*/ 203200 w 241300"/>
              <a:gd name="connsiteY5" fmla="*/ 387350 h 1054100"/>
              <a:gd name="connsiteX6" fmla="*/ 165100 w 241300"/>
              <a:gd name="connsiteY6" fmla="*/ 254000 h 1054100"/>
              <a:gd name="connsiteX7" fmla="*/ 88900 w 241300"/>
              <a:gd name="connsiteY7" fmla="*/ 133350 h 1054100"/>
              <a:gd name="connsiteX8" fmla="*/ 31750 w 241300"/>
              <a:gd name="connsiteY8" fmla="*/ 44450 h 1054100"/>
              <a:gd name="connsiteX9" fmla="*/ 0 w 241300"/>
              <a:gd name="connsiteY9" fmla="*/ 0 h 105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00" h="1054100">
                <a:moveTo>
                  <a:pt x="0" y="0"/>
                </a:moveTo>
                <a:lnTo>
                  <a:pt x="114300" y="1054100"/>
                </a:lnTo>
                <a:lnTo>
                  <a:pt x="203200" y="863600"/>
                </a:lnTo>
                <a:lnTo>
                  <a:pt x="241300" y="679450"/>
                </a:lnTo>
                <a:lnTo>
                  <a:pt x="228600" y="527050"/>
                </a:lnTo>
                <a:lnTo>
                  <a:pt x="203200" y="387350"/>
                </a:lnTo>
                <a:lnTo>
                  <a:pt x="165100" y="254000"/>
                </a:lnTo>
                <a:lnTo>
                  <a:pt x="88900" y="133350"/>
                </a:lnTo>
                <a:lnTo>
                  <a:pt x="31750" y="44450"/>
                </a:lnTo>
                <a:lnTo>
                  <a:pt x="0" y="0"/>
                </a:lnTo>
                <a:close/>
              </a:path>
            </a:pathLst>
          </a:cu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403A0F8-BD8B-41E5-BD70-60ECA1E90918}"/>
                  </a:ext>
                </a:extLst>
              </p:cNvPr>
              <p:cNvSpPr txBox="1"/>
              <p:nvPr/>
            </p:nvSpPr>
            <p:spPr>
              <a:xfrm>
                <a:off x="4359300" y="836149"/>
                <a:ext cx="4272086" cy="280076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600" dirty="0"/>
                  <a:t>[Textbook] In the diagram, </a:t>
                </a:r>
                <a14:m>
                  <m:oMath xmlns:m="http://schemas.openxmlformats.org/officeDocument/2006/math">
                    <m:r>
                      <a:rPr lang="en-GB" sz="1600" b="0" i="1" smtClean="0">
                        <a:latin typeface="Cambria Math" panose="02040503050406030204" pitchFamily="18" charset="0"/>
                      </a:rPr>
                      <m:t>𝐴𝐵</m:t>
                    </m:r>
                  </m:oMath>
                </a14:m>
                <a:r>
                  <a:rPr lang="en-GB" sz="1600" dirty="0"/>
                  <a:t> is the diameter of a circle of radius </a:t>
                </a:r>
                <a14:m>
                  <m:oMath xmlns:m="http://schemas.openxmlformats.org/officeDocument/2006/math">
                    <m:r>
                      <a:rPr lang="en-GB" sz="1600" b="0" i="1" smtClean="0">
                        <a:latin typeface="Cambria Math" panose="02040503050406030204" pitchFamily="18" charset="0"/>
                      </a:rPr>
                      <m:t>𝑟</m:t>
                    </m:r>
                  </m:oMath>
                </a14:m>
                <a:r>
                  <a:rPr lang="en-GB" sz="1600" dirty="0"/>
                  <a:t>cm, and </a:t>
                </a:r>
                <a14:m>
                  <m:oMath xmlns:m="http://schemas.openxmlformats.org/officeDocument/2006/math">
                    <m:r>
                      <a:rPr lang="en-GB" sz="1600" b="0" i="1" smtClean="0">
                        <a:latin typeface="Cambria Math" panose="02040503050406030204" pitchFamily="18" charset="0"/>
                      </a:rPr>
                      <m:t>∠</m:t>
                    </m:r>
                    <m:r>
                      <a:rPr lang="en-GB" sz="1600" b="0" i="1" smtClean="0">
                        <a:latin typeface="Cambria Math" panose="02040503050406030204" pitchFamily="18" charset="0"/>
                      </a:rPr>
                      <m:t>𝐵𝑂𝐶</m:t>
                    </m:r>
                    <m:r>
                      <a:rPr lang="en-GB" sz="1600" b="0" i="1" smtClean="0">
                        <a:latin typeface="Cambria Math" panose="02040503050406030204" pitchFamily="18" charset="0"/>
                      </a:rPr>
                      <m:t>=</m:t>
                    </m:r>
                    <m:r>
                      <a:rPr lang="en-GB" sz="1600" b="0" i="1" smtClean="0">
                        <a:latin typeface="Cambria Math" panose="02040503050406030204" pitchFamily="18" charset="0"/>
                      </a:rPr>
                      <m:t>𝜃</m:t>
                    </m:r>
                  </m:oMath>
                </a14:m>
                <a:r>
                  <a:rPr lang="en-GB" sz="1600" dirty="0"/>
                  <a:t> radians. Given that the area of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𝐴𝑂𝐶</m:t>
                    </m:r>
                  </m:oMath>
                </a14:m>
                <a:r>
                  <a:rPr lang="en-GB" sz="1600" dirty="0"/>
                  <a:t> is three times that of the shaded segment, show that </a:t>
                </a:r>
                <a:br>
                  <a:rPr lang="en-GB" sz="1600" dirty="0"/>
                </a:br>
                <a14:m>
                  <m:oMath xmlns:m="http://schemas.openxmlformats.org/officeDocument/2006/math">
                    <m:r>
                      <a:rPr lang="en-GB" sz="1600" b="0" i="1" smtClean="0">
                        <a:latin typeface="Cambria Math" panose="02040503050406030204" pitchFamily="18" charset="0"/>
                      </a:rPr>
                      <m:t>3</m:t>
                    </m:r>
                    <m:r>
                      <a:rPr lang="en-GB" sz="1600" b="0" i="1" smtClean="0">
                        <a:latin typeface="Cambria Math" panose="02040503050406030204" pitchFamily="18" charset="0"/>
                      </a:rPr>
                      <m:t>𝜃</m:t>
                    </m:r>
                    <m:r>
                      <a:rPr lang="en-GB" sz="1600" b="0" i="1" smtClean="0">
                        <a:latin typeface="Cambria Math" panose="02040503050406030204" pitchFamily="18" charset="0"/>
                      </a:rPr>
                      <m:t>−4</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r>
                      <a:rPr lang="en-GB" sz="1600" b="0" i="1" smtClean="0">
                        <a:latin typeface="Cambria Math" panose="02040503050406030204" pitchFamily="18" charset="0"/>
                      </a:rPr>
                      <m:t>=0</m:t>
                    </m:r>
                  </m:oMath>
                </a14:m>
                <a:r>
                  <a:rPr lang="en-GB" sz="1600" dirty="0"/>
                  <a:t>.</a:t>
                </a:r>
              </a:p>
              <a:p>
                <a:endParaRPr lang="en-GB" sz="1600" dirty="0"/>
              </a:p>
              <a:p>
                <a:endParaRPr lang="en-GB" sz="1600" dirty="0"/>
              </a:p>
              <a:p>
                <a:endParaRPr lang="en-GB" sz="1600" dirty="0"/>
              </a:p>
              <a:p>
                <a:endParaRPr lang="en-GB" sz="1600" dirty="0"/>
              </a:p>
              <a:p>
                <a:endParaRPr lang="en-GB" sz="1600" dirty="0"/>
              </a:p>
              <a:p>
                <a:endParaRPr lang="en-GB" sz="1600" dirty="0"/>
              </a:p>
            </p:txBody>
          </p:sp>
        </mc:Choice>
        <mc:Fallback xmlns="">
          <p:sp>
            <p:nvSpPr>
              <p:cNvPr id="25" name="TextBox 24">
                <a:extLst>
                  <a:ext uri="{FF2B5EF4-FFF2-40B4-BE49-F238E27FC236}">
                    <a16:creationId xmlns:a16="http://schemas.microsoft.com/office/drawing/2014/main" id="{7403A0F8-BD8B-41E5-BD70-60ECA1E90918}"/>
                  </a:ext>
                </a:extLst>
              </p:cNvPr>
              <p:cNvSpPr txBox="1">
                <a:spLocks noRot="1" noChangeAspect="1" noMove="1" noResize="1" noEditPoints="1" noAdjustHandles="1" noChangeArrowheads="1" noChangeShapeType="1" noTextEdit="1"/>
              </p:cNvSpPr>
              <p:nvPr/>
            </p:nvSpPr>
            <p:spPr>
              <a:xfrm>
                <a:off x="4359300" y="836149"/>
                <a:ext cx="4272086" cy="2800767"/>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53" name="Freeform: Shape 52">
            <a:extLst>
              <a:ext uri="{FF2B5EF4-FFF2-40B4-BE49-F238E27FC236}">
                <a16:creationId xmlns:a16="http://schemas.microsoft.com/office/drawing/2014/main" id="{B488B286-AB3C-4DFF-9677-B0ADD08D0522}"/>
              </a:ext>
            </a:extLst>
          </p:cNvPr>
          <p:cNvSpPr/>
          <p:nvPr/>
        </p:nvSpPr>
        <p:spPr>
          <a:xfrm>
            <a:off x="7278688" y="2560638"/>
            <a:ext cx="290512" cy="728662"/>
          </a:xfrm>
          <a:custGeom>
            <a:avLst/>
            <a:gdLst>
              <a:gd name="connsiteX0" fmla="*/ 0 w 290512"/>
              <a:gd name="connsiteY0" fmla="*/ 0 h 728662"/>
              <a:gd name="connsiteX1" fmla="*/ 290512 w 290512"/>
              <a:gd name="connsiteY1" fmla="*/ 728662 h 728662"/>
              <a:gd name="connsiteX2" fmla="*/ 271462 w 290512"/>
              <a:gd name="connsiteY2" fmla="*/ 557212 h 728662"/>
              <a:gd name="connsiteX3" fmla="*/ 247650 w 290512"/>
              <a:gd name="connsiteY3" fmla="*/ 442912 h 728662"/>
              <a:gd name="connsiteX4" fmla="*/ 209550 w 290512"/>
              <a:gd name="connsiteY4" fmla="*/ 333375 h 728662"/>
              <a:gd name="connsiteX5" fmla="*/ 166687 w 290512"/>
              <a:gd name="connsiteY5" fmla="*/ 238125 h 728662"/>
              <a:gd name="connsiteX6" fmla="*/ 95250 w 290512"/>
              <a:gd name="connsiteY6" fmla="*/ 119062 h 728662"/>
              <a:gd name="connsiteX7" fmla="*/ 42862 w 290512"/>
              <a:gd name="connsiteY7" fmla="*/ 47625 h 728662"/>
              <a:gd name="connsiteX8" fmla="*/ 0 w 290512"/>
              <a:gd name="connsiteY8" fmla="*/ 0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512" h="728662">
                <a:moveTo>
                  <a:pt x="0" y="0"/>
                </a:moveTo>
                <a:lnTo>
                  <a:pt x="290512" y="728662"/>
                </a:lnTo>
                <a:lnTo>
                  <a:pt x="271462" y="557212"/>
                </a:lnTo>
                <a:lnTo>
                  <a:pt x="247650" y="442912"/>
                </a:lnTo>
                <a:lnTo>
                  <a:pt x="209550" y="333375"/>
                </a:lnTo>
                <a:lnTo>
                  <a:pt x="166687" y="238125"/>
                </a:lnTo>
                <a:lnTo>
                  <a:pt x="95250" y="119062"/>
                </a:lnTo>
                <a:lnTo>
                  <a:pt x="42862" y="47625"/>
                </a:lnTo>
                <a:lnTo>
                  <a:pt x="0" y="0"/>
                </a:ln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a:extLst>
              <a:ext uri="{FF2B5EF4-FFF2-40B4-BE49-F238E27FC236}">
                <a16:creationId xmlns:a16="http://schemas.microsoft.com/office/drawing/2014/main" id="{C1E17EF3-0A3A-4143-AB68-3E4974783337}"/>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458835B2-6430-406E-B41B-B02649977325}"/>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Segment Examples</a:t>
              </a:r>
            </a:p>
          </p:txBody>
        </p:sp>
        <p:cxnSp>
          <p:nvCxnSpPr>
            <p:cNvPr id="4" name="Straight Connector 3">
              <a:extLst>
                <a:ext uri="{FF2B5EF4-FFF2-40B4-BE49-F238E27FC236}">
                  <a16:creationId xmlns:a16="http://schemas.microsoft.com/office/drawing/2014/main" id="{8FCC423A-161C-42C4-83BE-9024DCFFC641}"/>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13" name="Partial Circle 12">
            <a:extLst>
              <a:ext uri="{FF2B5EF4-FFF2-40B4-BE49-F238E27FC236}">
                <a16:creationId xmlns:a16="http://schemas.microsoft.com/office/drawing/2014/main" id="{FFFDE591-820C-45D2-A8A9-160B880A9929}"/>
              </a:ext>
            </a:extLst>
          </p:cNvPr>
          <p:cNvSpPr/>
          <p:nvPr/>
        </p:nvSpPr>
        <p:spPr>
          <a:xfrm>
            <a:off x="-84376" y="1840367"/>
            <a:ext cx="2116697" cy="1925081"/>
          </a:xfrm>
          <a:prstGeom prst="pie">
            <a:avLst>
              <a:gd name="adj1" fmla="val 19437373"/>
              <a:gd name="adj2" fmla="val 1522866"/>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A3C51C8-3EEA-4610-AB50-E3C96DB57896}"/>
                  </a:ext>
                </a:extLst>
              </p:cNvPr>
              <p:cNvSpPr txBox="1"/>
              <p:nvPr/>
            </p:nvSpPr>
            <p:spPr>
              <a:xfrm>
                <a:off x="1050389" y="2155840"/>
                <a:ext cx="52695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4 </m:t>
                      </m:r>
                      <m:r>
                        <a:rPr lang="en-GB" sz="1400" b="0" i="1" smtClean="0">
                          <a:latin typeface="Cambria Math" panose="02040503050406030204" pitchFamily="18" charset="0"/>
                        </a:rPr>
                        <m:t>𝑚</m:t>
                      </m:r>
                    </m:oMath>
                  </m:oMathPara>
                </a14:m>
                <a:endParaRPr lang="en-GB" sz="1400" dirty="0"/>
              </a:p>
            </p:txBody>
          </p:sp>
        </mc:Choice>
        <mc:Fallback xmlns="">
          <p:sp>
            <p:nvSpPr>
              <p:cNvPr id="14" name="TextBox 13">
                <a:extLst>
                  <a:ext uri="{FF2B5EF4-FFF2-40B4-BE49-F238E27FC236}">
                    <a16:creationId xmlns:a16="http://schemas.microsoft.com/office/drawing/2014/main" id="{8A3C51C8-3EEA-4610-AB50-E3C96DB57896}"/>
                  </a:ext>
                </a:extLst>
              </p:cNvPr>
              <p:cNvSpPr txBox="1">
                <a:spLocks noRot="1" noChangeAspect="1" noMove="1" noResize="1" noEditPoints="1" noAdjustHandles="1" noChangeArrowheads="1" noChangeShapeType="1" noTextEdit="1"/>
              </p:cNvSpPr>
              <p:nvPr/>
            </p:nvSpPr>
            <p:spPr>
              <a:xfrm>
                <a:off x="1050389" y="2155840"/>
                <a:ext cx="526951"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9EA635C-E496-4B6C-B116-D44F88C8F9D2}"/>
                  </a:ext>
                </a:extLst>
              </p:cNvPr>
              <p:cNvSpPr txBox="1"/>
              <p:nvPr/>
            </p:nvSpPr>
            <p:spPr>
              <a:xfrm>
                <a:off x="1214595" y="2640220"/>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𝜃</m:t>
                      </m:r>
                    </m:oMath>
                  </m:oMathPara>
                </a14:m>
                <a:endParaRPr lang="en-GB" sz="1100" dirty="0"/>
              </a:p>
            </p:txBody>
          </p:sp>
        </mc:Choice>
        <mc:Fallback xmlns="">
          <p:sp>
            <p:nvSpPr>
              <p:cNvPr id="15" name="TextBox 14">
                <a:extLst>
                  <a:ext uri="{FF2B5EF4-FFF2-40B4-BE49-F238E27FC236}">
                    <a16:creationId xmlns:a16="http://schemas.microsoft.com/office/drawing/2014/main" id="{49EA635C-E496-4B6C-B116-D44F88C8F9D2}"/>
                  </a:ext>
                </a:extLst>
              </p:cNvPr>
              <p:cNvSpPr txBox="1">
                <a:spLocks noRot="1" noChangeAspect="1" noMove="1" noResize="1" noEditPoints="1" noAdjustHandles="1" noChangeArrowheads="1" noChangeShapeType="1" noTextEdit="1"/>
              </p:cNvSpPr>
              <p:nvPr/>
            </p:nvSpPr>
            <p:spPr>
              <a:xfrm>
                <a:off x="1214595" y="2640220"/>
                <a:ext cx="364005" cy="261610"/>
              </a:xfrm>
              <a:prstGeom prst="rect">
                <a:avLst/>
              </a:prstGeom>
              <a:blipFill>
                <a:blip r:embed="rId5"/>
                <a:stretch>
                  <a:fillRect/>
                </a:stretch>
              </a:blipFill>
            </p:spPr>
            <p:txBody>
              <a:bodyPr/>
              <a:lstStyle/>
              <a:p>
                <a:r>
                  <a:rPr lang="en-GB">
                    <a:noFill/>
                  </a:rPr>
                  <a:t> </a:t>
                </a:r>
              </a:p>
            </p:txBody>
          </p:sp>
        </mc:Fallback>
      </mc:AlternateContent>
      <p:sp>
        <p:nvSpPr>
          <p:cNvPr id="16" name="Freeform: Shape 15">
            <a:extLst>
              <a:ext uri="{FF2B5EF4-FFF2-40B4-BE49-F238E27FC236}">
                <a16:creationId xmlns:a16="http://schemas.microsoft.com/office/drawing/2014/main" id="{B76F7ACA-6145-4901-A7CA-2E369CA159D3}"/>
              </a:ext>
            </a:extLst>
          </p:cNvPr>
          <p:cNvSpPr/>
          <p:nvPr/>
        </p:nvSpPr>
        <p:spPr>
          <a:xfrm>
            <a:off x="1209506" y="2610267"/>
            <a:ext cx="68468" cy="326231"/>
          </a:xfrm>
          <a:custGeom>
            <a:avLst/>
            <a:gdLst>
              <a:gd name="connsiteX0" fmla="*/ 0 w 68468"/>
              <a:gd name="connsiteY0" fmla="*/ 0 h 326231"/>
              <a:gd name="connsiteX1" fmla="*/ 66675 w 68468"/>
              <a:gd name="connsiteY1" fmla="*/ 164306 h 326231"/>
              <a:gd name="connsiteX2" fmla="*/ 42862 w 68468"/>
              <a:gd name="connsiteY2" fmla="*/ 326231 h 326231"/>
            </a:gdLst>
            <a:ahLst/>
            <a:cxnLst>
              <a:cxn ang="0">
                <a:pos x="connsiteX0" y="connsiteY0"/>
              </a:cxn>
              <a:cxn ang="0">
                <a:pos x="connsiteX1" y="connsiteY1"/>
              </a:cxn>
              <a:cxn ang="0">
                <a:pos x="connsiteX2" y="connsiteY2"/>
              </a:cxn>
            </a:cxnLst>
            <a:rect l="l" t="t" r="r" b="b"/>
            <a:pathLst>
              <a:path w="68468" h="326231">
                <a:moveTo>
                  <a:pt x="0" y="0"/>
                </a:moveTo>
                <a:cubicBezTo>
                  <a:pt x="29765" y="54967"/>
                  <a:pt x="59531" y="109934"/>
                  <a:pt x="66675" y="164306"/>
                </a:cubicBezTo>
                <a:cubicBezTo>
                  <a:pt x="73819" y="218678"/>
                  <a:pt x="58340" y="272454"/>
                  <a:pt x="42862" y="32623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9C0103E-853B-4AF0-A3D2-23F3A007B4B6}"/>
                  </a:ext>
                </a:extLst>
              </p:cNvPr>
              <p:cNvSpPr txBox="1"/>
              <p:nvPr/>
            </p:nvSpPr>
            <p:spPr>
              <a:xfrm>
                <a:off x="698050" y="2669229"/>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𝑂</m:t>
                      </m:r>
                    </m:oMath>
                  </m:oMathPara>
                </a14:m>
                <a:endParaRPr lang="en-GB" sz="1100" dirty="0"/>
              </a:p>
            </p:txBody>
          </p:sp>
        </mc:Choice>
        <mc:Fallback xmlns="">
          <p:sp>
            <p:nvSpPr>
              <p:cNvPr id="17" name="TextBox 16">
                <a:extLst>
                  <a:ext uri="{FF2B5EF4-FFF2-40B4-BE49-F238E27FC236}">
                    <a16:creationId xmlns:a16="http://schemas.microsoft.com/office/drawing/2014/main" id="{89C0103E-853B-4AF0-A3D2-23F3A007B4B6}"/>
                  </a:ext>
                </a:extLst>
              </p:cNvPr>
              <p:cNvSpPr txBox="1">
                <a:spLocks noRot="1" noChangeAspect="1" noMove="1" noResize="1" noEditPoints="1" noAdjustHandles="1" noChangeArrowheads="1" noChangeShapeType="1" noTextEdit="1"/>
              </p:cNvSpPr>
              <p:nvPr/>
            </p:nvSpPr>
            <p:spPr>
              <a:xfrm>
                <a:off x="698050" y="2669229"/>
                <a:ext cx="364005" cy="2616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65477A2-770E-4839-91CD-FD2F3742B543}"/>
                  </a:ext>
                </a:extLst>
              </p:cNvPr>
              <p:cNvSpPr txBox="1"/>
              <p:nvPr/>
            </p:nvSpPr>
            <p:spPr>
              <a:xfrm>
                <a:off x="1698462" y="1973456"/>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𝐴</m:t>
                      </m:r>
                    </m:oMath>
                  </m:oMathPara>
                </a14:m>
                <a:endParaRPr lang="en-GB" sz="1100" dirty="0"/>
              </a:p>
            </p:txBody>
          </p:sp>
        </mc:Choice>
        <mc:Fallback xmlns="">
          <p:sp>
            <p:nvSpPr>
              <p:cNvPr id="18" name="TextBox 17">
                <a:extLst>
                  <a:ext uri="{FF2B5EF4-FFF2-40B4-BE49-F238E27FC236}">
                    <a16:creationId xmlns:a16="http://schemas.microsoft.com/office/drawing/2014/main" id="{E65477A2-770E-4839-91CD-FD2F3742B543}"/>
                  </a:ext>
                </a:extLst>
              </p:cNvPr>
              <p:cNvSpPr txBox="1">
                <a:spLocks noRot="1" noChangeAspect="1" noMove="1" noResize="1" noEditPoints="1" noAdjustHandles="1" noChangeArrowheads="1" noChangeShapeType="1" noTextEdit="1"/>
              </p:cNvSpPr>
              <p:nvPr/>
            </p:nvSpPr>
            <p:spPr>
              <a:xfrm>
                <a:off x="1698462" y="1973456"/>
                <a:ext cx="364005" cy="26161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B11F824-10D0-4429-AFBC-12AAFACA44B5}"/>
                  </a:ext>
                </a:extLst>
              </p:cNvPr>
              <p:cNvSpPr txBox="1"/>
              <p:nvPr/>
            </p:nvSpPr>
            <p:spPr>
              <a:xfrm>
                <a:off x="1756959" y="3224565"/>
                <a:ext cx="36400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𝐵</m:t>
                      </m:r>
                    </m:oMath>
                  </m:oMathPara>
                </a14:m>
                <a:endParaRPr lang="en-GB" sz="1100" dirty="0"/>
              </a:p>
            </p:txBody>
          </p:sp>
        </mc:Choice>
        <mc:Fallback xmlns="">
          <p:sp>
            <p:nvSpPr>
              <p:cNvPr id="19" name="TextBox 18">
                <a:extLst>
                  <a:ext uri="{FF2B5EF4-FFF2-40B4-BE49-F238E27FC236}">
                    <a16:creationId xmlns:a16="http://schemas.microsoft.com/office/drawing/2014/main" id="{5B11F824-10D0-4429-AFBC-12AAFACA44B5}"/>
                  </a:ext>
                </a:extLst>
              </p:cNvPr>
              <p:cNvSpPr txBox="1">
                <a:spLocks noRot="1" noChangeAspect="1" noMove="1" noResize="1" noEditPoints="1" noAdjustHandles="1" noChangeArrowheads="1" noChangeShapeType="1" noTextEdit="1"/>
              </p:cNvSpPr>
              <p:nvPr/>
            </p:nvSpPr>
            <p:spPr>
              <a:xfrm>
                <a:off x="1756959" y="3224565"/>
                <a:ext cx="364005" cy="2616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7106CBB-94AD-4DD2-B81A-2E92EDD86C24}"/>
                  </a:ext>
                </a:extLst>
              </p:cNvPr>
              <p:cNvSpPr txBox="1"/>
              <p:nvPr/>
            </p:nvSpPr>
            <p:spPr>
              <a:xfrm>
                <a:off x="1089911" y="3019631"/>
                <a:ext cx="52695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4 </m:t>
                      </m:r>
                      <m:r>
                        <a:rPr lang="en-GB" sz="1400" b="0" i="1" smtClean="0">
                          <a:latin typeface="Cambria Math" panose="02040503050406030204" pitchFamily="18" charset="0"/>
                        </a:rPr>
                        <m:t>𝑚</m:t>
                      </m:r>
                    </m:oMath>
                  </m:oMathPara>
                </a14:m>
                <a:endParaRPr lang="en-GB" sz="1400" dirty="0"/>
              </a:p>
            </p:txBody>
          </p:sp>
        </mc:Choice>
        <mc:Fallback xmlns="">
          <p:sp>
            <p:nvSpPr>
              <p:cNvPr id="22" name="TextBox 21">
                <a:extLst>
                  <a:ext uri="{FF2B5EF4-FFF2-40B4-BE49-F238E27FC236}">
                    <a16:creationId xmlns:a16="http://schemas.microsoft.com/office/drawing/2014/main" id="{37106CBB-94AD-4DD2-B81A-2E92EDD86C24}"/>
                  </a:ext>
                </a:extLst>
              </p:cNvPr>
              <p:cNvSpPr txBox="1">
                <a:spLocks noRot="1" noChangeAspect="1" noMove="1" noResize="1" noEditPoints="1" noAdjustHandles="1" noChangeArrowheads="1" noChangeShapeType="1" noTextEdit="1"/>
              </p:cNvSpPr>
              <p:nvPr/>
            </p:nvSpPr>
            <p:spPr>
              <a:xfrm>
                <a:off x="1089911" y="3019631"/>
                <a:ext cx="526951" cy="307777"/>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794D66B-218C-4C5C-BBFA-34DC2D1A5F7E}"/>
                  </a:ext>
                </a:extLst>
              </p:cNvPr>
              <p:cNvSpPr txBox="1"/>
              <p:nvPr/>
            </p:nvSpPr>
            <p:spPr>
              <a:xfrm>
                <a:off x="1450110" y="2568568"/>
                <a:ext cx="52695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5</m:t>
                      </m:r>
                      <m:r>
                        <a:rPr lang="en-GB" sz="1400" b="0" i="1" smtClean="0">
                          <a:latin typeface="Cambria Math" panose="02040503050406030204" pitchFamily="18" charset="0"/>
                        </a:rPr>
                        <m:t>𝑚</m:t>
                      </m:r>
                    </m:oMath>
                  </m:oMathPara>
                </a14:m>
                <a:endParaRPr lang="en-GB" sz="1400" dirty="0"/>
              </a:p>
            </p:txBody>
          </p:sp>
        </mc:Choice>
        <mc:Fallback xmlns="">
          <p:sp>
            <p:nvSpPr>
              <p:cNvPr id="23" name="TextBox 22">
                <a:extLst>
                  <a:ext uri="{FF2B5EF4-FFF2-40B4-BE49-F238E27FC236}">
                    <a16:creationId xmlns:a16="http://schemas.microsoft.com/office/drawing/2014/main" id="{7794D66B-218C-4C5C-BBFA-34DC2D1A5F7E}"/>
                  </a:ext>
                </a:extLst>
              </p:cNvPr>
              <p:cNvSpPr txBox="1">
                <a:spLocks noRot="1" noChangeAspect="1" noMove="1" noResize="1" noEditPoints="1" noAdjustHandles="1" noChangeArrowheads="1" noChangeShapeType="1" noTextEdit="1"/>
              </p:cNvSpPr>
              <p:nvPr/>
            </p:nvSpPr>
            <p:spPr>
              <a:xfrm>
                <a:off x="1450110" y="2568568"/>
                <a:ext cx="526951" cy="30777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353A2B6-7405-457E-AFCA-50CFDE8E3CB9}"/>
                  </a:ext>
                </a:extLst>
              </p:cNvPr>
              <p:cNvSpPr txBox="1"/>
              <p:nvPr/>
            </p:nvSpPr>
            <p:spPr>
              <a:xfrm>
                <a:off x="438515" y="3873938"/>
                <a:ext cx="3269389" cy="2496902"/>
              </a:xfrm>
              <a:prstGeom prst="rect">
                <a:avLst/>
              </a:prstGeom>
              <a:noFill/>
            </p:spPr>
            <p:txBody>
              <a:bodyPr wrap="square" rtlCol="0">
                <a:spAutoFit/>
              </a:bodyPr>
              <a:lstStyle/>
              <a:p>
                <a:r>
                  <a:rPr lang="en-GB" sz="1600" dirty="0"/>
                  <a:t>Using cosine rule:</a:t>
                </a:r>
              </a:p>
              <a:p>
                <a:pPr/>
                <a14:m>
                  <m:oMathPara xmlns:m="http://schemas.openxmlformats.org/officeDocument/2006/math">
                    <m:oMathParaPr>
                      <m:jc m:val="centerGroup"/>
                    </m:oMathParaPr>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5</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4</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4</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2×4×4×</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cos</m:t>
                              </m:r>
                            </m:fName>
                            <m:e>
                              <m:r>
                                <a:rPr lang="en-GB" sz="1600" b="0" i="1" smtClean="0">
                                  <a:latin typeface="Cambria Math" panose="02040503050406030204" pitchFamily="18" charset="0"/>
                                </a:rPr>
                                <m:t>𝜃</m:t>
                              </m:r>
                            </m:e>
                          </m:func>
                        </m:e>
                      </m:d>
                    </m:oMath>
                    <m:oMath xmlns:m="http://schemas.openxmlformats.org/officeDocument/2006/math">
                      <m:r>
                        <a:rPr lang="en-GB" sz="1600" b="0" i="1" smtClean="0">
                          <a:latin typeface="Cambria Math" panose="02040503050406030204" pitchFamily="18" charset="0"/>
                        </a:rPr>
                        <m:t>25=32−32</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cos</m:t>
                          </m:r>
                        </m:fName>
                        <m:e>
                          <m:r>
                            <a:rPr lang="en-GB" sz="1600" b="0" i="1" smtClean="0">
                              <a:latin typeface="Cambria Math" panose="02040503050406030204" pitchFamily="18" charset="0"/>
                            </a:rPr>
                            <m:t>𝜃</m:t>
                          </m:r>
                        </m:e>
                      </m:func>
                    </m:oMath>
                    <m:oMath xmlns:m="http://schemas.openxmlformats.org/officeDocument/2006/math">
                      <m:r>
                        <a:rPr lang="en-GB" sz="1600" b="0" i="1" smtClean="0">
                          <a:latin typeface="Cambria Math" panose="02040503050406030204" pitchFamily="18" charset="0"/>
                        </a:rPr>
                        <m:t>32</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cos</m:t>
                          </m:r>
                        </m:fName>
                        <m:e>
                          <m:r>
                            <a:rPr lang="en-GB" sz="1600" b="0" i="1" smtClean="0">
                              <a:latin typeface="Cambria Math" panose="02040503050406030204" pitchFamily="18" charset="0"/>
                            </a:rPr>
                            <m:t>𝜃</m:t>
                          </m:r>
                        </m:e>
                      </m:func>
                      <m:r>
                        <a:rPr lang="en-GB" sz="1600" b="0" i="1" smtClean="0">
                          <a:latin typeface="Cambria Math" panose="02040503050406030204" pitchFamily="18" charset="0"/>
                        </a:rPr>
                        <m:t>=32−25=7</m:t>
                      </m:r>
                    </m:oMath>
                    <m:oMath xmlns:m="http://schemas.openxmlformats.org/officeDocument/2006/math">
                      <m:r>
                        <a:rPr lang="en-GB" sz="1600" b="0" i="1" smtClean="0">
                          <a:latin typeface="Cambria Math" panose="02040503050406030204" pitchFamily="18" charset="0"/>
                        </a:rPr>
                        <m:t>𝜃</m:t>
                      </m:r>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sSup>
                            <m:sSupPr>
                              <m:ctrlPr>
                                <a:rPr lang="en-GB" sz="1600" b="0" i="1" smtClean="0">
                                  <a:latin typeface="Cambria Math" panose="02040503050406030204" pitchFamily="18" charset="0"/>
                                </a:rPr>
                              </m:ctrlPr>
                            </m:sSupPr>
                            <m:e>
                              <m:r>
                                <m:rPr>
                                  <m:sty m:val="p"/>
                                </m:rPr>
                                <a:rPr lang="en-GB" sz="1600" b="0" i="0" smtClean="0">
                                  <a:latin typeface="Cambria Math" panose="02040503050406030204" pitchFamily="18" charset="0"/>
                                </a:rPr>
                                <m:t>cos</m:t>
                              </m:r>
                            </m:e>
                            <m:sup>
                              <m:r>
                                <a:rPr lang="en-GB" sz="1600" b="0" i="1" smtClean="0">
                                  <a:latin typeface="Cambria Math" panose="02040503050406030204" pitchFamily="18" charset="0"/>
                                </a:rPr>
                                <m:t>−1</m:t>
                              </m:r>
                            </m:sup>
                          </m:sSup>
                        </m:fName>
                        <m:e>
                          <m:d>
                            <m:dPr>
                              <m:ctrlPr>
                                <a:rPr lang="en-GB" sz="1600" b="0" i="1" smtClean="0">
                                  <a:latin typeface="Cambria Math" panose="02040503050406030204" pitchFamily="18" charset="0"/>
                                </a:rPr>
                              </m:ctrlPr>
                            </m:dPr>
                            <m:e>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7</m:t>
                                  </m:r>
                                </m:num>
                                <m:den>
                                  <m:r>
                                    <a:rPr lang="en-GB" sz="1600" b="0" i="1" smtClean="0">
                                      <a:latin typeface="Cambria Math" panose="02040503050406030204" pitchFamily="18" charset="0"/>
                                    </a:rPr>
                                    <m:t>32</m:t>
                                  </m:r>
                                </m:den>
                              </m:f>
                            </m:e>
                          </m:d>
                        </m:e>
                      </m:func>
                      <m:r>
                        <a:rPr lang="en-GB" sz="1600" b="0" i="1" smtClean="0">
                          <a:latin typeface="Cambria Math" panose="02040503050406030204" pitchFamily="18" charset="0"/>
                        </a:rPr>
                        <m:t>=1.3502…</m:t>
                      </m:r>
                    </m:oMath>
                  </m:oMathPara>
                </a14:m>
                <a:br>
                  <a:rPr lang="en-GB" sz="1600" b="0" dirty="0"/>
                </a:br>
                <a:endParaRPr lang="en-GB" sz="1600" b="0" dirty="0"/>
              </a:p>
              <a:p>
                <a:r>
                  <a:rPr lang="en-GB" sz="1600" dirty="0"/>
                  <a:t>Area of shaded segment:</a:t>
                </a:r>
              </a:p>
              <a:p>
                <a:pPr/>
                <a14:m>
                  <m:oMathPara xmlns:m="http://schemas.openxmlformats.org/officeDocument/2006/math">
                    <m:oMathParaPr>
                      <m:jc m:val="centerGroup"/>
                    </m:oMathParaPr>
                    <m:oMath xmlns:m="http://schemas.openxmlformats.org/officeDocument/2006/math">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4</m:t>
                          </m:r>
                        </m:e>
                        <m:sup>
                          <m:r>
                            <a:rPr lang="en-GB" sz="1600" b="0" i="1" smtClean="0">
                              <a:latin typeface="Cambria Math" panose="02040503050406030204" pitchFamily="18" charset="0"/>
                            </a:rPr>
                            <m:t>2</m:t>
                          </m:r>
                        </m:sup>
                      </m:s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1.3502…−</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1.3502…</m:t>
                              </m:r>
                            </m:e>
                          </m:func>
                        </m:e>
                      </m:d>
                    </m:oMath>
                  </m:oMathPara>
                </a14:m>
                <a:br>
                  <a:rPr lang="en-GB" sz="1600" b="0" dirty="0"/>
                </a:br>
                <a14:m>
                  <m:oMath xmlns:m="http://schemas.openxmlformats.org/officeDocument/2006/math">
                    <m:r>
                      <a:rPr lang="en-GB" sz="1600" b="0" i="1" smtClean="0">
                        <a:latin typeface="Cambria Math" panose="02040503050406030204" pitchFamily="18" charset="0"/>
                      </a:rPr>
                      <m:t>=3.00</m:t>
                    </m:r>
                  </m:oMath>
                </a14:m>
                <a:r>
                  <a:rPr lang="en-GB" sz="1600" dirty="0"/>
                  <a:t> m</a:t>
                </a:r>
                <a:r>
                  <a:rPr lang="en-GB" sz="1600" baseline="30000" dirty="0"/>
                  <a:t>2</a:t>
                </a:r>
                <a:r>
                  <a:rPr lang="en-GB" sz="1600" dirty="0"/>
                  <a:t>.</a:t>
                </a:r>
              </a:p>
            </p:txBody>
          </p:sp>
        </mc:Choice>
        <mc:Fallback xmlns="">
          <p:sp>
            <p:nvSpPr>
              <p:cNvPr id="24" name="TextBox 23">
                <a:extLst>
                  <a:ext uri="{FF2B5EF4-FFF2-40B4-BE49-F238E27FC236}">
                    <a16:creationId xmlns:a16="http://schemas.microsoft.com/office/drawing/2014/main" id="{8353A2B6-7405-457E-AFCA-50CFDE8E3CB9}"/>
                  </a:ext>
                </a:extLst>
              </p:cNvPr>
              <p:cNvSpPr txBox="1">
                <a:spLocks noRot="1" noChangeAspect="1" noMove="1" noResize="1" noEditPoints="1" noAdjustHandles="1" noChangeArrowheads="1" noChangeShapeType="1" noTextEdit="1"/>
              </p:cNvSpPr>
              <p:nvPr/>
            </p:nvSpPr>
            <p:spPr>
              <a:xfrm>
                <a:off x="438515" y="3873938"/>
                <a:ext cx="3269389" cy="2496902"/>
              </a:xfrm>
              <a:prstGeom prst="rect">
                <a:avLst/>
              </a:prstGeom>
              <a:blipFill>
                <a:blip r:embed="rId11"/>
                <a:stretch>
                  <a:fillRect l="-1119" t="-732" b="-2195"/>
                </a:stretch>
              </a:blipFill>
            </p:spPr>
            <p:txBody>
              <a:bodyPr/>
              <a:lstStyle/>
              <a:p>
                <a:r>
                  <a:rPr lang="en-GB">
                    <a:noFill/>
                  </a:rPr>
                  <a:t> </a:t>
                </a:r>
              </a:p>
            </p:txBody>
          </p:sp>
        </mc:Fallback>
      </mc:AlternateContent>
      <p:sp>
        <p:nvSpPr>
          <p:cNvPr id="36" name="Partial Circle 35">
            <a:extLst>
              <a:ext uri="{FF2B5EF4-FFF2-40B4-BE49-F238E27FC236}">
                <a16:creationId xmlns:a16="http://schemas.microsoft.com/office/drawing/2014/main" id="{B3C25895-D466-4266-A196-CAED04642CFB}"/>
              </a:ext>
            </a:extLst>
          </p:cNvPr>
          <p:cNvSpPr/>
          <p:nvPr/>
        </p:nvSpPr>
        <p:spPr>
          <a:xfrm>
            <a:off x="5448454" y="2229574"/>
            <a:ext cx="2116697" cy="2116800"/>
          </a:xfrm>
          <a:prstGeom prst="pie">
            <a:avLst>
              <a:gd name="adj1" fmla="val 10805985"/>
              <a:gd name="adj2" fmla="val 21584477"/>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cxnSp>
        <p:nvCxnSpPr>
          <p:cNvPr id="38" name="Straight Connector 37">
            <a:extLst>
              <a:ext uri="{FF2B5EF4-FFF2-40B4-BE49-F238E27FC236}">
                <a16:creationId xmlns:a16="http://schemas.microsoft.com/office/drawing/2014/main" id="{099FDD4C-6304-4060-A688-8C1D484A46DC}"/>
              </a:ext>
            </a:extLst>
          </p:cNvPr>
          <p:cNvCxnSpPr>
            <a:cxnSpLocks/>
          </p:cNvCxnSpPr>
          <p:nvPr/>
        </p:nvCxnSpPr>
        <p:spPr>
          <a:xfrm flipV="1">
            <a:off x="6506802" y="2560638"/>
            <a:ext cx="771886" cy="727336"/>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FE76C3FE-656A-4B42-8CE0-729F847842CE}"/>
              </a:ext>
            </a:extLst>
          </p:cNvPr>
          <p:cNvCxnSpPr>
            <a:cxnSpLocks/>
          </p:cNvCxnSpPr>
          <p:nvPr/>
        </p:nvCxnSpPr>
        <p:spPr>
          <a:xfrm flipV="1">
            <a:off x="5459226" y="2560638"/>
            <a:ext cx="1824224" cy="72733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2A7DA25C-4756-4851-8E25-41057367C8F9}"/>
              </a:ext>
            </a:extLst>
          </p:cNvPr>
          <p:cNvCxnSpPr>
            <a:cxnSpLocks/>
          </p:cNvCxnSpPr>
          <p:nvPr/>
        </p:nvCxnSpPr>
        <p:spPr>
          <a:xfrm flipH="1" flipV="1">
            <a:off x="7278688" y="2560638"/>
            <a:ext cx="283368" cy="726281"/>
          </a:xfrm>
          <a:prstGeom prst="line">
            <a:avLst/>
          </a:prstGeom>
        </p:spPr>
        <p:style>
          <a:lnRef idx="1">
            <a:schemeClr val="dk1"/>
          </a:lnRef>
          <a:fillRef idx="0">
            <a:schemeClr val="dk1"/>
          </a:fillRef>
          <a:effectRef idx="0">
            <a:schemeClr val="dk1"/>
          </a:effectRef>
          <a:fontRef idx="minor">
            <a:schemeClr val="tx1"/>
          </a:fontRef>
        </p:style>
      </p:cxnSp>
      <p:sp>
        <p:nvSpPr>
          <p:cNvPr id="45" name="Freeform: Shape 44">
            <a:extLst>
              <a:ext uri="{FF2B5EF4-FFF2-40B4-BE49-F238E27FC236}">
                <a16:creationId xmlns:a16="http://schemas.microsoft.com/office/drawing/2014/main" id="{F904492C-A9DD-4462-A594-98C2EB090BD2}"/>
              </a:ext>
            </a:extLst>
          </p:cNvPr>
          <p:cNvSpPr/>
          <p:nvPr/>
        </p:nvSpPr>
        <p:spPr>
          <a:xfrm>
            <a:off x="6680200" y="3130550"/>
            <a:ext cx="73025" cy="155575"/>
          </a:xfrm>
          <a:custGeom>
            <a:avLst/>
            <a:gdLst>
              <a:gd name="connsiteX0" fmla="*/ 0 w 73025"/>
              <a:gd name="connsiteY0" fmla="*/ 0 h 155575"/>
              <a:gd name="connsiteX1" fmla="*/ 53975 w 73025"/>
              <a:gd name="connsiteY1" fmla="*/ 76200 h 155575"/>
              <a:gd name="connsiteX2" fmla="*/ 73025 w 73025"/>
              <a:gd name="connsiteY2" fmla="*/ 155575 h 155575"/>
            </a:gdLst>
            <a:ahLst/>
            <a:cxnLst>
              <a:cxn ang="0">
                <a:pos x="connsiteX0" y="connsiteY0"/>
              </a:cxn>
              <a:cxn ang="0">
                <a:pos x="connsiteX1" y="connsiteY1"/>
              </a:cxn>
              <a:cxn ang="0">
                <a:pos x="connsiteX2" y="connsiteY2"/>
              </a:cxn>
            </a:cxnLst>
            <a:rect l="l" t="t" r="r" b="b"/>
            <a:pathLst>
              <a:path w="73025" h="155575">
                <a:moveTo>
                  <a:pt x="0" y="0"/>
                </a:moveTo>
                <a:cubicBezTo>
                  <a:pt x="20902" y="25135"/>
                  <a:pt x="41804" y="50271"/>
                  <a:pt x="53975" y="76200"/>
                </a:cubicBezTo>
                <a:cubicBezTo>
                  <a:pt x="66146" y="102129"/>
                  <a:pt x="69585" y="128852"/>
                  <a:pt x="73025" y="155575"/>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984C379-B911-4394-A631-A75A5E889A4B}"/>
                  </a:ext>
                </a:extLst>
              </p:cNvPr>
              <p:cNvSpPr txBox="1"/>
              <p:nvPr/>
            </p:nvSpPr>
            <p:spPr>
              <a:xfrm>
                <a:off x="6665913" y="3000826"/>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𝜃</m:t>
                      </m:r>
                    </m:oMath>
                  </m:oMathPara>
                </a14:m>
                <a:endParaRPr lang="en-GB" sz="1400" dirty="0"/>
              </a:p>
            </p:txBody>
          </p:sp>
        </mc:Choice>
        <mc:Fallback xmlns="">
          <p:sp>
            <p:nvSpPr>
              <p:cNvPr id="46" name="TextBox 45">
                <a:extLst>
                  <a:ext uri="{FF2B5EF4-FFF2-40B4-BE49-F238E27FC236}">
                    <a16:creationId xmlns:a16="http://schemas.microsoft.com/office/drawing/2014/main" id="{8984C379-B911-4394-A631-A75A5E889A4B}"/>
                  </a:ext>
                </a:extLst>
              </p:cNvPr>
              <p:cNvSpPr txBox="1">
                <a:spLocks noRot="1" noChangeAspect="1" noMove="1" noResize="1" noEditPoints="1" noAdjustHandles="1" noChangeArrowheads="1" noChangeShapeType="1" noTextEdit="1"/>
              </p:cNvSpPr>
              <p:nvPr/>
            </p:nvSpPr>
            <p:spPr>
              <a:xfrm>
                <a:off x="6665913" y="3000826"/>
                <a:ext cx="345728"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C58681C-F1BD-475E-9FE5-747C3C177A48}"/>
                  </a:ext>
                </a:extLst>
              </p:cNvPr>
              <p:cNvSpPr txBox="1"/>
              <p:nvPr/>
            </p:nvSpPr>
            <p:spPr>
              <a:xfrm>
                <a:off x="7193405" y="2356941"/>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𝐶</m:t>
                      </m:r>
                    </m:oMath>
                  </m:oMathPara>
                </a14:m>
                <a:endParaRPr lang="en-GB" sz="1400" dirty="0"/>
              </a:p>
            </p:txBody>
          </p:sp>
        </mc:Choice>
        <mc:Fallback xmlns="">
          <p:sp>
            <p:nvSpPr>
              <p:cNvPr id="47" name="TextBox 46">
                <a:extLst>
                  <a:ext uri="{FF2B5EF4-FFF2-40B4-BE49-F238E27FC236}">
                    <a16:creationId xmlns:a16="http://schemas.microsoft.com/office/drawing/2014/main" id="{6C58681C-F1BD-475E-9FE5-747C3C177A48}"/>
                  </a:ext>
                </a:extLst>
              </p:cNvPr>
              <p:cNvSpPr txBox="1">
                <a:spLocks noRot="1" noChangeAspect="1" noMove="1" noResize="1" noEditPoints="1" noAdjustHandles="1" noChangeArrowheads="1" noChangeShapeType="1" noTextEdit="1"/>
              </p:cNvSpPr>
              <p:nvPr/>
            </p:nvSpPr>
            <p:spPr>
              <a:xfrm>
                <a:off x="7193405" y="2356941"/>
                <a:ext cx="345728" cy="30777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699793D-1024-428A-A736-46DDC4D3F1B3}"/>
                  </a:ext>
                </a:extLst>
              </p:cNvPr>
              <p:cNvSpPr txBox="1"/>
              <p:nvPr/>
            </p:nvSpPr>
            <p:spPr>
              <a:xfrm>
                <a:off x="7491951" y="3123001"/>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𝐵</m:t>
                      </m:r>
                    </m:oMath>
                  </m:oMathPara>
                </a14:m>
                <a:endParaRPr lang="en-GB" sz="1400" dirty="0"/>
              </a:p>
            </p:txBody>
          </p:sp>
        </mc:Choice>
        <mc:Fallback xmlns="">
          <p:sp>
            <p:nvSpPr>
              <p:cNvPr id="48" name="TextBox 47">
                <a:extLst>
                  <a:ext uri="{FF2B5EF4-FFF2-40B4-BE49-F238E27FC236}">
                    <a16:creationId xmlns:a16="http://schemas.microsoft.com/office/drawing/2014/main" id="{8699793D-1024-428A-A736-46DDC4D3F1B3}"/>
                  </a:ext>
                </a:extLst>
              </p:cNvPr>
              <p:cNvSpPr txBox="1">
                <a:spLocks noRot="1" noChangeAspect="1" noMove="1" noResize="1" noEditPoints="1" noAdjustHandles="1" noChangeArrowheads="1" noChangeShapeType="1" noTextEdit="1"/>
              </p:cNvSpPr>
              <p:nvPr/>
            </p:nvSpPr>
            <p:spPr>
              <a:xfrm>
                <a:off x="7491951" y="3123001"/>
                <a:ext cx="345728" cy="30777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2085AFE-59E3-492B-B200-C7E1AE83B484}"/>
                  </a:ext>
                </a:extLst>
              </p:cNvPr>
              <p:cNvSpPr txBox="1"/>
              <p:nvPr/>
            </p:nvSpPr>
            <p:spPr>
              <a:xfrm>
                <a:off x="5186698" y="3154714"/>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𝐴</m:t>
                      </m:r>
                    </m:oMath>
                  </m:oMathPara>
                </a14:m>
                <a:endParaRPr lang="en-GB" sz="1400" dirty="0"/>
              </a:p>
            </p:txBody>
          </p:sp>
        </mc:Choice>
        <mc:Fallback xmlns="">
          <p:sp>
            <p:nvSpPr>
              <p:cNvPr id="49" name="TextBox 48">
                <a:extLst>
                  <a:ext uri="{FF2B5EF4-FFF2-40B4-BE49-F238E27FC236}">
                    <a16:creationId xmlns:a16="http://schemas.microsoft.com/office/drawing/2014/main" id="{D2085AFE-59E3-492B-B200-C7E1AE83B484}"/>
                  </a:ext>
                </a:extLst>
              </p:cNvPr>
              <p:cNvSpPr txBox="1">
                <a:spLocks noRot="1" noChangeAspect="1" noMove="1" noResize="1" noEditPoints="1" noAdjustHandles="1" noChangeArrowheads="1" noChangeShapeType="1" noTextEdit="1"/>
              </p:cNvSpPr>
              <p:nvPr/>
            </p:nvSpPr>
            <p:spPr>
              <a:xfrm>
                <a:off x="5186698" y="3154714"/>
                <a:ext cx="345728" cy="307777"/>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2A77C78-A404-4F56-925F-C756E27508C0}"/>
                  </a:ext>
                </a:extLst>
              </p:cNvPr>
              <p:cNvSpPr txBox="1"/>
              <p:nvPr/>
            </p:nvSpPr>
            <p:spPr>
              <a:xfrm>
                <a:off x="5846750" y="3237853"/>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𝑟</m:t>
                      </m:r>
                    </m:oMath>
                  </m:oMathPara>
                </a14:m>
                <a:endParaRPr lang="en-GB" sz="1400" dirty="0"/>
              </a:p>
            </p:txBody>
          </p:sp>
        </mc:Choice>
        <mc:Fallback xmlns="">
          <p:sp>
            <p:nvSpPr>
              <p:cNvPr id="50" name="TextBox 49">
                <a:extLst>
                  <a:ext uri="{FF2B5EF4-FFF2-40B4-BE49-F238E27FC236}">
                    <a16:creationId xmlns:a16="http://schemas.microsoft.com/office/drawing/2014/main" id="{E2A77C78-A404-4F56-925F-C756E27508C0}"/>
                  </a:ext>
                </a:extLst>
              </p:cNvPr>
              <p:cNvSpPr txBox="1">
                <a:spLocks noRot="1" noChangeAspect="1" noMove="1" noResize="1" noEditPoints="1" noAdjustHandles="1" noChangeArrowheads="1" noChangeShapeType="1" noTextEdit="1"/>
              </p:cNvSpPr>
              <p:nvPr/>
            </p:nvSpPr>
            <p:spPr>
              <a:xfrm>
                <a:off x="5846750" y="3237853"/>
                <a:ext cx="345728" cy="307777"/>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86E5216-42B8-4124-B456-CD857A1F9AF6}"/>
                  </a:ext>
                </a:extLst>
              </p:cNvPr>
              <p:cNvSpPr txBox="1"/>
              <p:nvPr/>
            </p:nvSpPr>
            <p:spPr>
              <a:xfrm>
                <a:off x="6906068" y="3230686"/>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𝑟</m:t>
                      </m:r>
                    </m:oMath>
                  </m:oMathPara>
                </a14:m>
                <a:endParaRPr lang="en-GB" sz="1400" dirty="0"/>
              </a:p>
            </p:txBody>
          </p:sp>
        </mc:Choice>
        <mc:Fallback xmlns="">
          <p:sp>
            <p:nvSpPr>
              <p:cNvPr id="51" name="TextBox 50">
                <a:extLst>
                  <a:ext uri="{FF2B5EF4-FFF2-40B4-BE49-F238E27FC236}">
                    <a16:creationId xmlns:a16="http://schemas.microsoft.com/office/drawing/2014/main" id="{886E5216-42B8-4124-B456-CD857A1F9AF6}"/>
                  </a:ext>
                </a:extLst>
              </p:cNvPr>
              <p:cNvSpPr txBox="1">
                <a:spLocks noRot="1" noChangeAspect="1" noMove="1" noResize="1" noEditPoints="1" noAdjustHandles="1" noChangeArrowheads="1" noChangeShapeType="1" noTextEdit="1"/>
              </p:cNvSpPr>
              <p:nvPr/>
            </p:nvSpPr>
            <p:spPr>
              <a:xfrm>
                <a:off x="6906068" y="3230686"/>
                <a:ext cx="345728" cy="307777"/>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6AD6753-8FA9-49B2-8B6E-5BCFBC7C745F}"/>
                  </a:ext>
                </a:extLst>
              </p:cNvPr>
              <p:cNvSpPr txBox="1"/>
              <p:nvPr/>
            </p:nvSpPr>
            <p:spPr>
              <a:xfrm>
                <a:off x="6349024" y="3237877"/>
                <a:ext cx="3457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𝑂</m:t>
                      </m:r>
                    </m:oMath>
                  </m:oMathPara>
                </a14:m>
                <a:endParaRPr lang="en-GB" sz="1400" dirty="0"/>
              </a:p>
            </p:txBody>
          </p:sp>
        </mc:Choice>
        <mc:Fallback xmlns="">
          <p:sp>
            <p:nvSpPr>
              <p:cNvPr id="52" name="TextBox 51">
                <a:extLst>
                  <a:ext uri="{FF2B5EF4-FFF2-40B4-BE49-F238E27FC236}">
                    <a16:creationId xmlns:a16="http://schemas.microsoft.com/office/drawing/2014/main" id="{A6AD6753-8FA9-49B2-8B6E-5BCFBC7C745F}"/>
                  </a:ext>
                </a:extLst>
              </p:cNvPr>
              <p:cNvSpPr txBox="1">
                <a:spLocks noRot="1" noChangeAspect="1" noMove="1" noResize="1" noEditPoints="1" noAdjustHandles="1" noChangeArrowheads="1" noChangeShapeType="1" noTextEdit="1"/>
              </p:cNvSpPr>
              <p:nvPr/>
            </p:nvSpPr>
            <p:spPr>
              <a:xfrm>
                <a:off x="6349024" y="3237877"/>
                <a:ext cx="345728" cy="307777"/>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F3C239C-4008-4BC1-8C86-7C5A182A6F98}"/>
                  </a:ext>
                </a:extLst>
              </p:cNvPr>
              <p:cNvSpPr txBox="1"/>
              <p:nvPr/>
            </p:nvSpPr>
            <p:spPr>
              <a:xfrm>
                <a:off x="4571428" y="4005064"/>
                <a:ext cx="3528964" cy="2479140"/>
              </a:xfrm>
              <a:prstGeom prst="rect">
                <a:avLst/>
              </a:prstGeom>
              <a:noFill/>
            </p:spPr>
            <p:txBody>
              <a:bodyPr wrap="square" rtlCol="0">
                <a:spAutoFit/>
              </a:bodyPr>
              <a:lstStyle/>
              <a:p>
                <a:r>
                  <a:rPr lang="en-GB" sz="1600" dirty="0"/>
                  <a:t>Area of segment </a:t>
                </a:r>
                <a14:m>
                  <m:oMath xmlns:m="http://schemas.openxmlformats.org/officeDocument/2006/math">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𝑟</m:t>
                        </m:r>
                      </m:e>
                      <m:sup>
                        <m:r>
                          <a:rPr lang="en-GB" sz="1600" b="0" i="1" smtClean="0">
                            <a:latin typeface="Cambria Math" panose="02040503050406030204" pitchFamily="18" charset="0"/>
                          </a:rPr>
                          <m:t>2</m:t>
                        </m:r>
                      </m:sup>
                    </m:s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𝜃</m:t>
                        </m:r>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e>
                    </m:d>
                  </m:oMath>
                </a14:m>
                <a:endParaRPr lang="en-GB" sz="1600" dirty="0"/>
              </a:p>
              <a:p>
                <a:pPr/>
                <a:r>
                  <a:rPr lang="en-GB" sz="1600" dirty="0"/>
                  <a:t>Area of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𝐴𝑂𝐶</m:t>
                    </m:r>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𝑟</m:t>
                        </m:r>
                      </m:e>
                      <m:sup>
                        <m:r>
                          <a:rPr lang="en-GB" sz="1600" b="0" i="1" smtClean="0">
                            <a:latin typeface="Cambria Math" panose="02040503050406030204" pitchFamily="18" charset="0"/>
                          </a:rPr>
                          <m:t>2</m:t>
                        </m:r>
                      </m:sup>
                    </m:sSup>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𝜋</m:t>
                            </m:r>
                            <m:r>
                              <a:rPr lang="en-GB" sz="1600" b="0" i="1" smtClean="0">
                                <a:latin typeface="Cambria Math" panose="02040503050406030204" pitchFamily="18" charset="0"/>
                              </a:rPr>
                              <m:t>−</m:t>
                            </m:r>
                            <m:r>
                              <a:rPr lang="en-GB" sz="1600" b="0" i="1" smtClean="0">
                                <a:latin typeface="Cambria Math" panose="02040503050406030204" pitchFamily="18" charset="0"/>
                              </a:rPr>
                              <m:t>𝜃</m:t>
                            </m:r>
                          </m:e>
                        </m:d>
                      </m:e>
                    </m:func>
                  </m:oMath>
                </a14:m>
                <a:br>
                  <a:rPr lang="en-GB" sz="1600" b="0" dirty="0"/>
                </a:b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𝑟</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𝑠𝑖𝑛</m:t>
                      </m:r>
                      <m:r>
                        <a:rPr lang="en-GB" sz="1600" b="0" i="1" smtClean="0">
                          <a:latin typeface="Cambria Math" panose="02040503050406030204" pitchFamily="18" charset="0"/>
                        </a:rPr>
                        <m:t>𝜃</m:t>
                      </m:r>
                    </m:oMath>
                  </m:oMathPara>
                </a14:m>
                <a:endParaRPr lang="en-GB" sz="1600" dirty="0"/>
              </a:p>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𝑟</m:t>
                          </m:r>
                        </m:e>
                        <m:sup>
                          <m:r>
                            <a:rPr lang="en-GB" sz="1600" b="0" i="1" smtClean="0">
                              <a:latin typeface="Cambria Math" panose="02040503050406030204" pitchFamily="18" charset="0"/>
                            </a:rPr>
                            <m:t>2</m:t>
                          </m:r>
                        </m:sup>
                      </m:sSup>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r>
                        <a:rPr lang="en-GB" sz="1600" b="0" i="1" smtClean="0">
                          <a:latin typeface="Cambria Math" panose="02040503050406030204" pitchFamily="18" charset="0"/>
                        </a:rPr>
                        <m:t>=3×</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𝑟</m:t>
                          </m:r>
                        </m:e>
                        <m:sup>
                          <m:r>
                            <a:rPr lang="en-GB" sz="1600" b="0" i="1" smtClean="0">
                              <a:latin typeface="Cambria Math" panose="02040503050406030204" pitchFamily="18" charset="0"/>
                            </a:rPr>
                            <m:t>2</m:t>
                          </m:r>
                        </m:sup>
                      </m:s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𝜃</m:t>
                          </m:r>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e>
                      </m:d>
                    </m:oMath>
                    <m:oMath xmlns:m="http://schemas.openxmlformats.org/officeDocument/2006/math">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r>
                        <a:rPr lang="en-GB" sz="1600" b="0" i="1" smtClean="0">
                          <a:latin typeface="Cambria Math" panose="02040503050406030204" pitchFamily="18" charset="0"/>
                        </a:rPr>
                        <m:t>=3</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𝜃</m:t>
                          </m:r>
                          <m:r>
                            <a:rPr lang="en-GB" sz="1600" b="0" i="1" smtClean="0">
                              <a:latin typeface="Cambria Math" panose="02040503050406030204" pitchFamily="18" charset="0"/>
                            </a:rPr>
                            <m:t>−</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e>
                      </m:d>
                    </m:oMath>
                  </m:oMathPara>
                </a14:m>
                <a:endParaRPr lang="en-GB" sz="1600" dirty="0"/>
              </a:p>
              <a:p>
                <a:endParaRPr lang="en-GB" sz="1600" dirty="0"/>
              </a:p>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∴3</m:t>
                      </m:r>
                      <m:r>
                        <a:rPr lang="en-GB" sz="1600" b="0" i="1" smtClean="0">
                          <a:latin typeface="Cambria Math" panose="02040503050406030204" pitchFamily="18" charset="0"/>
                        </a:rPr>
                        <m:t>𝜃</m:t>
                      </m:r>
                      <m:r>
                        <a:rPr lang="en-GB" sz="1600" b="0" i="1" smtClean="0">
                          <a:latin typeface="Cambria Math" panose="02040503050406030204" pitchFamily="18" charset="0"/>
                        </a:rPr>
                        <m:t>−4</m:t>
                      </m:r>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sin</m:t>
                          </m:r>
                        </m:fName>
                        <m:e>
                          <m:r>
                            <a:rPr lang="en-GB" sz="1600" b="0" i="1" smtClean="0">
                              <a:latin typeface="Cambria Math" panose="02040503050406030204" pitchFamily="18" charset="0"/>
                            </a:rPr>
                            <m:t>𝜃</m:t>
                          </m:r>
                        </m:e>
                      </m:func>
                      <m:r>
                        <a:rPr lang="en-GB" sz="1600" b="0" i="1" smtClean="0">
                          <a:latin typeface="Cambria Math" panose="02040503050406030204" pitchFamily="18" charset="0"/>
                        </a:rPr>
                        <m:t>=0</m:t>
                      </m:r>
                    </m:oMath>
                  </m:oMathPara>
                </a14:m>
                <a:endParaRPr lang="en-GB" sz="1600" dirty="0"/>
              </a:p>
            </p:txBody>
          </p:sp>
        </mc:Choice>
        <mc:Fallback xmlns="">
          <p:sp>
            <p:nvSpPr>
              <p:cNvPr id="54" name="TextBox 53">
                <a:extLst>
                  <a:ext uri="{FF2B5EF4-FFF2-40B4-BE49-F238E27FC236}">
                    <a16:creationId xmlns:a16="http://schemas.microsoft.com/office/drawing/2014/main" id="{BF3C239C-4008-4BC1-8C86-7C5A182A6F98}"/>
                  </a:ext>
                </a:extLst>
              </p:cNvPr>
              <p:cNvSpPr txBox="1">
                <a:spLocks noRot="1" noChangeAspect="1" noMove="1" noResize="1" noEditPoints="1" noAdjustHandles="1" noChangeArrowheads="1" noChangeShapeType="1" noTextEdit="1"/>
              </p:cNvSpPr>
              <p:nvPr/>
            </p:nvSpPr>
            <p:spPr>
              <a:xfrm>
                <a:off x="4571428" y="4005064"/>
                <a:ext cx="3528964" cy="2479140"/>
              </a:xfrm>
              <a:prstGeom prst="rect">
                <a:avLst/>
              </a:prstGeom>
              <a:blipFill>
                <a:blip r:embed="rId19"/>
                <a:stretch>
                  <a:fillRect l="-10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A36F0B5-831C-4EAA-B41D-8BC9039C9B3F}"/>
                  </a:ext>
                </a:extLst>
              </p:cNvPr>
              <p:cNvSpPr txBox="1"/>
              <p:nvPr/>
            </p:nvSpPr>
            <p:spPr>
              <a:xfrm>
                <a:off x="7137401" y="4752546"/>
                <a:ext cx="1493986" cy="46166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r>
                  <a:rPr lang="en-GB" sz="1200" dirty="0"/>
                  <a:t>Recall that </a:t>
                </a:r>
                <a:br>
                  <a:rPr lang="en-GB" sz="1200" dirty="0"/>
                </a:br>
                <a14:m>
                  <m:oMathPara xmlns:m="http://schemas.openxmlformats.org/officeDocument/2006/math">
                    <m:oMathParaPr>
                      <m:jc m:val="centerGroup"/>
                    </m:oMathParaPr>
                    <m:oMath xmlns:m="http://schemas.openxmlformats.org/officeDocument/2006/math">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𝜃</m:t>
                              </m:r>
                            </m:e>
                          </m:d>
                        </m:e>
                      </m:func>
                      <m:r>
                        <a:rPr lang="en-GB" sz="1200" b="0" i="1" smtClean="0">
                          <a:latin typeface="Cambria Math" panose="02040503050406030204" pitchFamily="18" charset="0"/>
                        </a:rPr>
                        <m:t>=</m:t>
                      </m:r>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𝜋</m:t>
                              </m:r>
                              <m:r>
                                <a:rPr lang="en-GB" sz="1200" b="0" i="1" smtClean="0">
                                  <a:latin typeface="Cambria Math" panose="02040503050406030204" pitchFamily="18" charset="0"/>
                                </a:rPr>
                                <m:t>−</m:t>
                              </m:r>
                              <m:r>
                                <a:rPr lang="en-GB" sz="1200" b="0" i="1" smtClean="0">
                                  <a:latin typeface="Cambria Math" panose="02040503050406030204" pitchFamily="18" charset="0"/>
                                </a:rPr>
                                <m:t>𝜃</m:t>
                              </m:r>
                            </m:e>
                          </m:d>
                        </m:e>
                      </m:func>
                    </m:oMath>
                  </m:oMathPara>
                </a14:m>
                <a:endParaRPr lang="en-GB" sz="1200" dirty="0"/>
              </a:p>
            </p:txBody>
          </p:sp>
        </mc:Choice>
        <mc:Fallback xmlns="">
          <p:sp>
            <p:nvSpPr>
              <p:cNvPr id="55" name="TextBox 54">
                <a:extLst>
                  <a:ext uri="{FF2B5EF4-FFF2-40B4-BE49-F238E27FC236}">
                    <a16:creationId xmlns:a16="http://schemas.microsoft.com/office/drawing/2014/main" id="{FA36F0B5-831C-4EAA-B41D-8BC9039C9B3F}"/>
                  </a:ext>
                </a:extLst>
              </p:cNvPr>
              <p:cNvSpPr txBox="1">
                <a:spLocks noRot="1" noChangeAspect="1" noMove="1" noResize="1" noEditPoints="1" noAdjustHandles="1" noChangeArrowheads="1" noChangeShapeType="1" noTextEdit="1"/>
              </p:cNvSpPr>
              <p:nvPr/>
            </p:nvSpPr>
            <p:spPr>
              <a:xfrm>
                <a:off x="7137401" y="4752546"/>
                <a:ext cx="1493986" cy="461665"/>
              </a:xfrm>
              <a:prstGeom prst="rect">
                <a:avLst/>
              </a:prstGeom>
              <a:blipFill>
                <a:blip r:embed="rId20"/>
                <a:stretch>
                  <a:fillRect/>
                </a:stretch>
              </a:blipFill>
            </p:spPr>
            <p:txBody>
              <a:bodyPr/>
              <a:lstStyle/>
              <a:p>
                <a:r>
                  <a:rPr lang="en-GB">
                    <a:noFill/>
                  </a:rPr>
                  <a:t> </a:t>
                </a:r>
              </a:p>
            </p:txBody>
          </p:sp>
        </mc:Fallback>
      </mc:AlternateContent>
      <p:sp>
        <p:nvSpPr>
          <p:cNvPr id="56" name="Rectangle 55">
            <a:extLst>
              <a:ext uri="{FF2B5EF4-FFF2-40B4-BE49-F238E27FC236}">
                <a16:creationId xmlns:a16="http://schemas.microsoft.com/office/drawing/2014/main" id="{53B4DA16-59DC-48DB-829F-195350418F28}"/>
              </a:ext>
            </a:extLst>
          </p:cNvPr>
          <p:cNvSpPr/>
          <p:nvPr/>
        </p:nvSpPr>
        <p:spPr>
          <a:xfrm>
            <a:off x="427214" y="3646652"/>
            <a:ext cx="3203984" cy="28326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57" name="Rectangle 56">
            <a:extLst>
              <a:ext uri="{FF2B5EF4-FFF2-40B4-BE49-F238E27FC236}">
                <a16:creationId xmlns:a16="http://schemas.microsoft.com/office/drawing/2014/main" id="{B5A000E9-7455-4CE3-8142-6218E0688850}"/>
              </a:ext>
            </a:extLst>
          </p:cNvPr>
          <p:cNvSpPr/>
          <p:nvPr/>
        </p:nvSpPr>
        <p:spPr>
          <a:xfrm>
            <a:off x="4359299" y="3636916"/>
            <a:ext cx="4272087" cy="28326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cxnSp>
        <p:nvCxnSpPr>
          <p:cNvPr id="59" name="Straight Connector 58">
            <a:extLst>
              <a:ext uri="{FF2B5EF4-FFF2-40B4-BE49-F238E27FC236}">
                <a16:creationId xmlns:a16="http://schemas.microsoft.com/office/drawing/2014/main" id="{77F6A6D0-B9D9-48A6-8133-E5CEC0004B17}"/>
              </a:ext>
            </a:extLst>
          </p:cNvPr>
          <p:cNvCxnSpPr>
            <a:cxnSpLocks/>
          </p:cNvCxnSpPr>
          <p:nvPr/>
        </p:nvCxnSpPr>
        <p:spPr>
          <a:xfrm>
            <a:off x="1800226" y="2207419"/>
            <a:ext cx="109537" cy="103346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86319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6"/>
                                        </p:tgtEl>
                                      </p:cBhvr>
                                    </p:animEffect>
                                    <p:set>
                                      <p:cBhvr>
                                        <p:cTn id="7" dur="1" fill="hold">
                                          <p:stCondLst>
                                            <p:cond delay="499"/>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8" restart="whenNotActive" fill="hold" evtFilter="cancelBubble" nodeType="interactiveSeq">
                <p:stCondLst>
                  <p:cond evt="onClick" delay="0">
                    <p:tgtEl>
                      <p:spTgt spid="5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57"/>
                                        </p:tgtEl>
                                      </p:cBhvr>
                                    </p:animEffect>
                                    <p:set>
                                      <p:cBhvr>
                                        <p:cTn id="13" dur="1" fill="hold">
                                          <p:stCondLst>
                                            <p:cond delay="499"/>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7"/>
                  </p:tgtEl>
                </p:cond>
              </p:nextCondLst>
            </p:seq>
          </p:childTnLst>
        </p:cTn>
      </p:par>
    </p:tnLst>
    <p:bldLst>
      <p:bldP spid="56" grpId="0" animBg="1"/>
      <p:bldP spid="5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Exercise 5.3</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395536" y="725840"/>
            <a:ext cx="7920880" cy="830997"/>
          </a:xfrm>
          <a:prstGeom prst="rect">
            <a:avLst/>
          </a:prstGeom>
          <a:noFill/>
        </p:spPr>
        <p:txBody>
          <a:bodyPr wrap="square" rtlCol="0">
            <a:spAutoFit/>
          </a:bodyPr>
          <a:lstStyle/>
          <a:p>
            <a:r>
              <a:rPr lang="en-GB" sz="2400" dirty="0"/>
              <a:t>Pearson Pure Year 2</a:t>
            </a:r>
          </a:p>
          <a:p>
            <a:r>
              <a:rPr lang="en-GB" sz="2400" dirty="0"/>
              <a:t>Page 37</a:t>
            </a:r>
          </a:p>
        </p:txBody>
      </p:sp>
      <p:cxnSp>
        <p:nvCxnSpPr>
          <p:cNvPr id="6" name="Straight Connector 5"/>
          <p:cNvCxnSpPr/>
          <p:nvPr/>
        </p:nvCxnSpPr>
        <p:spPr>
          <a:xfrm>
            <a:off x="0" y="1739717"/>
            <a:ext cx="9144000" cy="0"/>
          </a:xfrm>
          <a:prstGeom prst="line">
            <a:avLst/>
          </a:prstGeom>
        </p:spPr>
        <p:style>
          <a:lnRef idx="1">
            <a:schemeClr val="dk1"/>
          </a:lnRef>
          <a:fillRef idx="0">
            <a:schemeClr val="dk1"/>
          </a:fillRef>
          <a:effectRef idx="0">
            <a:schemeClr val="dk1"/>
          </a:effectRef>
          <a:fontRef idx="minor">
            <a:schemeClr val="tx1"/>
          </a:fontRef>
        </p:style>
      </p:cxnSp>
      <p:sp>
        <p:nvSpPr>
          <p:cNvPr id="7" name="Freeform: Shape 28">
            <a:extLst>
              <a:ext uri="{FF2B5EF4-FFF2-40B4-BE49-F238E27FC236}">
                <a16:creationId xmlns:a16="http://schemas.microsoft.com/office/drawing/2014/main" id="{9B5C76C3-A304-8FA5-3EE9-43DD784FB50A}"/>
              </a:ext>
            </a:extLst>
          </p:cNvPr>
          <p:cNvSpPr/>
          <p:nvPr/>
        </p:nvSpPr>
        <p:spPr>
          <a:xfrm>
            <a:off x="6662652" y="4233632"/>
            <a:ext cx="1447800" cy="993775"/>
          </a:xfrm>
          <a:custGeom>
            <a:avLst/>
            <a:gdLst>
              <a:gd name="connsiteX0" fmla="*/ 0 w 1447800"/>
              <a:gd name="connsiteY0" fmla="*/ 492125 h 993775"/>
              <a:gd name="connsiteX1" fmla="*/ 1241425 w 1447800"/>
              <a:gd name="connsiteY1" fmla="*/ 993775 h 993775"/>
              <a:gd name="connsiteX2" fmla="*/ 1323975 w 1447800"/>
              <a:gd name="connsiteY2" fmla="*/ 889000 h 993775"/>
              <a:gd name="connsiteX3" fmla="*/ 1406525 w 1447800"/>
              <a:gd name="connsiteY3" fmla="*/ 730250 h 993775"/>
              <a:gd name="connsiteX4" fmla="*/ 1435100 w 1447800"/>
              <a:gd name="connsiteY4" fmla="*/ 615950 h 993775"/>
              <a:gd name="connsiteX5" fmla="*/ 1447800 w 1447800"/>
              <a:gd name="connsiteY5" fmla="*/ 485775 h 993775"/>
              <a:gd name="connsiteX6" fmla="*/ 1431925 w 1447800"/>
              <a:gd name="connsiteY6" fmla="*/ 346075 h 993775"/>
              <a:gd name="connsiteX7" fmla="*/ 1381125 w 1447800"/>
              <a:gd name="connsiteY7" fmla="*/ 203200 h 993775"/>
              <a:gd name="connsiteX8" fmla="*/ 1336675 w 1447800"/>
              <a:gd name="connsiteY8" fmla="*/ 114300 h 993775"/>
              <a:gd name="connsiteX9" fmla="*/ 1276350 w 1447800"/>
              <a:gd name="connsiteY9" fmla="*/ 34925 h 993775"/>
              <a:gd name="connsiteX10" fmla="*/ 1238250 w 1447800"/>
              <a:gd name="connsiteY10" fmla="*/ 0 h 993775"/>
              <a:gd name="connsiteX11" fmla="*/ 0 w 1447800"/>
              <a:gd name="connsiteY11" fmla="*/ 492125 h 99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7800" h="993775">
                <a:moveTo>
                  <a:pt x="0" y="492125"/>
                </a:moveTo>
                <a:lnTo>
                  <a:pt x="1241425" y="993775"/>
                </a:lnTo>
                <a:lnTo>
                  <a:pt x="1323975" y="889000"/>
                </a:lnTo>
                <a:lnTo>
                  <a:pt x="1406525" y="730250"/>
                </a:lnTo>
                <a:lnTo>
                  <a:pt x="1435100" y="615950"/>
                </a:lnTo>
                <a:lnTo>
                  <a:pt x="1447800" y="485775"/>
                </a:lnTo>
                <a:lnTo>
                  <a:pt x="1431925" y="346075"/>
                </a:lnTo>
                <a:lnTo>
                  <a:pt x="1381125" y="203200"/>
                </a:lnTo>
                <a:lnTo>
                  <a:pt x="1336675" y="114300"/>
                </a:lnTo>
                <a:lnTo>
                  <a:pt x="1276350" y="34925"/>
                </a:lnTo>
                <a:lnTo>
                  <a:pt x="1238250" y="0"/>
                </a:lnTo>
                <a:lnTo>
                  <a:pt x="0" y="49212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121195F5-739B-E424-3C2F-B7984AEF221D}"/>
              </a:ext>
            </a:extLst>
          </p:cNvPr>
          <p:cNvSpPr txBox="1"/>
          <p:nvPr/>
        </p:nvSpPr>
        <p:spPr>
          <a:xfrm>
            <a:off x="310828" y="1979548"/>
            <a:ext cx="2016224" cy="369332"/>
          </a:xfrm>
          <a:prstGeom prst="rect">
            <a:avLst/>
          </a:prstGeom>
          <a:noFill/>
        </p:spPr>
        <p:txBody>
          <a:bodyPr wrap="square" rtlCol="0">
            <a:spAutoFit/>
          </a:bodyPr>
          <a:lstStyle/>
          <a:p>
            <a:r>
              <a:rPr lang="en-GB" b="1" dirty="0"/>
              <a:t>Extension</a:t>
            </a:r>
          </a:p>
        </p:txBody>
      </p:sp>
      <p:pic>
        <p:nvPicPr>
          <p:cNvPr id="9" name="Picture 8">
            <a:extLst>
              <a:ext uri="{FF2B5EF4-FFF2-40B4-BE49-F238E27FC236}">
                <a16:creationId xmlns:a16="http://schemas.microsoft.com/office/drawing/2014/main" id="{B053A3BB-3BE4-C5F1-9B52-03F3A81D8B4D}"/>
              </a:ext>
            </a:extLst>
          </p:cNvPr>
          <p:cNvPicPr>
            <a:picLocks noChangeAspect="1"/>
          </p:cNvPicPr>
          <p:nvPr/>
        </p:nvPicPr>
        <p:blipFill>
          <a:blip r:embed="rId2"/>
          <a:stretch>
            <a:fillRect/>
          </a:stretch>
        </p:blipFill>
        <p:spPr>
          <a:xfrm>
            <a:off x="338237" y="2678559"/>
            <a:ext cx="2156003" cy="2147167"/>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8B42EB2-64DD-5F58-1E7F-0733DCC468D4}"/>
                  </a:ext>
                </a:extLst>
              </p:cNvPr>
              <p:cNvSpPr txBox="1"/>
              <p:nvPr/>
            </p:nvSpPr>
            <p:spPr>
              <a:xfrm>
                <a:off x="2771800" y="2485296"/>
                <a:ext cx="5544616" cy="1323439"/>
              </a:xfrm>
              <a:prstGeom prst="rect">
                <a:avLst/>
              </a:prstGeom>
              <a:noFill/>
            </p:spPr>
            <p:txBody>
              <a:bodyPr wrap="square" rtlCol="0">
                <a:spAutoFit/>
              </a:bodyPr>
              <a:lstStyle/>
              <a:p>
                <a:r>
                  <a:rPr lang="en-GB" sz="1600" i="1" dirty="0"/>
                  <a:t>[MAT 2012 1J]</a:t>
                </a:r>
              </a:p>
              <a:p>
                <a:r>
                  <a:rPr lang="en-GB" sz="1600" dirty="0"/>
                  <a:t>If two chords </a:t>
                </a:r>
                <a14:m>
                  <m:oMath xmlns:m="http://schemas.openxmlformats.org/officeDocument/2006/math">
                    <m:r>
                      <a:rPr lang="en-GB" sz="1600" b="0" i="1" smtClean="0">
                        <a:latin typeface="Cambria Math" panose="02040503050406030204" pitchFamily="18" charset="0"/>
                      </a:rPr>
                      <m:t>𝑄𝑃</m:t>
                    </m:r>
                  </m:oMath>
                </a14:m>
                <a:r>
                  <a:rPr lang="en-GB" sz="1600" dirty="0"/>
                  <a:t> and </a:t>
                </a:r>
                <a14:m>
                  <m:oMath xmlns:m="http://schemas.openxmlformats.org/officeDocument/2006/math">
                    <m:r>
                      <a:rPr lang="en-GB" sz="1600" b="0" i="1" smtClean="0">
                        <a:latin typeface="Cambria Math" panose="02040503050406030204" pitchFamily="18" charset="0"/>
                      </a:rPr>
                      <m:t>𝑅𝑃</m:t>
                    </m:r>
                  </m:oMath>
                </a14:m>
                <a:r>
                  <a:rPr lang="en-GB" sz="1600" dirty="0"/>
                  <a:t> on a circle of radius 1 meet in an angle </a:t>
                </a:r>
                <a14:m>
                  <m:oMath xmlns:m="http://schemas.openxmlformats.org/officeDocument/2006/math">
                    <m:r>
                      <a:rPr lang="en-GB" sz="1600" b="0" i="1" smtClean="0">
                        <a:latin typeface="Cambria Math" panose="02040503050406030204" pitchFamily="18" charset="0"/>
                      </a:rPr>
                      <m:t>𝜃</m:t>
                    </m:r>
                  </m:oMath>
                </a14:m>
                <a:r>
                  <a:rPr lang="en-GB" sz="1600" dirty="0"/>
                  <a:t> at </a:t>
                </a:r>
                <a14:m>
                  <m:oMath xmlns:m="http://schemas.openxmlformats.org/officeDocument/2006/math">
                    <m:r>
                      <a:rPr lang="en-GB" sz="1600" b="0" i="1" smtClean="0">
                        <a:latin typeface="Cambria Math" panose="02040503050406030204" pitchFamily="18" charset="0"/>
                      </a:rPr>
                      <m:t>𝑃</m:t>
                    </m:r>
                  </m:oMath>
                </a14:m>
                <a:r>
                  <a:rPr lang="en-GB" sz="1600" dirty="0"/>
                  <a:t>, for example as drawn in the diagram on the left, then find the largest possible area of the shaded region </a:t>
                </a:r>
                <a14:m>
                  <m:oMath xmlns:m="http://schemas.openxmlformats.org/officeDocument/2006/math">
                    <m:r>
                      <a:rPr lang="en-GB" sz="1600" b="0" i="1" smtClean="0">
                        <a:latin typeface="Cambria Math" panose="02040503050406030204" pitchFamily="18" charset="0"/>
                      </a:rPr>
                      <m:t>𝑅𝑃𝑄</m:t>
                    </m:r>
                  </m:oMath>
                </a14:m>
                <a:r>
                  <a:rPr lang="en-GB" sz="1600" dirty="0"/>
                  <a:t>, giving your answer in terms of </a:t>
                </a:r>
                <a14:m>
                  <m:oMath xmlns:m="http://schemas.openxmlformats.org/officeDocument/2006/math">
                    <m:r>
                      <a:rPr lang="en-GB" sz="1600" b="0" i="1" smtClean="0">
                        <a:latin typeface="Cambria Math" panose="02040503050406030204" pitchFamily="18" charset="0"/>
                      </a:rPr>
                      <m:t>𝜃</m:t>
                    </m:r>
                  </m:oMath>
                </a14:m>
                <a:r>
                  <a:rPr lang="en-GB" sz="1600" dirty="0"/>
                  <a:t>.</a:t>
                </a:r>
              </a:p>
            </p:txBody>
          </p:sp>
        </mc:Choice>
        <mc:Fallback xmlns="">
          <p:sp>
            <p:nvSpPr>
              <p:cNvPr id="10" name="TextBox 9">
                <a:extLst>
                  <a:ext uri="{FF2B5EF4-FFF2-40B4-BE49-F238E27FC236}">
                    <a16:creationId xmlns:a16="http://schemas.microsoft.com/office/drawing/2014/main" id="{E8B42EB2-64DD-5F58-1E7F-0733DCC468D4}"/>
                  </a:ext>
                </a:extLst>
              </p:cNvPr>
              <p:cNvSpPr txBox="1">
                <a:spLocks noRot="1" noChangeAspect="1" noMove="1" noResize="1" noEditPoints="1" noAdjustHandles="1" noChangeArrowheads="1" noChangeShapeType="1" noTextEdit="1"/>
              </p:cNvSpPr>
              <p:nvPr/>
            </p:nvSpPr>
            <p:spPr>
              <a:xfrm>
                <a:off x="2771800" y="2485296"/>
                <a:ext cx="5544616" cy="1323439"/>
              </a:xfrm>
              <a:prstGeom prst="rect">
                <a:avLst/>
              </a:prstGeom>
              <a:blipFill>
                <a:blip r:embed="rId3"/>
                <a:stretch>
                  <a:fillRect l="-660" t="-1382" r="-1320" b="-50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BD758E-2AFF-E0A4-6C6B-B0878B10319D}"/>
                  </a:ext>
                </a:extLst>
              </p:cNvPr>
              <p:cNvSpPr txBox="1"/>
              <p:nvPr/>
            </p:nvSpPr>
            <p:spPr>
              <a:xfrm>
                <a:off x="2764465" y="3922424"/>
                <a:ext cx="3542987" cy="2329933"/>
              </a:xfrm>
              <a:prstGeom prst="rect">
                <a:avLst/>
              </a:prstGeom>
              <a:noFill/>
            </p:spPr>
            <p:txBody>
              <a:bodyPr wrap="square" rtlCol="0">
                <a:spAutoFit/>
              </a:bodyPr>
              <a:lstStyle/>
              <a:p>
                <a:r>
                  <a:rPr lang="en-GB" sz="1200" dirty="0"/>
                  <a:t>For a fixed </a:t>
                </a:r>
                <a14:m>
                  <m:oMath xmlns:m="http://schemas.openxmlformats.org/officeDocument/2006/math">
                    <m:r>
                      <a:rPr lang="en-GB" sz="1200" b="0" i="1" smtClean="0">
                        <a:latin typeface="Cambria Math" panose="02040503050406030204" pitchFamily="18" charset="0"/>
                      </a:rPr>
                      <m:t>𝜃</m:t>
                    </m:r>
                  </m:oMath>
                </a14:m>
                <a:r>
                  <a:rPr lang="en-GB" sz="1200" dirty="0"/>
                  <a:t> the largest area is obtained when the angle bisector of </a:t>
                </a:r>
                <a14:m>
                  <m:oMath xmlns:m="http://schemas.openxmlformats.org/officeDocument/2006/math">
                    <m:r>
                      <a:rPr lang="en-GB" sz="1200" b="0" i="1" smtClean="0">
                        <a:latin typeface="Cambria Math" panose="02040503050406030204" pitchFamily="18" charset="0"/>
                      </a:rPr>
                      <m:t>𝑃𝑄</m:t>
                    </m:r>
                  </m:oMath>
                </a14:m>
                <a:r>
                  <a:rPr lang="en-GB" sz="1200" dirty="0"/>
                  <a:t> and </a:t>
                </a:r>
                <a14:m>
                  <m:oMath xmlns:m="http://schemas.openxmlformats.org/officeDocument/2006/math">
                    <m:r>
                      <a:rPr lang="en-GB" sz="1200" b="0" i="1" smtClean="0">
                        <a:latin typeface="Cambria Math" panose="02040503050406030204" pitchFamily="18" charset="0"/>
                      </a:rPr>
                      <m:t>𝑃𝑅</m:t>
                    </m:r>
                  </m:oMath>
                </a14:m>
                <a:r>
                  <a:rPr lang="en-GB" sz="1200" dirty="0"/>
                  <a:t> is the diameter of the circle. This can be broken up into two isosceles triangles and a sector as shown.</a:t>
                </a:r>
              </a:p>
              <a:p>
                <a14:m>
                  <m:oMath xmlns:m="http://schemas.openxmlformats.org/officeDocument/2006/math">
                    <m:r>
                      <a:rPr lang="en-GB" sz="1200" b="0" i="1" smtClean="0">
                        <a:latin typeface="Cambria Math" panose="02040503050406030204" pitchFamily="18" charset="0"/>
                      </a:rPr>
                      <m:t>∠</m:t>
                    </m:r>
                    <m:r>
                      <a:rPr lang="en-GB" sz="1200" b="0" i="1" smtClean="0">
                        <a:latin typeface="Cambria Math" panose="02040503050406030204" pitchFamily="18" charset="0"/>
                      </a:rPr>
                      <m:t>𝐵𝑂𝐶</m:t>
                    </m:r>
                    <m:r>
                      <a:rPr lang="en-GB" sz="1200" b="0" i="1" smtClean="0">
                        <a:latin typeface="Cambria Math" panose="02040503050406030204" pitchFamily="18" charset="0"/>
                      </a:rPr>
                      <m:t>=2</m:t>
                    </m:r>
                    <m:r>
                      <a:rPr lang="en-GB" sz="1200" b="0" i="1" smtClean="0">
                        <a:latin typeface="Cambria Math" panose="02040503050406030204" pitchFamily="18" charset="0"/>
                      </a:rPr>
                      <m:t>𝜃</m:t>
                    </m:r>
                  </m:oMath>
                </a14:m>
                <a:r>
                  <a:rPr lang="en-GB" sz="1200" dirty="0"/>
                  <a:t> as angle at centre is twice angle at circumference.</a:t>
                </a:r>
              </a:p>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m:t>
                      </m:r>
                      <m:r>
                        <a:rPr lang="en-GB" sz="1200" b="0" i="1" smtClean="0">
                          <a:latin typeface="Cambria Math" panose="02040503050406030204" pitchFamily="18" charset="0"/>
                        </a:rPr>
                        <m:t>𝐴𝑂𝐵</m:t>
                      </m:r>
                      <m:r>
                        <a:rPr lang="en-GB" sz="1200" b="0" i="1" smtClean="0">
                          <a:latin typeface="Cambria Math" panose="02040503050406030204" pitchFamily="18" charset="0"/>
                        </a:rPr>
                        <m:t>=</m:t>
                      </m:r>
                      <m:r>
                        <a:rPr lang="en-GB" sz="1200" b="0" i="1" smtClean="0">
                          <a:latin typeface="Cambria Math" panose="02040503050406030204" pitchFamily="18" charset="0"/>
                        </a:rPr>
                        <m:t>𝜋</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𝜃</m:t>
                          </m:r>
                        </m:num>
                        <m:den>
                          <m:r>
                            <a:rPr lang="en-GB" sz="1200" b="0" i="1" smtClean="0">
                              <a:latin typeface="Cambria Math" panose="02040503050406030204" pitchFamily="18" charset="0"/>
                            </a:rPr>
                            <m:t>2</m:t>
                          </m:r>
                        </m:den>
                      </m:f>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𝜃</m:t>
                          </m:r>
                        </m:num>
                        <m:den>
                          <m:r>
                            <a:rPr lang="en-GB" sz="1200" b="0" i="1" smtClean="0">
                              <a:latin typeface="Cambria Math" panose="02040503050406030204" pitchFamily="18" charset="0"/>
                            </a:rPr>
                            <m:t>2</m:t>
                          </m:r>
                        </m:den>
                      </m:f>
                      <m:r>
                        <a:rPr lang="en-GB" sz="1200" b="0" i="1" smtClean="0">
                          <a:latin typeface="Cambria Math" panose="02040503050406030204" pitchFamily="18" charset="0"/>
                        </a:rPr>
                        <m:t>=</m:t>
                      </m:r>
                      <m:r>
                        <a:rPr lang="en-GB" sz="1200" b="0" i="1" smtClean="0">
                          <a:latin typeface="Cambria Math" panose="02040503050406030204" pitchFamily="18" charset="0"/>
                        </a:rPr>
                        <m:t>𝜋</m:t>
                      </m:r>
                      <m:r>
                        <a:rPr lang="en-GB" sz="1200" b="0" i="1" smtClean="0">
                          <a:latin typeface="Cambria Math" panose="02040503050406030204" pitchFamily="18" charset="0"/>
                        </a:rPr>
                        <m:t>−</m:t>
                      </m:r>
                      <m:r>
                        <a:rPr lang="en-GB" sz="1200" b="0" i="1" smtClean="0">
                          <a:latin typeface="Cambria Math" panose="02040503050406030204" pitchFamily="18" charset="0"/>
                        </a:rPr>
                        <m:t>𝜃</m:t>
                      </m:r>
                    </m:oMath>
                  </m:oMathPara>
                </a14:m>
                <a:endParaRPr lang="en-GB" sz="1200" dirty="0"/>
              </a:p>
              <a:p>
                <a:r>
                  <a:rPr lang="en-GB" sz="1200" dirty="0"/>
                  <a:t>Area of </a:t>
                </a:r>
                <a14:m>
                  <m:oMath xmlns:m="http://schemas.openxmlformats.org/officeDocument/2006/math">
                    <m:r>
                      <a:rPr lang="en-GB" sz="1200" b="0" i="1" smtClean="0">
                        <a:latin typeface="Cambria Math" panose="02040503050406030204" pitchFamily="18" charset="0"/>
                      </a:rPr>
                      <m:t>𝐴𝑂𝐵</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𝜋</m:t>
                            </m:r>
                            <m:r>
                              <a:rPr lang="en-GB" sz="1200" b="0" i="1" smtClean="0">
                                <a:latin typeface="Cambria Math" panose="02040503050406030204" pitchFamily="18" charset="0"/>
                              </a:rPr>
                              <m:t>−</m:t>
                            </m:r>
                            <m:r>
                              <a:rPr lang="en-GB" sz="1200" b="0" i="1" smtClean="0">
                                <a:latin typeface="Cambria Math" panose="02040503050406030204" pitchFamily="18" charset="0"/>
                              </a:rPr>
                              <m:t>𝜃</m:t>
                            </m:r>
                          </m:e>
                        </m:d>
                      </m:e>
                    </m:func>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d>
                          <m:dPr>
                            <m:ctrlPr>
                              <a:rPr lang="en-GB" sz="1200" b="0" i="1" smtClean="0">
                                <a:latin typeface="Cambria Math" panose="02040503050406030204" pitchFamily="18" charset="0"/>
                              </a:rPr>
                            </m:ctrlPr>
                          </m:dPr>
                          <m:e>
                            <m:r>
                              <a:rPr lang="en-GB" sz="1200" b="0" i="1" smtClean="0">
                                <a:latin typeface="Cambria Math" panose="02040503050406030204" pitchFamily="18" charset="0"/>
                              </a:rPr>
                              <m:t>𝜃</m:t>
                            </m:r>
                          </m:e>
                        </m:d>
                      </m:e>
                    </m:func>
                  </m:oMath>
                </a14:m>
                <a:endParaRPr lang="en-GB" sz="1200" dirty="0"/>
              </a:p>
              <a:p>
                <a:r>
                  <a:rPr lang="en-GB" sz="1200" dirty="0"/>
                  <a:t>Area of sector </a:t>
                </a:r>
                <a14:m>
                  <m:oMath xmlns:m="http://schemas.openxmlformats.org/officeDocument/2006/math">
                    <m:r>
                      <a:rPr lang="en-GB" sz="1200" b="0" i="1" smtClean="0">
                        <a:latin typeface="Cambria Math" panose="02040503050406030204" pitchFamily="18" charset="0"/>
                      </a:rPr>
                      <m:t>𝐵𝑂𝐶</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×2</m:t>
                    </m:r>
                    <m:r>
                      <a:rPr lang="en-GB" sz="1200" b="0" i="1" smtClean="0">
                        <a:latin typeface="Cambria Math" panose="02040503050406030204" pitchFamily="18" charset="0"/>
                      </a:rPr>
                      <m:t>𝜃</m:t>
                    </m:r>
                    <m:r>
                      <a:rPr lang="en-GB" sz="1200" b="0" i="1" smtClean="0">
                        <a:latin typeface="Cambria Math" panose="02040503050406030204" pitchFamily="18" charset="0"/>
                      </a:rPr>
                      <m:t>=</m:t>
                    </m:r>
                    <m:r>
                      <a:rPr lang="en-GB" sz="1200" b="0" i="1" smtClean="0">
                        <a:latin typeface="Cambria Math" panose="02040503050406030204" pitchFamily="18" charset="0"/>
                      </a:rPr>
                      <m:t>𝜃</m:t>
                    </m:r>
                  </m:oMath>
                </a14:m>
                <a:r>
                  <a:rPr lang="en-GB" sz="1200" dirty="0"/>
                  <a:t>.</a:t>
                </a:r>
              </a:p>
              <a:p>
                <a:r>
                  <a:rPr lang="en-GB" sz="1200" dirty="0"/>
                  <a:t>Total shaded area </a:t>
                </a:r>
                <a14:m>
                  <m:oMath xmlns:m="http://schemas.openxmlformats.org/officeDocument/2006/math">
                    <m:r>
                      <a:rPr lang="en-GB" sz="1200" b="0" i="1" smtClean="0">
                        <a:latin typeface="Cambria Math" panose="02040503050406030204" pitchFamily="18" charset="0"/>
                      </a:rPr>
                      <m:t>=2×</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r>
                          <a:rPr lang="en-GB" sz="1200" b="0" i="1" smtClean="0">
                            <a:latin typeface="Cambria Math" panose="02040503050406030204" pitchFamily="18" charset="0"/>
                          </a:rPr>
                          <m:t>𝜃</m:t>
                        </m:r>
                      </m:e>
                    </m:func>
                    <m:r>
                      <a:rPr lang="en-GB" sz="1200" b="0" i="1" smtClean="0">
                        <a:latin typeface="Cambria Math" panose="02040503050406030204" pitchFamily="18" charset="0"/>
                      </a:rPr>
                      <m:t>+</m:t>
                    </m:r>
                    <m:r>
                      <a:rPr lang="en-GB" sz="1200" b="0" i="1" smtClean="0">
                        <a:latin typeface="Cambria Math" panose="02040503050406030204" pitchFamily="18" charset="0"/>
                      </a:rPr>
                      <m:t>𝜃</m:t>
                    </m:r>
                    <m:r>
                      <a:rPr lang="en-GB" sz="1200" b="0" i="1" smtClean="0">
                        <a:latin typeface="Cambria Math" panose="02040503050406030204" pitchFamily="18" charset="0"/>
                      </a:rPr>
                      <m:t>=</m:t>
                    </m:r>
                    <m:r>
                      <a:rPr lang="en-GB" sz="1200" b="0" i="1" smtClean="0">
                        <a:latin typeface="Cambria Math" panose="02040503050406030204" pitchFamily="18" charset="0"/>
                      </a:rPr>
                      <m:t>𝜃</m:t>
                    </m:r>
                    <m:r>
                      <a:rPr lang="en-GB" sz="1200" b="0" i="1" smtClean="0">
                        <a:latin typeface="Cambria Math" panose="02040503050406030204" pitchFamily="18" charset="0"/>
                      </a:rPr>
                      <m:t>+</m:t>
                    </m:r>
                    <m:func>
                      <m:funcPr>
                        <m:ctrlPr>
                          <a:rPr lang="en-GB" sz="1200" b="0" i="1" smtClean="0">
                            <a:latin typeface="Cambria Math" panose="02040503050406030204" pitchFamily="18" charset="0"/>
                          </a:rPr>
                        </m:ctrlPr>
                      </m:funcPr>
                      <m:fName>
                        <m:r>
                          <m:rPr>
                            <m:sty m:val="p"/>
                          </m:rPr>
                          <a:rPr lang="en-GB" sz="1200" b="0" i="0" smtClean="0">
                            <a:latin typeface="Cambria Math" panose="02040503050406030204" pitchFamily="18" charset="0"/>
                          </a:rPr>
                          <m:t>sin</m:t>
                        </m:r>
                      </m:fName>
                      <m:e>
                        <m:r>
                          <a:rPr lang="en-GB" sz="1200" b="0" i="1" smtClean="0">
                            <a:latin typeface="Cambria Math" panose="02040503050406030204" pitchFamily="18" charset="0"/>
                          </a:rPr>
                          <m:t>𝜃</m:t>
                        </m:r>
                      </m:e>
                    </m:func>
                  </m:oMath>
                </a14:m>
                <a:r>
                  <a:rPr lang="en-GB" sz="1200" dirty="0"/>
                  <a:t>.</a:t>
                </a:r>
              </a:p>
            </p:txBody>
          </p:sp>
        </mc:Choice>
        <mc:Fallback xmlns="">
          <p:sp>
            <p:nvSpPr>
              <p:cNvPr id="11" name="TextBox 10">
                <a:extLst>
                  <a:ext uri="{FF2B5EF4-FFF2-40B4-BE49-F238E27FC236}">
                    <a16:creationId xmlns:a16="http://schemas.microsoft.com/office/drawing/2014/main" id="{21BD758E-2AFF-E0A4-6C6B-B0878B10319D}"/>
                  </a:ext>
                </a:extLst>
              </p:cNvPr>
              <p:cNvSpPr txBox="1">
                <a:spLocks noRot="1" noChangeAspect="1" noMove="1" noResize="1" noEditPoints="1" noAdjustHandles="1" noChangeArrowheads="1" noChangeShapeType="1" noTextEdit="1"/>
              </p:cNvSpPr>
              <p:nvPr/>
            </p:nvSpPr>
            <p:spPr>
              <a:xfrm>
                <a:off x="2764465" y="3922424"/>
                <a:ext cx="3542987" cy="2329933"/>
              </a:xfrm>
              <a:prstGeom prst="rect">
                <a:avLst/>
              </a:prstGeom>
              <a:blipFill>
                <a:blip r:embed="rId4"/>
                <a:stretch>
                  <a:fillRect/>
                </a:stretch>
              </a:blipFill>
            </p:spPr>
            <p:txBody>
              <a:bodyPr/>
              <a:lstStyle/>
              <a:p>
                <a:r>
                  <a:rPr lang="en-GB">
                    <a:noFill/>
                  </a:rPr>
                  <a:t> </a:t>
                </a:r>
              </a:p>
            </p:txBody>
          </p:sp>
        </mc:Fallback>
      </mc:AlternateContent>
      <p:sp>
        <p:nvSpPr>
          <p:cNvPr id="12" name="Oval 11">
            <a:extLst>
              <a:ext uri="{FF2B5EF4-FFF2-40B4-BE49-F238E27FC236}">
                <a16:creationId xmlns:a16="http://schemas.microsoft.com/office/drawing/2014/main" id="{0D8B97A9-5987-79CF-0E4E-9C3906D9ABDC}"/>
              </a:ext>
            </a:extLst>
          </p:cNvPr>
          <p:cNvSpPr/>
          <p:nvPr/>
        </p:nvSpPr>
        <p:spPr>
          <a:xfrm>
            <a:off x="6670168" y="4019368"/>
            <a:ext cx="1440160" cy="141158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0ADA3F6F-F3CA-A67B-32A5-0A1EE5057E25}"/>
              </a:ext>
            </a:extLst>
          </p:cNvPr>
          <p:cNvCxnSpPr>
            <a:cxnSpLocks/>
            <a:stCxn id="12" idx="2"/>
          </p:cNvCxnSpPr>
          <p:nvPr/>
        </p:nvCxnSpPr>
        <p:spPr>
          <a:xfrm>
            <a:off x="6670168" y="4725161"/>
            <a:ext cx="72008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34B66BB-F3C3-22AD-4BDF-E13808FAA481}"/>
              </a:ext>
            </a:extLst>
          </p:cNvPr>
          <p:cNvCxnSpPr>
            <a:cxnSpLocks/>
            <a:stCxn id="12" idx="2"/>
            <a:endCxn id="12" idx="7"/>
          </p:cNvCxnSpPr>
          <p:nvPr/>
        </p:nvCxnSpPr>
        <p:spPr>
          <a:xfrm flipV="1">
            <a:off x="6670168" y="4226090"/>
            <a:ext cx="1229253" cy="499071"/>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29ED759-B850-7CBF-6648-4E38EC3D435C}"/>
              </a:ext>
            </a:extLst>
          </p:cNvPr>
          <p:cNvCxnSpPr>
            <a:cxnSpLocks/>
            <a:stCxn id="12" idx="2"/>
            <a:endCxn id="12" idx="5"/>
          </p:cNvCxnSpPr>
          <p:nvPr/>
        </p:nvCxnSpPr>
        <p:spPr>
          <a:xfrm>
            <a:off x="6670168" y="4725161"/>
            <a:ext cx="1229253" cy="499071"/>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557EB44-9173-E2E2-33EA-56930E8E9C19}"/>
              </a:ext>
            </a:extLst>
          </p:cNvPr>
          <p:cNvCxnSpPr>
            <a:cxnSpLocks/>
            <a:endCxn id="12" idx="7"/>
          </p:cNvCxnSpPr>
          <p:nvPr/>
        </p:nvCxnSpPr>
        <p:spPr>
          <a:xfrm flipV="1">
            <a:off x="7390248" y="4226090"/>
            <a:ext cx="509173" cy="499072"/>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46014ED-EBF1-65E0-9F95-18F3E4A85925}"/>
              </a:ext>
            </a:extLst>
          </p:cNvPr>
          <p:cNvCxnSpPr>
            <a:cxnSpLocks/>
            <a:stCxn id="12" idx="5"/>
          </p:cNvCxnSpPr>
          <p:nvPr/>
        </p:nvCxnSpPr>
        <p:spPr>
          <a:xfrm flipH="1" flipV="1">
            <a:off x="7390249" y="4725160"/>
            <a:ext cx="509172" cy="499072"/>
          </a:xfrm>
          <a:prstGeom prst="line">
            <a:avLst/>
          </a:prstGeom>
        </p:spPr>
        <p:style>
          <a:lnRef idx="1">
            <a:schemeClr val="dk1"/>
          </a:lnRef>
          <a:fillRef idx="0">
            <a:schemeClr val="dk1"/>
          </a:fillRef>
          <a:effectRef idx="0">
            <a:schemeClr val="dk1"/>
          </a:effectRef>
          <a:fontRef idx="minor">
            <a:schemeClr val="tx1"/>
          </a:fontRef>
        </p:style>
      </p:cxnSp>
      <p:sp>
        <p:nvSpPr>
          <p:cNvPr id="18" name="Freeform: Shape 29">
            <a:extLst>
              <a:ext uri="{FF2B5EF4-FFF2-40B4-BE49-F238E27FC236}">
                <a16:creationId xmlns:a16="http://schemas.microsoft.com/office/drawing/2014/main" id="{F25A4756-C12A-60D2-C1C5-51E1A1F198DB}"/>
              </a:ext>
            </a:extLst>
          </p:cNvPr>
          <p:cNvSpPr/>
          <p:nvPr/>
        </p:nvSpPr>
        <p:spPr>
          <a:xfrm>
            <a:off x="6894328" y="4624472"/>
            <a:ext cx="52388" cy="100012"/>
          </a:xfrm>
          <a:custGeom>
            <a:avLst/>
            <a:gdLst>
              <a:gd name="connsiteX0" fmla="*/ 0 w 52388"/>
              <a:gd name="connsiteY0" fmla="*/ 0 h 100012"/>
              <a:gd name="connsiteX1" fmla="*/ 38100 w 52388"/>
              <a:gd name="connsiteY1" fmla="*/ 61912 h 100012"/>
              <a:gd name="connsiteX2" fmla="*/ 52388 w 52388"/>
              <a:gd name="connsiteY2" fmla="*/ 100012 h 100012"/>
            </a:gdLst>
            <a:ahLst/>
            <a:cxnLst>
              <a:cxn ang="0">
                <a:pos x="connsiteX0" y="connsiteY0"/>
              </a:cxn>
              <a:cxn ang="0">
                <a:pos x="connsiteX1" y="connsiteY1"/>
              </a:cxn>
              <a:cxn ang="0">
                <a:pos x="connsiteX2" y="connsiteY2"/>
              </a:cxn>
            </a:cxnLst>
            <a:rect l="l" t="t" r="r" b="b"/>
            <a:pathLst>
              <a:path w="52388" h="100012">
                <a:moveTo>
                  <a:pt x="0" y="0"/>
                </a:moveTo>
                <a:cubicBezTo>
                  <a:pt x="14684" y="22621"/>
                  <a:pt x="29369" y="45243"/>
                  <a:pt x="38100" y="61912"/>
                </a:cubicBezTo>
                <a:cubicBezTo>
                  <a:pt x="46831" y="78581"/>
                  <a:pt x="49609" y="89296"/>
                  <a:pt x="52388" y="100012"/>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9" name="Freeform: Shape 30">
            <a:extLst>
              <a:ext uri="{FF2B5EF4-FFF2-40B4-BE49-F238E27FC236}">
                <a16:creationId xmlns:a16="http://schemas.microsoft.com/office/drawing/2014/main" id="{4E57098C-76B7-E715-10CC-5664BBF01ECD}"/>
              </a:ext>
            </a:extLst>
          </p:cNvPr>
          <p:cNvSpPr/>
          <p:nvPr/>
        </p:nvSpPr>
        <p:spPr>
          <a:xfrm>
            <a:off x="6894328" y="4724484"/>
            <a:ext cx="14288" cy="90488"/>
          </a:xfrm>
          <a:custGeom>
            <a:avLst/>
            <a:gdLst>
              <a:gd name="connsiteX0" fmla="*/ 14288 w 14288"/>
              <a:gd name="connsiteY0" fmla="*/ 0 h 90488"/>
              <a:gd name="connsiteX1" fmla="*/ 0 w 14288"/>
              <a:gd name="connsiteY1" fmla="*/ 90488 h 90488"/>
            </a:gdLst>
            <a:ahLst/>
            <a:cxnLst>
              <a:cxn ang="0">
                <a:pos x="connsiteX0" y="connsiteY0"/>
              </a:cxn>
              <a:cxn ang="0">
                <a:pos x="connsiteX1" y="connsiteY1"/>
              </a:cxn>
            </a:cxnLst>
            <a:rect l="l" t="t" r="r" b="b"/>
            <a:pathLst>
              <a:path w="14288" h="90488">
                <a:moveTo>
                  <a:pt x="14288" y="0"/>
                </a:moveTo>
                <a:lnTo>
                  <a:pt x="0" y="90488"/>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C4C0795-B41A-D0DB-AFFA-2BF57D178A54}"/>
                  </a:ext>
                </a:extLst>
              </p:cNvPr>
              <p:cNvSpPr txBox="1"/>
              <p:nvPr/>
            </p:nvSpPr>
            <p:spPr>
              <a:xfrm>
                <a:off x="6880413" y="4478421"/>
                <a:ext cx="140468" cy="265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600" b="0" i="1" smtClean="0">
                              <a:latin typeface="Cambria Math" panose="02040503050406030204" pitchFamily="18" charset="0"/>
                            </a:rPr>
                          </m:ctrlPr>
                        </m:fPr>
                        <m:num>
                          <m:r>
                            <a:rPr lang="en-GB" sz="600" b="0" i="1" smtClean="0">
                              <a:latin typeface="Cambria Math" panose="02040503050406030204" pitchFamily="18" charset="0"/>
                            </a:rPr>
                            <m:t>𝜃</m:t>
                          </m:r>
                        </m:num>
                        <m:den>
                          <m:r>
                            <a:rPr lang="en-GB" sz="600" b="0" i="1" smtClean="0">
                              <a:latin typeface="Cambria Math" panose="02040503050406030204" pitchFamily="18" charset="0"/>
                            </a:rPr>
                            <m:t>2</m:t>
                          </m:r>
                        </m:den>
                      </m:f>
                    </m:oMath>
                  </m:oMathPara>
                </a14:m>
                <a:endParaRPr lang="en-GB" dirty="0"/>
              </a:p>
            </p:txBody>
          </p:sp>
        </mc:Choice>
        <mc:Fallback xmlns="">
          <p:sp>
            <p:nvSpPr>
              <p:cNvPr id="20" name="TextBox 19">
                <a:extLst>
                  <a:ext uri="{FF2B5EF4-FFF2-40B4-BE49-F238E27FC236}">
                    <a16:creationId xmlns:a16="http://schemas.microsoft.com/office/drawing/2014/main" id="{7C4C0795-B41A-D0DB-AFFA-2BF57D178A54}"/>
                  </a:ext>
                </a:extLst>
              </p:cNvPr>
              <p:cNvSpPr txBox="1">
                <a:spLocks noRot="1" noChangeAspect="1" noMove="1" noResize="1" noEditPoints="1" noAdjustHandles="1" noChangeArrowheads="1" noChangeShapeType="1" noTextEdit="1"/>
              </p:cNvSpPr>
              <p:nvPr/>
            </p:nvSpPr>
            <p:spPr>
              <a:xfrm>
                <a:off x="6880413" y="4478421"/>
                <a:ext cx="140468" cy="26597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37C3464-41B2-ED2F-0B85-F75867DCEF04}"/>
                  </a:ext>
                </a:extLst>
              </p:cNvPr>
              <p:cNvSpPr txBox="1"/>
              <p:nvPr/>
            </p:nvSpPr>
            <p:spPr>
              <a:xfrm>
                <a:off x="6878676" y="4674478"/>
                <a:ext cx="140468" cy="265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600" b="0" i="1" smtClean="0">
                              <a:latin typeface="Cambria Math" panose="02040503050406030204" pitchFamily="18" charset="0"/>
                            </a:rPr>
                          </m:ctrlPr>
                        </m:fPr>
                        <m:num>
                          <m:r>
                            <a:rPr lang="en-GB" sz="600" b="0" i="1" smtClean="0">
                              <a:latin typeface="Cambria Math" panose="02040503050406030204" pitchFamily="18" charset="0"/>
                            </a:rPr>
                            <m:t>𝜃</m:t>
                          </m:r>
                        </m:num>
                        <m:den>
                          <m:r>
                            <a:rPr lang="en-GB" sz="600" b="0" i="1" smtClean="0">
                              <a:latin typeface="Cambria Math" panose="02040503050406030204" pitchFamily="18" charset="0"/>
                            </a:rPr>
                            <m:t>2</m:t>
                          </m:r>
                        </m:den>
                      </m:f>
                    </m:oMath>
                  </m:oMathPara>
                </a14:m>
                <a:endParaRPr lang="en-GB" dirty="0"/>
              </a:p>
            </p:txBody>
          </p:sp>
        </mc:Choice>
        <mc:Fallback xmlns="">
          <p:sp>
            <p:nvSpPr>
              <p:cNvPr id="21" name="TextBox 20">
                <a:extLst>
                  <a:ext uri="{FF2B5EF4-FFF2-40B4-BE49-F238E27FC236}">
                    <a16:creationId xmlns:a16="http://schemas.microsoft.com/office/drawing/2014/main" id="{E37C3464-41B2-ED2F-0B85-F75867DCEF04}"/>
                  </a:ext>
                </a:extLst>
              </p:cNvPr>
              <p:cNvSpPr txBox="1">
                <a:spLocks noRot="1" noChangeAspect="1" noMove="1" noResize="1" noEditPoints="1" noAdjustHandles="1" noChangeArrowheads="1" noChangeShapeType="1" noTextEdit="1"/>
              </p:cNvSpPr>
              <p:nvPr/>
            </p:nvSpPr>
            <p:spPr>
              <a:xfrm>
                <a:off x="6878676" y="4674478"/>
                <a:ext cx="140468" cy="265970"/>
              </a:xfrm>
              <a:prstGeom prst="rect">
                <a:avLst/>
              </a:prstGeom>
              <a:blipFill>
                <a:blip r:embed="rId6"/>
                <a:stretch>
                  <a:fillRect r="-43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F5BD7D2-E4B6-AF32-F94A-38DC401B4B9F}"/>
                  </a:ext>
                </a:extLst>
              </p:cNvPr>
              <p:cNvSpPr txBox="1"/>
              <p:nvPr/>
            </p:nvSpPr>
            <p:spPr>
              <a:xfrm>
                <a:off x="7074566" y="4512910"/>
                <a:ext cx="450794" cy="1846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600" b="0" i="1" smtClean="0">
                          <a:latin typeface="Cambria Math" panose="02040503050406030204" pitchFamily="18" charset="0"/>
                        </a:rPr>
                        <m:t>𝜋</m:t>
                      </m:r>
                      <m:r>
                        <a:rPr lang="en-GB" sz="600" b="0" i="1" smtClean="0">
                          <a:latin typeface="Cambria Math" panose="02040503050406030204" pitchFamily="18" charset="0"/>
                        </a:rPr>
                        <m:t>−</m:t>
                      </m:r>
                      <m:r>
                        <a:rPr lang="en-GB" sz="600" b="0" i="1" smtClean="0">
                          <a:latin typeface="Cambria Math" panose="02040503050406030204" pitchFamily="18" charset="0"/>
                        </a:rPr>
                        <m:t>𝜃</m:t>
                      </m:r>
                    </m:oMath>
                  </m:oMathPara>
                </a14:m>
                <a:endParaRPr lang="en-GB" dirty="0"/>
              </a:p>
            </p:txBody>
          </p:sp>
        </mc:Choice>
        <mc:Fallback xmlns="">
          <p:sp>
            <p:nvSpPr>
              <p:cNvPr id="22" name="TextBox 21">
                <a:extLst>
                  <a:ext uri="{FF2B5EF4-FFF2-40B4-BE49-F238E27FC236}">
                    <a16:creationId xmlns:a16="http://schemas.microsoft.com/office/drawing/2014/main" id="{CF5BD7D2-E4B6-AF32-F94A-38DC401B4B9F}"/>
                  </a:ext>
                </a:extLst>
              </p:cNvPr>
              <p:cNvSpPr txBox="1">
                <a:spLocks noRot="1" noChangeAspect="1" noMove="1" noResize="1" noEditPoints="1" noAdjustHandles="1" noChangeArrowheads="1" noChangeShapeType="1" noTextEdit="1"/>
              </p:cNvSpPr>
              <p:nvPr/>
            </p:nvSpPr>
            <p:spPr>
              <a:xfrm>
                <a:off x="7074566" y="4512910"/>
                <a:ext cx="450794" cy="184666"/>
              </a:xfrm>
              <a:prstGeom prst="rect">
                <a:avLst/>
              </a:prstGeom>
              <a:blipFill>
                <a:blip r:embed="rId7"/>
                <a:stretch>
                  <a:fillRect/>
                </a:stretch>
              </a:blipFill>
            </p:spPr>
            <p:txBody>
              <a:bodyPr/>
              <a:lstStyle/>
              <a:p>
                <a:r>
                  <a:rPr lang="en-GB">
                    <a:noFill/>
                  </a:rPr>
                  <a:t> </a:t>
                </a:r>
              </a:p>
            </p:txBody>
          </p:sp>
        </mc:Fallback>
      </mc:AlternateContent>
      <p:sp>
        <p:nvSpPr>
          <p:cNvPr id="23" name="Freeform: Shape 34">
            <a:extLst>
              <a:ext uri="{FF2B5EF4-FFF2-40B4-BE49-F238E27FC236}">
                <a16:creationId xmlns:a16="http://schemas.microsoft.com/office/drawing/2014/main" id="{1413D572-64DB-8BCB-567F-925C731D8835}"/>
              </a:ext>
            </a:extLst>
          </p:cNvPr>
          <p:cNvSpPr/>
          <p:nvPr/>
        </p:nvSpPr>
        <p:spPr>
          <a:xfrm>
            <a:off x="7251516" y="4622090"/>
            <a:ext cx="240506" cy="100013"/>
          </a:xfrm>
          <a:custGeom>
            <a:avLst/>
            <a:gdLst>
              <a:gd name="connsiteX0" fmla="*/ 0 w 240506"/>
              <a:gd name="connsiteY0" fmla="*/ 100013 h 100013"/>
              <a:gd name="connsiteX1" fmla="*/ 116681 w 240506"/>
              <a:gd name="connsiteY1" fmla="*/ 28575 h 100013"/>
              <a:gd name="connsiteX2" fmla="*/ 240506 w 240506"/>
              <a:gd name="connsiteY2" fmla="*/ 0 h 100013"/>
            </a:gdLst>
            <a:ahLst/>
            <a:cxnLst>
              <a:cxn ang="0">
                <a:pos x="connsiteX0" y="connsiteY0"/>
              </a:cxn>
              <a:cxn ang="0">
                <a:pos x="connsiteX1" y="connsiteY1"/>
              </a:cxn>
              <a:cxn ang="0">
                <a:pos x="connsiteX2" y="connsiteY2"/>
              </a:cxn>
            </a:cxnLst>
            <a:rect l="l" t="t" r="r" b="b"/>
            <a:pathLst>
              <a:path w="240506" h="100013">
                <a:moveTo>
                  <a:pt x="0" y="100013"/>
                </a:moveTo>
                <a:cubicBezTo>
                  <a:pt x="38298" y="72628"/>
                  <a:pt x="76597" y="45244"/>
                  <a:pt x="116681" y="28575"/>
                </a:cubicBezTo>
                <a:cubicBezTo>
                  <a:pt x="156765" y="11906"/>
                  <a:pt x="198635" y="5953"/>
                  <a:pt x="240506" y="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4" name="Freeform: Shape 35">
            <a:extLst>
              <a:ext uri="{FF2B5EF4-FFF2-40B4-BE49-F238E27FC236}">
                <a16:creationId xmlns:a16="http://schemas.microsoft.com/office/drawing/2014/main" id="{50B60546-EBA5-7B87-73F7-F2D2468DC45D}"/>
              </a:ext>
            </a:extLst>
          </p:cNvPr>
          <p:cNvSpPr/>
          <p:nvPr/>
        </p:nvSpPr>
        <p:spPr>
          <a:xfrm>
            <a:off x="7459478" y="4651459"/>
            <a:ext cx="44897" cy="158750"/>
          </a:xfrm>
          <a:custGeom>
            <a:avLst/>
            <a:gdLst>
              <a:gd name="connsiteX0" fmla="*/ 0 w 44897"/>
              <a:gd name="connsiteY0" fmla="*/ 0 h 158750"/>
              <a:gd name="connsiteX1" fmla="*/ 44450 w 44897"/>
              <a:gd name="connsiteY1" fmla="*/ 88900 h 158750"/>
              <a:gd name="connsiteX2" fmla="*/ 19050 w 44897"/>
              <a:gd name="connsiteY2" fmla="*/ 158750 h 158750"/>
            </a:gdLst>
            <a:ahLst/>
            <a:cxnLst>
              <a:cxn ang="0">
                <a:pos x="connsiteX0" y="connsiteY0"/>
              </a:cxn>
              <a:cxn ang="0">
                <a:pos x="connsiteX1" y="connsiteY1"/>
              </a:cxn>
              <a:cxn ang="0">
                <a:pos x="connsiteX2" y="connsiteY2"/>
              </a:cxn>
            </a:cxnLst>
            <a:rect l="l" t="t" r="r" b="b"/>
            <a:pathLst>
              <a:path w="44897" h="158750">
                <a:moveTo>
                  <a:pt x="0" y="0"/>
                </a:moveTo>
                <a:cubicBezTo>
                  <a:pt x="20637" y="31221"/>
                  <a:pt x="41275" y="62442"/>
                  <a:pt x="44450" y="88900"/>
                </a:cubicBezTo>
                <a:cubicBezTo>
                  <a:pt x="47625" y="115358"/>
                  <a:pt x="33337" y="137054"/>
                  <a:pt x="19050" y="15875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F2EEFD-7AC1-490B-7C35-4EAC79AE4E8E}"/>
                  </a:ext>
                </a:extLst>
              </p:cNvPr>
              <p:cNvSpPr txBox="1"/>
              <p:nvPr/>
            </p:nvSpPr>
            <p:spPr>
              <a:xfrm>
                <a:off x="7373660" y="4618599"/>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2</m:t>
                      </m:r>
                      <m:r>
                        <a:rPr lang="en-GB" sz="800" b="0" i="1" smtClean="0">
                          <a:latin typeface="Cambria Math" panose="02040503050406030204" pitchFamily="18" charset="0"/>
                        </a:rPr>
                        <m:t>𝜃</m:t>
                      </m:r>
                    </m:oMath>
                  </m:oMathPara>
                </a14:m>
                <a:endParaRPr lang="en-GB" dirty="0"/>
              </a:p>
            </p:txBody>
          </p:sp>
        </mc:Choice>
        <mc:Fallback xmlns="">
          <p:sp>
            <p:nvSpPr>
              <p:cNvPr id="25" name="TextBox 24">
                <a:extLst>
                  <a:ext uri="{FF2B5EF4-FFF2-40B4-BE49-F238E27FC236}">
                    <a16:creationId xmlns:a16="http://schemas.microsoft.com/office/drawing/2014/main" id="{A4F2EEFD-7AC1-490B-7C35-4EAC79AE4E8E}"/>
                  </a:ext>
                </a:extLst>
              </p:cNvPr>
              <p:cNvSpPr txBox="1">
                <a:spLocks noRot="1" noChangeAspect="1" noMove="1" noResize="1" noEditPoints="1" noAdjustHandles="1" noChangeArrowheads="1" noChangeShapeType="1" noTextEdit="1"/>
              </p:cNvSpPr>
              <p:nvPr/>
            </p:nvSpPr>
            <p:spPr>
              <a:xfrm>
                <a:off x="7373660" y="4618599"/>
                <a:ext cx="450794" cy="21544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D13BFDB-997C-1D13-428F-B240E8CCD980}"/>
                  </a:ext>
                </a:extLst>
              </p:cNvPr>
              <p:cNvSpPr txBox="1"/>
              <p:nvPr/>
            </p:nvSpPr>
            <p:spPr>
              <a:xfrm>
                <a:off x="7503928" y="4379110"/>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1</m:t>
                      </m:r>
                    </m:oMath>
                  </m:oMathPara>
                </a14:m>
                <a:endParaRPr lang="en-GB" dirty="0"/>
              </a:p>
            </p:txBody>
          </p:sp>
        </mc:Choice>
        <mc:Fallback xmlns="">
          <p:sp>
            <p:nvSpPr>
              <p:cNvPr id="26" name="TextBox 25">
                <a:extLst>
                  <a:ext uri="{FF2B5EF4-FFF2-40B4-BE49-F238E27FC236}">
                    <a16:creationId xmlns:a16="http://schemas.microsoft.com/office/drawing/2014/main" id="{AD13BFDB-997C-1D13-428F-B240E8CCD980}"/>
                  </a:ext>
                </a:extLst>
              </p:cNvPr>
              <p:cNvSpPr txBox="1">
                <a:spLocks noRot="1" noChangeAspect="1" noMove="1" noResize="1" noEditPoints="1" noAdjustHandles="1" noChangeArrowheads="1" noChangeShapeType="1" noTextEdit="1"/>
              </p:cNvSpPr>
              <p:nvPr/>
            </p:nvSpPr>
            <p:spPr>
              <a:xfrm>
                <a:off x="7503928" y="4379110"/>
                <a:ext cx="450794" cy="21544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8876E97-83C0-38EB-725E-0BC292036D4D}"/>
                  </a:ext>
                </a:extLst>
              </p:cNvPr>
              <p:cNvSpPr txBox="1"/>
              <p:nvPr/>
            </p:nvSpPr>
            <p:spPr>
              <a:xfrm>
                <a:off x="7486111" y="4831703"/>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1</m:t>
                      </m:r>
                    </m:oMath>
                  </m:oMathPara>
                </a14:m>
                <a:endParaRPr lang="en-GB" dirty="0"/>
              </a:p>
            </p:txBody>
          </p:sp>
        </mc:Choice>
        <mc:Fallback xmlns="">
          <p:sp>
            <p:nvSpPr>
              <p:cNvPr id="27" name="TextBox 26">
                <a:extLst>
                  <a:ext uri="{FF2B5EF4-FFF2-40B4-BE49-F238E27FC236}">
                    <a16:creationId xmlns:a16="http://schemas.microsoft.com/office/drawing/2014/main" id="{98876E97-83C0-38EB-725E-0BC292036D4D}"/>
                  </a:ext>
                </a:extLst>
              </p:cNvPr>
              <p:cNvSpPr txBox="1">
                <a:spLocks noRot="1" noChangeAspect="1" noMove="1" noResize="1" noEditPoints="1" noAdjustHandles="1" noChangeArrowheads="1" noChangeShapeType="1" noTextEdit="1"/>
              </p:cNvSpPr>
              <p:nvPr/>
            </p:nvSpPr>
            <p:spPr>
              <a:xfrm>
                <a:off x="7486111" y="4831703"/>
                <a:ext cx="450794" cy="21544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7722750-15DB-32C9-BB7B-9E1D36BD5AFC}"/>
                  </a:ext>
                </a:extLst>
              </p:cNvPr>
              <p:cNvSpPr txBox="1"/>
              <p:nvPr/>
            </p:nvSpPr>
            <p:spPr>
              <a:xfrm>
                <a:off x="6933638" y="4670710"/>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1</m:t>
                      </m:r>
                    </m:oMath>
                  </m:oMathPara>
                </a14:m>
                <a:endParaRPr lang="en-GB" dirty="0"/>
              </a:p>
            </p:txBody>
          </p:sp>
        </mc:Choice>
        <mc:Fallback xmlns="">
          <p:sp>
            <p:nvSpPr>
              <p:cNvPr id="28" name="TextBox 27">
                <a:extLst>
                  <a:ext uri="{FF2B5EF4-FFF2-40B4-BE49-F238E27FC236}">
                    <a16:creationId xmlns:a16="http://schemas.microsoft.com/office/drawing/2014/main" id="{97722750-15DB-32C9-BB7B-9E1D36BD5AFC}"/>
                  </a:ext>
                </a:extLst>
              </p:cNvPr>
              <p:cNvSpPr txBox="1">
                <a:spLocks noRot="1" noChangeAspect="1" noMove="1" noResize="1" noEditPoints="1" noAdjustHandles="1" noChangeArrowheads="1" noChangeShapeType="1" noTextEdit="1"/>
              </p:cNvSpPr>
              <p:nvPr/>
            </p:nvSpPr>
            <p:spPr>
              <a:xfrm>
                <a:off x="6933638" y="4670710"/>
                <a:ext cx="450794" cy="21544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EBC282F-8F1A-AD09-1359-5FE7D56A1934}"/>
                  </a:ext>
                </a:extLst>
              </p:cNvPr>
              <p:cNvSpPr txBox="1"/>
              <p:nvPr/>
            </p:nvSpPr>
            <p:spPr>
              <a:xfrm>
                <a:off x="6319137" y="4611491"/>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𝐴</m:t>
                      </m:r>
                    </m:oMath>
                  </m:oMathPara>
                </a14:m>
                <a:endParaRPr lang="en-GB" dirty="0"/>
              </a:p>
            </p:txBody>
          </p:sp>
        </mc:Choice>
        <mc:Fallback xmlns="">
          <p:sp>
            <p:nvSpPr>
              <p:cNvPr id="29" name="TextBox 28">
                <a:extLst>
                  <a:ext uri="{FF2B5EF4-FFF2-40B4-BE49-F238E27FC236}">
                    <a16:creationId xmlns:a16="http://schemas.microsoft.com/office/drawing/2014/main" id="{AEBC282F-8F1A-AD09-1359-5FE7D56A1934}"/>
                  </a:ext>
                </a:extLst>
              </p:cNvPr>
              <p:cNvSpPr txBox="1">
                <a:spLocks noRot="1" noChangeAspect="1" noMove="1" noResize="1" noEditPoints="1" noAdjustHandles="1" noChangeArrowheads="1" noChangeShapeType="1" noTextEdit="1"/>
              </p:cNvSpPr>
              <p:nvPr/>
            </p:nvSpPr>
            <p:spPr>
              <a:xfrm>
                <a:off x="6319137" y="4611491"/>
                <a:ext cx="450794" cy="215444"/>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EE4214C-4599-17D5-305F-C6685956C2CF}"/>
                  </a:ext>
                </a:extLst>
              </p:cNvPr>
              <p:cNvSpPr txBox="1"/>
              <p:nvPr/>
            </p:nvSpPr>
            <p:spPr>
              <a:xfrm>
                <a:off x="7764216" y="4043922"/>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𝐵</m:t>
                      </m:r>
                    </m:oMath>
                  </m:oMathPara>
                </a14:m>
                <a:endParaRPr lang="en-GB" dirty="0"/>
              </a:p>
            </p:txBody>
          </p:sp>
        </mc:Choice>
        <mc:Fallback xmlns="">
          <p:sp>
            <p:nvSpPr>
              <p:cNvPr id="30" name="TextBox 29">
                <a:extLst>
                  <a:ext uri="{FF2B5EF4-FFF2-40B4-BE49-F238E27FC236}">
                    <a16:creationId xmlns:a16="http://schemas.microsoft.com/office/drawing/2014/main" id="{2EE4214C-4599-17D5-305F-C6685956C2CF}"/>
                  </a:ext>
                </a:extLst>
              </p:cNvPr>
              <p:cNvSpPr txBox="1">
                <a:spLocks noRot="1" noChangeAspect="1" noMove="1" noResize="1" noEditPoints="1" noAdjustHandles="1" noChangeArrowheads="1" noChangeShapeType="1" noTextEdit="1"/>
              </p:cNvSpPr>
              <p:nvPr/>
            </p:nvSpPr>
            <p:spPr>
              <a:xfrm>
                <a:off x="7764216" y="4043922"/>
                <a:ext cx="450794" cy="21544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E37C9DE-AE61-75F7-B03C-C8065865E239}"/>
                  </a:ext>
                </a:extLst>
              </p:cNvPr>
              <p:cNvSpPr txBox="1"/>
              <p:nvPr/>
            </p:nvSpPr>
            <p:spPr>
              <a:xfrm>
                <a:off x="7756605" y="5204575"/>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𝐶</m:t>
                      </m:r>
                    </m:oMath>
                  </m:oMathPara>
                </a14:m>
                <a:endParaRPr lang="en-GB" dirty="0"/>
              </a:p>
            </p:txBody>
          </p:sp>
        </mc:Choice>
        <mc:Fallback xmlns="">
          <p:sp>
            <p:nvSpPr>
              <p:cNvPr id="31" name="TextBox 30">
                <a:extLst>
                  <a:ext uri="{FF2B5EF4-FFF2-40B4-BE49-F238E27FC236}">
                    <a16:creationId xmlns:a16="http://schemas.microsoft.com/office/drawing/2014/main" id="{4E37C9DE-AE61-75F7-B03C-C8065865E239}"/>
                  </a:ext>
                </a:extLst>
              </p:cNvPr>
              <p:cNvSpPr txBox="1">
                <a:spLocks noRot="1" noChangeAspect="1" noMove="1" noResize="1" noEditPoints="1" noAdjustHandles="1" noChangeArrowheads="1" noChangeShapeType="1" noTextEdit="1"/>
              </p:cNvSpPr>
              <p:nvPr/>
            </p:nvSpPr>
            <p:spPr>
              <a:xfrm>
                <a:off x="7756605" y="5204575"/>
                <a:ext cx="450794" cy="21544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0581495-1F06-1665-0AAB-4CCDC56A9F0B}"/>
                  </a:ext>
                </a:extLst>
              </p:cNvPr>
              <p:cNvSpPr txBox="1"/>
              <p:nvPr/>
            </p:nvSpPr>
            <p:spPr>
              <a:xfrm>
                <a:off x="7141823" y="4675903"/>
                <a:ext cx="450794" cy="215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800" b="0" i="1" smtClean="0">
                          <a:latin typeface="Cambria Math" panose="02040503050406030204" pitchFamily="18" charset="0"/>
                        </a:rPr>
                        <m:t>𝑂</m:t>
                      </m:r>
                    </m:oMath>
                  </m:oMathPara>
                </a14:m>
                <a:endParaRPr lang="en-GB" dirty="0"/>
              </a:p>
            </p:txBody>
          </p:sp>
        </mc:Choice>
        <mc:Fallback xmlns="">
          <p:sp>
            <p:nvSpPr>
              <p:cNvPr id="32" name="TextBox 31">
                <a:extLst>
                  <a:ext uri="{FF2B5EF4-FFF2-40B4-BE49-F238E27FC236}">
                    <a16:creationId xmlns:a16="http://schemas.microsoft.com/office/drawing/2014/main" id="{10581495-1F06-1665-0AAB-4CCDC56A9F0B}"/>
                  </a:ext>
                </a:extLst>
              </p:cNvPr>
              <p:cNvSpPr txBox="1">
                <a:spLocks noRot="1" noChangeAspect="1" noMove="1" noResize="1" noEditPoints="1" noAdjustHandles="1" noChangeArrowheads="1" noChangeShapeType="1" noTextEdit="1"/>
              </p:cNvSpPr>
              <p:nvPr/>
            </p:nvSpPr>
            <p:spPr>
              <a:xfrm>
                <a:off x="7141823" y="4675903"/>
                <a:ext cx="450794" cy="215444"/>
              </a:xfrm>
              <a:prstGeom prst="rect">
                <a:avLst/>
              </a:prstGeom>
              <a:blipFill>
                <a:blip r:embed="rId14"/>
                <a:stretch>
                  <a:fillRect/>
                </a:stretch>
              </a:blipFill>
            </p:spPr>
            <p:txBody>
              <a:bodyPr/>
              <a:lstStyle/>
              <a:p>
                <a:r>
                  <a:rPr lang="en-GB">
                    <a:noFill/>
                  </a:rPr>
                  <a:t> </a:t>
                </a:r>
              </a:p>
            </p:txBody>
          </p:sp>
        </mc:Fallback>
      </mc:AlternateContent>
      <p:sp>
        <p:nvSpPr>
          <p:cNvPr id="33" name="Rectangle 32">
            <a:extLst>
              <a:ext uri="{FF2B5EF4-FFF2-40B4-BE49-F238E27FC236}">
                <a16:creationId xmlns:a16="http://schemas.microsoft.com/office/drawing/2014/main" id="{BD1F46EF-C933-050A-1DC2-2736F5394C23}"/>
              </a:ext>
            </a:extLst>
          </p:cNvPr>
          <p:cNvSpPr/>
          <p:nvPr/>
        </p:nvSpPr>
        <p:spPr>
          <a:xfrm>
            <a:off x="2709164" y="3830796"/>
            <a:ext cx="5823276" cy="262254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25866077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3"/>
                                        </p:tgtEl>
                                      </p:cBhvr>
                                    </p:animEffect>
                                    <p:set>
                                      <p:cBhvr>
                                        <p:cTn id="7"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DD1BF903-D156-4BFB-C42D-0F1B67FFB06F}"/>
              </a:ext>
            </a:extLst>
          </p:cNvPr>
          <p:cNvPicPr>
            <a:picLocks noChangeAspect="1"/>
          </p:cNvPicPr>
          <p:nvPr/>
        </p:nvPicPr>
        <p:blipFill>
          <a:blip r:embed="rId2"/>
          <a:stretch>
            <a:fillRect/>
          </a:stretch>
        </p:blipFill>
        <p:spPr>
          <a:xfrm>
            <a:off x="1835696" y="690480"/>
            <a:ext cx="6087882" cy="6167520"/>
          </a:xfrm>
          <a:prstGeom prst="rect">
            <a:avLst/>
          </a:prstGeom>
        </p:spPr>
      </p:pic>
    </p:spTree>
    <p:extLst>
      <p:ext uri="{BB962C8B-B14F-4D97-AF65-F5344CB8AC3E}">
        <p14:creationId xmlns:p14="http://schemas.microsoft.com/office/powerpoint/2010/main" val="173887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3EE344F4-C429-4402-B37D-F9F2E1ED6E0F}"/>
              </a:ext>
            </a:extLst>
          </p:cNvPr>
          <p:cNvPicPr>
            <a:picLocks noChangeAspect="1"/>
          </p:cNvPicPr>
          <p:nvPr/>
        </p:nvPicPr>
        <p:blipFill>
          <a:blip r:embed="rId2"/>
          <a:stretch>
            <a:fillRect/>
          </a:stretch>
        </p:blipFill>
        <p:spPr>
          <a:xfrm>
            <a:off x="1547664" y="620688"/>
            <a:ext cx="6399659" cy="6194721"/>
          </a:xfrm>
          <a:prstGeom prst="rect">
            <a:avLst/>
          </a:prstGeom>
        </p:spPr>
      </p:pic>
    </p:spTree>
    <p:extLst>
      <p:ext uri="{BB962C8B-B14F-4D97-AF65-F5344CB8AC3E}">
        <p14:creationId xmlns:p14="http://schemas.microsoft.com/office/powerpoint/2010/main" val="390292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AD545C49-F9F0-EC05-4648-A07D0CA7D02F}"/>
              </a:ext>
            </a:extLst>
          </p:cNvPr>
          <p:cNvPicPr>
            <a:picLocks noChangeAspect="1"/>
          </p:cNvPicPr>
          <p:nvPr/>
        </p:nvPicPr>
        <p:blipFill>
          <a:blip r:embed="rId2"/>
          <a:stretch>
            <a:fillRect/>
          </a:stretch>
        </p:blipFill>
        <p:spPr>
          <a:xfrm>
            <a:off x="1190053" y="942975"/>
            <a:ext cx="6762750" cy="4972050"/>
          </a:xfrm>
          <a:prstGeom prst="rect">
            <a:avLst/>
          </a:prstGeom>
        </p:spPr>
      </p:pic>
    </p:spTree>
    <p:extLst>
      <p:ext uri="{BB962C8B-B14F-4D97-AF65-F5344CB8AC3E}">
        <p14:creationId xmlns:p14="http://schemas.microsoft.com/office/powerpoint/2010/main" val="163154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18FA-1696-3A3C-312A-61ECB394DC3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4A3B902-C2E0-0CCF-F8BB-B5417CC06E68}"/>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D368DAEA-53E6-54E8-AAAF-9405FADD5028}"/>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40FF9A03-6BAF-B3D0-530A-90D0AC6FB97D}"/>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8EE62F57-E608-9464-9D77-5694AF3139FB}"/>
              </a:ext>
            </a:extLst>
          </p:cNvPr>
          <p:cNvPicPr>
            <a:picLocks noChangeAspect="1"/>
          </p:cNvPicPr>
          <p:nvPr/>
        </p:nvPicPr>
        <p:blipFill>
          <a:blip r:embed="rId2"/>
          <a:stretch>
            <a:fillRect/>
          </a:stretch>
        </p:blipFill>
        <p:spPr>
          <a:xfrm>
            <a:off x="1137665" y="1052736"/>
            <a:ext cx="6867525" cy="4267200"/>
          </a:xfrm>
          <a:prstGeom prst="rect">
            <a:avLst/>
          </a:prstGeom>
        </p:spPr>
      </p:pic>
    </p:spTree>
    <p:extLst>
      <p:ext uri="{BB962C8B-B14F-4D97-AF65-F5344CB8AC3E}">
        <p14:creationId xmlns:p14="http://schemas.microsoft.com/office/powerpoint/2010/main" val="1690608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0F088-74BE-8C36-A08A-D6A4D553B59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7EA2F1A-CCA7-CE81-C335-1BEB5D5E96D6}"/>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4B041C61-9244-BEBD-9EEB-CE38D5212ABE}"/>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7247D2B6-6A28-80E4-48A9-45E6563835DA}"/>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7" name="Picture 6">
            <a:extLst>
              <a:ext uri="{FF2B5EF4-FFF2-40B4-BE49-F238E27FC236}">
                <a16:creationId xmlns:a16="http://schemas.microsoft.com/office/drawing/2014/main" id="{7D72549C-E2D4-FF99-8750-68A6C4A92871}"/>
              </a:ext>
            </a:extLst>
          </p:cNvPr>
          <p:cNvPicPr>
            <a:picLocks noChangeAspect="1"/>
          </p:cNvPicPr>
          <p:nvPr/>
        </p:nvPicPr>
        <p:blipFill>
          <a:blip r:embed="rId2"/>
          <a:stretch>
            <a:fillRect/>
          </a:stretch>
        </p:blipFill>
        <p:spPr>
          <a:xfrm>
            <a:off x="1180528" y="980728"/>
            <a:ext cx="6781800" cy="3638550"/>
          </a:xfrm>
          <a:prstGeom prst="rect">
            <a:avLst/>
          </a:prstGeom>
        </p:spPr>
      </p:pic>
    </p:spTree>
    <p:extLst>
      <p:ext uri="{BB962C8B-B14F-4D97-AF65-F5344CB8AC3E}">
        <p14:creationId xmlns:p14="http://schemas.microsoft.com/office/powerpoint/2010/main" val="3965600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a:t>
              </a:r>
              <a:r>
                <a:rPr lang="en-GB" sz="3200" dirty="0">
                  <a:latin typeface="+mj-lt"/>
                </a:rPr>
                <a:t> Answers</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5CBBBE42-F65A-9194-ECE9-D3D2F82EDF11}"/>
              </a:ext>
            </a:extLst>
          </p:cNvPr>
          <p:cNvPicPr>
            <a:picLocks noChangeAspect="1"/>
          </p:cNvPicPr>
          <p:nvPr/>
        </p:nvPicPr>
        <p:blipFill>
          <a:blip r:embed="rId2"/>
          <a:stretch>
            <a:fillRect/>
          </a:stretch>
        </p:blipFill>
        <p:spPr>
          <a:xfrm>
            <a:off x="389953" y="836712"/>
            <a:ext cx="8362950" cy="5667375"/>
          </a:xfrm>
          <a:prstGeom prst="rect">
            <a:avLst/>
          </a:prstGeom>
        </p:spPr>
      </p:pic>
    </p:spTree>
    <p:extLst>
      <p:ext uri="{BB962C8B-B14F-4D97-AF65-F5344CB8AC3E}">
        <p14:creationId xmlns:p14="http://schemas.microsoft.com/office/powerpoint/2010/main" val="464788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a1ecaf-a1aa-4fc9-8c75-2805352e1f65">
      <Terms xmlns="http://schemas.microsoft.com/office/infopath/2007/PartnerControls"/>
    </lcf76f155ced4ddcb4097134ff3c332f>
    <TaxCatchAll xmlns="f9cd3b9a-9a6c-485a-81b7-4082693b516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2145CED0C8C3544A5BCCC2783BB773D" ma:contentTypeVersion="18" ma:contentTypeDescription="Create a new document." ma:contentTypeScope="" ma:versionID="071d80e8befb16289be70b0ed95d7a13">
  <xsd:schema xmlns:xsd="http://www.w3.org/2001/XMLSchema" xmlns:xs="http://www.w3.org/2001/XMLSchema" xmlns:p="http://schemas.microsoft.com/office/2006/metadata/properties" xmlns:ns2="faa1ecaf-a1aa-4fc9-8c75-2805352e1f65" xmlns:ns3="f9cd3b9a-9a6c-485a-81b7-4082693b5161" targetNamespace="http://schemas.microsoft.com/office/2006/metadata/properties" ma:root="true" ma:fieldsID="bfedc4b824bdcf7bc3afcdacf96d42fb" ns2:_="" ns3:_="">
    <xsd:import namespace="faa1ecaf-a1aa-4fc9-8c75-2805352e1f65"/>
    <xsd:import namespace="f9cd3b9a-9a6c-485a-81b7-4082693b51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MediaServiceObjectDetectorVersions"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a1ecaf-a1aa-4fc9-8c75-2805352e1f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5c9266d-873e-4384-88ad-117b2e21bbbb"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cd3b9a-9a6c-485a-81b7-4082693b516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dd2894-802d-4a2b-8969-adc31d00c97c}" ma:internalName="TaxCatchAll" ma:showField="CatchAllData" ma:web="f9cd3b9a-9a6c-485a-81b7-4082693b51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A8A453-4F69-4ABD-93B0-CC23B8374D5A}">
  <ds:schemaRefs>
    <ds:schemaRef ds:uri="http://schemas.microsoft.com/sharepoint/v3/contenttype/forms"/>
  </ds:schemaRefs>
</ds:datastoreItem>
</file>

<file path=customXml/itemProps2.xml><?xml version="1.0" encoding="utf-8"?>
<ds:datastoreItem xmlns:ds="http://schemas.openxmlformats.org/officeDocument/2006/customXml" ds:itemID="{633B3424-125D-4609-84E5-4A3F753A602C}">
  <ds:schemaRefs>
    <ds:schemaRef ds:uri="http://schemas.microsoft.com/office/2006/metadata/properties"/>
    <ds:schemaRef ds:uri="http://schemas.microsoft.com/office/infopath/2007/PartnerControls"/>
    <ds:schemaRef ds:uri="faa1ecaf-a1aa-4fc9-8c75-2805352e1f65"/>
    <ds:schemaRef ds:uri="f9cd3b9a-9a6c-485a-81b7-4082693b5161"/>
  </ds:schemaRefs>
</ds:datastoreItem>
</file>

<file path=customXml/itemProps3.xml><?xml version="1.0" encoding="utf-8"?>
<ds:datastoreItem xmlns:ds="http://schemas.openxmlformats.org/officeDocument/2006/customXml" ds:itemID="{50663578-A72F-4CF5-86EB-49307922F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a1ecaf-a1aa-4fc9-8c75-2805352e1f65"/>
    <ds:schemaRef ds:uri="f9cd3b9a-9a6c-485a-81b7-4082693b51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22521</TotalTime>
  <Words>645</Words>
  <Application>Microsoft Office PowerPoint</Application>
  <PresentationFormat>On-screen Show (4:3)</PresentationFormat>
  <Paragraphs>121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 Math</vt:lpstr>
      <vt:lpstr>Office Theme</vt:lpstr>
      <vt:lpstr>P2 Chapter 5: Radians  Sectors and Segments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Dieter Beaven</cp:lastModifiedBy>
  <cp:revision>836</cp:revision>
  <dcterms:created xsi:type="dcterms:W3CDTF">2013-02-28T07:36:55Z</dcterms:created>
  <dcterms:modified xsi:type="dcterms:W3CDTF">2024-12-17T17:11:21Z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0x010100E2145CED0C8C3544A5BCCC2783BB773D</vt:lpwstr>
  </property>
</Properties>
</file>