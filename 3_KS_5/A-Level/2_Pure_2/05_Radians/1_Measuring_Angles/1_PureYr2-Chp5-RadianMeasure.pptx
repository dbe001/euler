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17" r:id="rId5"/>
    <p:sldId id="642" r:id="rId6"/>
    <p:sldId id="643" r:id="rId7"/>
    <p:sldId id="644" r:id="rId8"/>
    <p:sldId id="646" r:id="rId9"/>
    <p:sldId id="647" r:id="rId10"/>
    <p:sldId id="648" r:id="rId11"/>
    <p:sldId id="531" r:id="rId12"/>
    <p:sldId id="533" r:id="rId13"/>
    <p:sldId id="718" r:id="rId14"/>
    <p:sldId id="719" r:id="rId15"/>
    <p:sldId id="701" r:id="rId16"/>
    <p:sldId id="72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BAB0F-7536-4D0B-8892-B624F71C1627}" v="19" dt="2024-12-11T17:12:52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F95AE5B9-5693-47CF-84F6-4D36A4565940}"/>
    <pc:docChg chg="undo custSel addSld modSld">
      <pc:chgData name="Dieter Beaven" userId="9bbdb69f-69d0-4759-aa9b-5c090a2da237" providerId="ADAL" clId="{F95AE5B9-5693-47CF-84F6-4D36A4565940}" dt="2024-12-10T16:41:50.722" v="15" actId="6549"/>
      <pc:docMkLst>
        <pc:docMk/>
      </pc:docMkLst>
      <pc:sldChg chg="modSp mod">
        <pc:chgData name="Dieter Beaven" userId="9bbdb69f-69d0-4759-aa9b-5c090a2da237" providerId="ADAL" clId="{F95AE5B9-5693-47CF-84F6-4D36A4565940}" dt="2024-12-10T16:41:50.722" v="15" actId="6549"/>
        <pc:sldMkLst>
          <pc:docMk/>
          <pc:sldMk cId="2586607706" sldId="531"/>
        </pc:sldMkLst>
        <pc:spChg chg="mod">
          <ac:chgData name="Dieter Beaven" userId="9bbdb69f-69d0-4759-aa9b-5c090a2da237" providerId="ADAL" clId="{F95AE5B9-5693-47CF-84F6-4D36A4565940}" dt="2024-12-10T16:41:36.348" v="13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95AE5B9-5693-47CF-84F6-4D36A4565940}" dt="2024-12-10T16:41:50.722" v="1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F95AE5B9-5693-47CF-84F6-4D36A4565940}" dt="2024-12-10T16:19:41.249" v="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F95AE5B9-5693-47CF-84F6-4D36A4565940}" dt="2024-12-10T16:19:23.987" v="1" actId="22"/>
          <ac:picMkLst>
            <pc:docMk/>
            <pc:sldMk cId="173887519" sldId="533"/>
            <ac:picMk id="6" creationId="{5F937C33-3DE4-A43E-A7CE-7BCA07ABFAC0}"/>
          </ac:picMkLst>
        </pc:picChg>
        <pc:picChg chg="add mod">
          <ac:chgData name="Dieter Beaven" userId="9bbdb69f-69d0-4759-aa9b-5c090a2da237" providerId="ADAL" clId="{F95AE5B9-5693-47CF-84F6-4D36A4565940}" dt="2024-12-10T16:19:41.249" v="3" actId="1076"/>
          <ac:picMkLst>
            <pc:docMk/>
            <pc:sldMk cId="173887519" sldId="533"/>
            <ac:picMk id="8" creationId="{7206BBFE-47D2-8A61-6C77-DE22F5E5BA36}"/>
          </ac:picMkLst>
        </pc:picChg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214681041" sldId="582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126887055" sldId="584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1811924599" sldId="585"/>
        </pc:sldMkLst>
      </pc:sldChg>
      <pc:sldChg chg="addSp modSp mod">
        <pc:chgData name="Dieter Beaven" userId="9bbdb69f-69d0-4759-aa9b-5c090a2da237" providerId="ADAL" clId="{F95AE5B9-5693-47CF-84F6-4D36A4565940}" dt="2024-12-10T16:39:45.423" v="10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F95AE5B9-5693-47CF-84F6-4D36A4565940}" dt="2024-12-10T16:39:45.423" v="10" actId="1076"/>
          <ac:picMkLst>
            <pc:docMk/>
            <pc:sldMk cId="464788855" sldId="701"/>
            <ac:picMk id="6" creationId="{A8BA92AD-AA83-5B61-A807-E41D8C12DE1D}"/>
          </ac:picMkLst>
        </pc:picChg>
      </pc:sldChg>
      <pc:sldChg chg="addSp modSp mod">
        <pc:chgData name="Dieter Beaven" userId="9bbdb69f-69d0-4759-aa9b-5c090a2da237" providerId="ADAL" clId="{F95AE5B9-5693-47CF-84F6-4D36A4565940}" dt="2024-12-10T16:20:40.384" v="6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F95AE5B9-5693-47CF-84F6-4D36A4565940}" dt="2024-12-10T16:20:40.384" v="6" actId="1076"/>
          <ac:picMkLst>
            <pc:docMk/>
            <pc:sldMk cId="3902928920" sldId="718"/>
            <ac:picMk id="6" creationId="{0B6F0CD0-F534-CC23-2B25-2C699B43CF1B}"/>
          </ac:picMkLst>
        </pc:pic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EA8BAB0F-7536-4D0B-8892-B624F71C1627}"/>
    <pc:docChg chg="undo custSel addSld delSld modSld">
      <pc:chgData name="Dieter Beaven" userId="9bbdb69f-69d0-4759-aa9b-5c090a2da237" providerId="ADAL" clId="{EA8BAB0F-7536-4D0B-8892-B624F71C1627}" dt="2024-12-11T17:16:25.189" v="98" actId="1076"/>
      <pc:docMkLst>
        <pc:docMk/>
      </pc:docMkLst>
      <pc:sldChg chg="modSp mod">
        <pc:chgData name="Dieter Beaven" userId="9bbdb69f-69d0-4759-aa9b-5c090a2da237" providerId="ADAL" clId="{EA8BAB0F-7536-4D0B-8892-B624F71C1627}" dt="2024-12-11T17:05:42.94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A8BAB0F-7536-4D0B-8892-B624F71C1627}" dt="2024-12-11T17:05:33.801" v="56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5:42.94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">
        <pc:chgData name="Dieter Beaven" userId="9bbdb69f-69d0-4759-aa9b-5c090a2da237" providerId="ADAL" clId="{EA8BAB0F-7536-4D0B-8892-B624F71C1627}" dt="2024-12-11T17:11:11.790" v="81" actId="22"/>
        <pc:sldMkLst>
          <pc:docMk/>
          <pc:sldMk cId="173887519" sldId="533"/>
        </pc:sldMkLst>
        <pc:picChg chg="add">
          <ac:chgData name="Dieter Beaven" userId="9bbdb69f-69d0-4759-aa9b-5c090a2da237" providerId="ADAL" clId="{EA8BAB0F-7536-4D0B-8892-B624F71C1627}" dt="2024-12-11T17:11:11.790" v="81" actId="22"/>
          <ac:picMkLst>
            <pc:docMk/>
            <pc:sldMk cId="173887519" sldId="533"/>
            <ac:picMk id="6" creationId="{19633A17-17A1-7A70-5602-F932599D0C0B}"/>
          </ac:picMkLst>
        </pc:picChg>
        <pc:picChg chg="del">
          <ac:chgData name="Dieter Beaven" userId="9bbdb69f-69d0-4759-aa9b-5c090a2da237" providerId="ADAL" clId="{EA8BAB0F-7536-4D0B-8892-B624F71C1627}" dt="2024-12-11T17:05:46.835" v="61" actId="478"/>
          <ac:picMkLst>
            <pc:docMk/>
            <pc:sldMk cId="173887519" sldId="533"/>
            <ac:picMk id="8" creationId="{7206BBFE-47D2-8A61-6C77-DE22F5E5BA36}"/>
          </ac:picMkLst>
        </pc:picChg>
      </pc:sldChg>
      <pc:sldChg chg="del">
        <pc:chgData name="Dieter Beaven" userId="9bbdb69f-69d0-4759-aa9b-5c090a2da237" providerId="ADAL" clId="{EA8BAB0F-7536-4D0B-8892-B624F71C1627}" dt="2024-12-11T17:05:25.035" v="50" actId="47"/>
        <pc:sldMkLst>
          <pc:docMk/>
          <pc:sldMk cId="2214681041" sldId="582"/>
        </pc:sldMkLst>
      </pc:sldChg>
      <pc:sldChg chg="del">
        <pc:chgData name="Dieter Beaven" userId="9bbdb69f-69d0-4759-aa9b-5c090a2da237" providerId="ADAL" clId="{EA8BAB0F-7536-4D0B-8892-B624F71C1627}" dt="2024-12-11T17:05:25.761" v="51" actId="47"/>
        <pc:sldMkLst>
          <pc:docMk/>
          <pc:sldMk cId="2126887055" sldId="584"/>
        </pc:sldMkLst>
      </pc:sldChg>
      <pc:sldChg chg="del">
        <pc:chgData name="Dieter Beaven" userId="9bbdb69f-69d0-4759-aa9b-5c090a2da237" providerId="ADAL" clId="{EA8BAB0F-7536-4D0B-8892-B624F71C1627}" dt="2024-12-11T17:05:26.221" v="52" actId="47"/>
        <pc:sldMkLst>
          <pc:docMk/>
          <pc:sldMk cId="1811924599" sldId="585"/>
        </pc:sldMkLst>
      </pc:sldChg>
      <pc:sldChg chg="modSp add">
        <pc:chgData name="Dieter Beaven" userId="9bbdb69f-69d0-4759-aa9b-5c090a2da237" providerId="ADAL" clId="{EA8BAB0F-7536-4D0B-8892-B624F71C1627}" dt="2024-12-11T17:07:13.476" v="78" actId="20577"/>
        <pc:sldMkLst>
          <pc:docMk/>
          <pc:sldMk cId="519013552" sldId="642"/>
        </pc:sldMkLst>
        <pc:spChg chg="mod">
          <ac:chgData name="Dieter Beaven" userId="9bbdb69f-69d0-4759-aa9b-5c090a2da237" providerId="ADAL" clId="{EA8BAB0F-7536-4D0B-8892-B624F71C1627}" dt="2024-12-11T17:07:08.909" v="71" actId="20577"/>
          <ac:spMkLst>
            <pc:docMk/>
            <pc:sldMk cId="519013552" sldId="642"/>
            <ac:spMk id="47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7:13.476" v="78" actId="20577"/>
          <ac:spMkLst>
            <pc:docMk/>
            <pc:sldMk cId="519013552" sldId="642"/>
            <ac:spMk id="60" creationId="{00000000-0000-0000-0000-000000000000}"/>
          </ac:spMkLst>
        </pc:spChg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308390081" sldId="643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40638986" sldId="644"/>
        </pc:sldMkLst>
      </pc:sldChg>
      <pc:sldChg chg="add del">
        <pc:chgData name="Dieter Beaven" userId="9bbdb69f-69d0-4759-aa9b-5c090a2da237" providerId="ADAL" clId="{EA8BAB0F-7536-4D0B-8892-B624F71C1627}" dt="2024-12-11T17:07:47.452" v="79" actId="47"/>
        <pc:sldMkLst>
          <pc:docMk/>
          <pc:sldMk cId="2842025953" sldId="645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90156849" sldId="646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679143814" sldId="647"/>
        </pc:sldMkLst>
      </pc:sldChg>
      <pc:sldChg chg="modSp add">
        <pc:chgData name="Dieter Beaven" userId="9bbdb69f-69d0-4759-aa9b-5c090a2da237" providerId="ADAL" clId="{EA8BAB0F-7536-4D0B-8892-B624F71C1627}" dt="2024-12-11T17:08:19.620" v="80" actId="6549"/>
        <pc:sldMkLst>
          <pc:docMk/>
          <pc:sldMk cId="4689981" sldId="648"/>
        </pc:sldMkLst>
        <pc:spChg chg="mod">
          <ac:chgData name="Dieter Beaven" userId="9bbdb69f-69d0-4759-aa9b-5c090a2da237" providerId="ADAL" clId="{EA8BAB0F-7536-4D0B-8892-B624F71C1627}" dt="2024-12-11T17:08:19.620" v="80" actId="6549"/>
          <ac:spMkLst>
            <pc:docMk/>
            <pc:sldMk cId="4689981" sldId="648"/>
            <ac:spMk id="28" creationId="{6837DF74-9DCB-4DC9-BC57-4920027A5A3C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5:55.968" v="92" actId="1076"/>
        <pc:sldMkLst>
          <pc:docMk/>
          <pc:sldMk cId="464788855" sldId="701"/>
        </pc:sldMkLst>
        <pc:picChg chg="del">
          <ac:chgData name="Dieter Beaven" userId="9bbdb69f-69d0-4759-aa9b-5c090a2da237" providerId="ADAL" clId="{EA8BAB0F-7536-4D0B-8892-B624F71C1627}" dt="2024-12-11T17:05:49.437" v="63" actId="478"/>
          <ac:picMkLst>
            <pc:docMk/>
            <pc:sldMk cId="464788855" sldId="701"/>
            <ac:picMk id="6" creationId="{A8BA92AD-AA83-5B61-A807-E41D8C12DE1D}"/>
          </ac:picMkLst>
        </pc:picChg>
        <pc:picChg chg="add mod">
          <ac:chgData name="Dieter Beaven" userId="9bbdb69f-69d0-4759-aa9b-5c090a2da237" providerId="ADAL" clId="{EA8BAB0F-7536-4D0B-8892-B624F71C1627}" dt="2024-12-11T17:15:55.968" v="92" actId="1076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EA8BAB0F-7536-4D0B-8892-B624F71C1627}" dt="2024-12-11T17:05:20.624" v="49" actId="20577"/>
        <pc:sldMkLst>
          <pc:docMk/>
          <pc:sldMk cId="938785864" sldId="717"/>
        </pc:sldMkLst>
        <pc:spChg chg="mod">
          <ac:chgData name="Dieter Beaven" userId="9bbdb69f-69d0-4759-aa9b-5c090a2da237" providerId="ADAL" clId="{EA8BAB0F-7536-4D0B-8892-B624F71C1627}" dt="2024-12-11T17:05:20.624" v="49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2:03.592" v="85" actId="1076"/>
        <pc:sldMkLst>
          <pc:docMk/>
          <pc:sldMk cId="3902928920" sldId="718"/>
        </pc:sldMkLst>
        <pc:picChg chg="del">
          <ac:chgData name="Dieter Beaven" userId="9bbdb69f-69d0-4759-aa9b-5c090a2da237" providerId="ADAL" clId="{EA8BAB0F-7536-4D0B-8892-B624F71C1627}" dt="2024-12-11T17:05:48.156" v="62" actId="478"/>
          <ac:picMkLst>
            <pc:docMk/>
            <pc:sldMk cId="3902928920" sldId="718"/>
            <ac:picMk id="6" creationId="{0B6F0CD0-F534-CC23-2B25-2C699B43CF1B}"/>
          </ac:picMkLst>
        </pc:picChg>
        <pc:picChg chg="add mod">
          <ac:chgData name="Dieter Beaven" userId="9bbdb69f-69d0-4759-aa9b-5c090a2da237" providerId="ADAL" clId="{EA8BAB0F-7536-4D0B-8892-B624F71C1627}" dt="2024-12-11T17:12:03.592" v="85" actId="1076"/>
          <ac:picMkLst>
            <pc:docMk/>
            <pc:sldMk cId="3902928920" sldId="718"/>
            <ac:picMk id="7" creationId="{A9304D5B-0868-1DA1-A342-C22D2AAEE5FE}"/>
          </ac:picMkLst>
        </pc:picChg>
      </pc:sldChg>
      <pc:sldChg chg="addSp modSp add mod">
        <pc:chgData name="Dieter Beaven" userId="9bbdb69f-69d0-4759-aa9b-5c090a2da237" providerId="ADAL" clId="{EA8BAB0F-7536-4D0B-8892-B624F71C1627}" dt="2024-12-11T17:12:48.811" v="87" actId="1076"/>
        <pc:sldMkLst>
          <pc:docMk/>
          <pc:sldMk cId="1631546961" sldId="719"/>
        </pc:sldMkLst>
        <pc:picChg chg="add mod">
          <ac:chgData name="Dieter Beaven" userId="9bbdb69f-69d0-4759-aa9b-5c090a2da237" providerId="ADAL" clId="{EA8BAB0F-7536-4D0B-8892-B624F71C1627}" dt="2024-12-11T17:12:48.811" v="87" actId="1076"/>
          <ac:picMkLst>
            <pc:docMk/>
            <pc:sldMk cId="1631546961" sldId="719"/>
            <ac:picMk id="6" creationId="{7D69BA0B-3CC2-3921-F2A8-A7E1CE765695}"/>
          </ac:picMkLst>
        </pc:picChg>
      </pc:sldChg>
      <pc:sldChg chg="addSp delSp modSp add mod">
        <pc:chgData name="Dieter Beaven" userId="9bbdb69f-69d0-4759-aa9b-5c090a2da237" providerId="ADAL" clId="{EA8BAB0F-7536-4D0B-8892-B624F71C1627}" dt="2024-12-11T17:16:25.189" v="98" actId="1076"/>
        <pc:sldMkLst>
          <pc:docMk/>
          <pc:sldMk cId="1127558906" sldId="720"/>
        </pc:sldMkLst>
        <pc:picChg chg="add del mod">
          <ac:chgData name="Dieter Beaven" userId="9bbdb69f-69d0-4759-aa9b-5c090a2da237" providerId="ADAL" clId="{EA8BAB0F-7536-4D0B-8892-B624F71C1627}" dt="2024-12-11T17:16:19.901" v="96" actId="22"/>
          <ac:picMkLst>
            <pc:docMk/>
            <pc:sldMk cId="1127558906" sldId="720"/>
            <ac:picMk id="6" creationId="{9180C01C-65B0-DABF-6E76-B341B40BAB45}"/>
          </ac:picMkLst>
        </pc:picChg>
        <pc:picChg chg="add mod">
          <ac:chgData name="Dieter Beaven" userId="9bbdb69f-69d0-4759-aa9b-5c090a2da237" providerId="ADAL" clId="{EA8BAB0F-7536-4D0B-8892-B624F71C1627}" dt="2024-12-11T17:16:25.189" v="98" actId="1076"/>
          <ac:picMkLst>
            <pc:docMk/>
            <pc:sldMk cId="1127558906" sldId="720"/>
            <ac:picMk id="8" creationId="{AE054D04-3A90-71C2-2CB8-CED3580EA3D8}"/>
          </ac:picMkLst>
        </pc:picChg>
      </pc:sldChg>
      <pc:sldChg chg="add del">
        <pc:chgData name="Dieter Beaven" userId="9bbdb69f-69d0-4759-aa9b-5c090a2da237" providerId="ADAL" clId="{EA8BAB0F-7536-4D0B-8892-B624F71C1627}" dt="2024-12-11T17:12:50.671" v="88" actId="47"/>
        <pc:sldMkLst>
          <pc:docMk/>
          <pc:sldMk cId="3955233091" sldId="720"/>
        </pc:sldMkLst>
      </pc:sldChg>
    </pc:docChg>
  </pc:docChgLst>
  <pc:docChgLst>
    <pc:chgData name="Dieter Beaven" userId="9bbdb69f-69d0-4759-aa9b-5c090a2da237" providerId="ADAL" clId="{197000CD-D614-4EDB-B4C2-59D6EF113C98}"/>
    <pc:docChg chg="modSld">
      <pc:chgData name="Dieter Beaven" userId="9bbdb69f-69d0-4759-aa9b-5c090a2da237" providerId="ADAL" clId="{197000CD-D614-4EDB-B4C2-59D6EF113C98}" dt="2024-12-11T14:12:40.069" v="11" actId="20577"/>
      <pc:docMkLst>
        <pc:docMk/>
      </pc:docMkLst>
      <pc:sldChg chg="modSp mod">
        <pc:chgData name="Dieter Beaven" userId="9bbdb69f-69d0-4759-aa9b-5c090a2da237" providerId="ADAL" clId="{197000CD-D614-4EDB-B4C2-59D6EF113C98}" dt="2024-12-11T14:12:40.069" v="11" actId="20577"/>
        <pc:sldMkLst>
          <pc:docMk/>
          <pc:sldMk cId="938785864" sldId="717"/>
        </pc:sldMkLst>
        <pc:spChg chg="mod">
          <ac:chgData name="Dieter Beaven" userId="9bbdb69f-69d0-4759-aa9b-5c090a2da237" providerId="ADAL" clId="{197000CD-D614-4EDB-B4C2-59D6EF113C98}" dt="2024-12-11T14:12:40.069" v="1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66358-4818-49C9-97D3-545E1716034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86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11/12/2024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5: </a:t>
            </a:r>
            <a:r>
              <a:rPr lang="en-GB" dirty="0">
                <a:solidFill>
                  <a:schemeClr val="accent5"/>
                </a:solidFill>
              </a:rPr>
              <a:t>Radians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Radian Measure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Radians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395536" y="836712"/>
            <a:ext cx="777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 far you’ve used </a:t>
            </a:r>
            <a:r>
              <a:rPr lang="en-GB" b="1" dirty="0"/>
              <a:t>degrees</a:t>
            </a:r>
            <a:r>
              <a:rPr lang="en-GB" dirty="0"/>
              <a:t> as the unit to measure angles.</a:t>
            </a:r>
          </a:p>
          <a:p>
            <a:r>
              <a:rPr lang="en-GB" dirty="0"/>
              <a:t>But outside geometry,  mathematicians pretty much always use </a:t>
            </a:r>
            <a:r>
              <a:rPr lang="en-GB" b="1" dirty="0"/>
              <a:t>radians</a:t>
            </a:r>
            <a:r>
              <a:rPr lang="en-GB" dirty="0"/>
              <a:t>.</a:t>
            </a:r>
          </a:p>
        </p:txBody>
      </p:sp>
      <p:sp>
        <p:nvSpPr>
          <p:cNvPr id="35" name="Oval 34"/>
          <p:cNvSpPr/>
          <p:nvPr/>
        </p:nvSpPr>
        <p:spPr>
          <a:xfrm>
            <a:off x="755576" y="1988840"/>
            <a:ext cx="3096344" cy="3024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7" name="Straight Connector 36"/>
          <p:cNvCxnSpPr>
            <a:stCxn id="35" idx="0"/>
          </p:cNvCxnSpPr>
          <p:nvPr/>
        </p:nvCxnSpPr>
        <p:spPr>
          <a:xfrm flipH="1">
            <a:off x="2289976" y="1988840"/>
            <a:ext cx="13772" cy="1533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221136" y="191175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2289810" y="1996440"/>
            <a:ext cx="24384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2293620" y="3002280"/>
            <a:ext cx="83820" cy="11430"/>
          </a:xfrm>
          <a:custGeom>
            <a:avLst/>
            <a:gdLst>
              <a:gd name="connsiteX0" fmla="*/ 0 w 83820"/>
              <a:gd name="connsiteY0" fmla="*/ 0 h 11430"/>
              <a:gd name="connsiteX1" fmla="*/ 41910 w 83820"/>
              <a:gd name="connsiteY1" fmla="*/ 0 h 11430"/>
              <a:gd name="connsiteX2" fmla="*/ 83820 w 83820"/>
              <a:gd name="connsiteY2" fmla="*/ 11430 h 1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820" h="11430">
                <a:moveTo>
                  <a:pt x="0" y="0"/>
                </a:moveTo>
                <a:lnTo>
                  <a:pt x="41910" y="0"/>
                </a:lnTo>
                <a:lnTo>
                  <a:pt x="83820" y="1143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/>
          <p:cNvSpPr txBox="1"/>
          <p:nvPr/>
        </p:nvSpPr>
        <p:spPr>
          <a:xfrm>
            <a:off x="2199546" y="2682250"/>
            <a:ext cx="3409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/>
              <a:t>1</a:t>
            </a:r>
            <a:r>
              <a:rPr lang="en-GB" sz="1050" dirty="0">
                <a:latin typeface="Calibri"/>
              </a:rPr>
              <a:t>°</a:t>
            </a:r>
            <a:endParaRPr lang="en-GB" sz="1050" dirty="0"/>
          </a:p>
        </p:txBody>
      </p:sp>
      <p:sp>
        <p:nvSpPr>
          <p:cNvPr id="47" name="Rectangle 46"/>
          <p:cNvSpPr/>
          <p:nvPr/>
        </p:nvSpPr>
        <p:spPr>
          <a:xfrm>
            <a:off x="1115616" y="5373216"/>
            <a:ext cx="2304256" cy="72008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Start Degree Animation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7704" y="4149080"/>
            <a:ext cx="2016224" cy="954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A degree is a 360</a:t>
            </a:r>
            <a:r>
              <a:rPr lang="en-GB" sz="1400" baseline="30000" dirty="0"/>
              <a:t>th</a:t>
            </a:r>
            <a:r>
              <a:rPr lang="en-GB" sz="1400" dirty="0"/>
              <a:t> of a rotation around a full circle. This is a somewhat arbitrary definition!</a:t>
            </a:r>
          </a:p>
        </p:txBody>
      </p:sp>
      <p:sp>
        <p:nvSpPr>
          <p:cNvPr id="49" name="Oval 48"/>
          <p:cNvSpPr/>
          <p:nvPr/>
        </p:nvSpPr>
        <p:spPr>
          <a:xfrm>
            <a:off x="5004048" y="1988840"/>
            <a:ext cx="3096344" cy="302433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6516216" y="1988840"/>
            <a:ext cx="13772" cy="1533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444208" y="191683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/>
          <p:cNvSpPr txBox="1"/>
          <p:nvPr/>
        </p:nvSpPr>
        <p:spPr>
          <a:xfrm>
            <a:off x="6300192" y="4149080"/>
            <a:ext cx="2232248" cy="954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One radian however is the movement of one radius’ worth around the circumference of the circle.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20072" y="5373216"/>
            <a:ext cx="2304256" cy="72008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to Start Radian Animation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6176" y="2564904"/>
            <a:ext cx="50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r</a:t>
            </a:r>
            <a:endParaRPr lang="en-GB" sz="1600" baseline="30000" dirty="0"/>
          </a:p>
        </p:txBody>
      </p:sp>
      <p:grpSp>
        <p:nvGrpSpPr>
          <p:cNvPr id="64" name="Group 63"/>
          <p:cNvGrpSpPr/>
          <p:nvPr/>
        </p:nvGrpSpPr>
        <p:grpSpPr>
          <a:xfrm>
            <a:off x="6516216" y="1700808"/>
            <a:ext cx="1492404" cy="1800200"/>
            <a:chOff x="6516216" y="1700808"/>
            <a:chExt cx="1492404" cy="1800200"/>
          </a:xfrm>
        </p:grpSpPr>
        <p:cxnSp>
          <p:nvCxnSpPr>
            <p:cNvPr id="52" name="Straight Connector 51"/>
            <p:cNvCxnSpPr/>
            <p:nvPr/>
          </p:nvCxnSpPr>
          <p:spPr>
            <a:xfrm flipH="1">
              <a:off x="6516216" y="2636912"/>
              <a:ext cx="1296144" cy="8640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/>
            <p:cNvSpPr/>
            <p:nvPr/>
          </p:nvSpPr>
          <p:spPr>
            <a:xfrm>
              <a:off x="6522720" y="3055620"/>
              <a:ext cx="381000" cy="198120"/>
            </a:xfrm>
            <a:custGeom>
              <a:avLst/>
              <a:gdLst>
                <a:gd name="connsiteX0" fmla="*/ 0 w 381000"/>
                <a:gd name="connsiteY0" fmla="*/ 0 h 198120"/>
                <a:gd name="connsiteX1" fmla="*/ 152400 w 381000"/>
                <a:gd name="connsiteY1" fmla="*/ 22860 h 198120"/>
                <a:gd name="connsiteX2" fmla="*/ 312420 w 381000"/>
                <a:gd name="connsiteY2" fmla="*/ 121920 h 198120"/>
                <a:gd name="connsiteX3" fmla="*/ 381000 w 381000"/>
                <a:gd name="connsiteY3" fmla="*/ 198120 h 198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0" h="198120">
                  <a:moveTo>
                    <a:pt x="0" y="0"/>
                  </a:moveTo>
                  <a:cubicBezTo>
                    <a:pt x="50165" y="1270"/>
                    <a:pt x="100330" y="2540"/>
                    <a:pt x="152400" y="22860"/>
                  </a:cubicBezTo>
                  <a:cubicBezTo>
                    <a:pt x="204470" y="43180"/>
                    <a:pt x="274320" y="92710"/>
                    <a:pt x="312420" y="121920"/>
                  </a:cubicBezTo>
                  <a:cubicBezTo>
                    <a:pt x="350520" y="151130"/>
                    <a:pt x="365760" y="174625"/>
                    <a:pt x="381000" y="198120"/>
                  </a:cubicBezTo>
                </a:path>
              </a:pathLst>
            </a:cu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31073" y="2752353"/>
              <a:ext cx="6412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1 rad</a:t>
              </a:r>
              <a:endParaRPr lang="en-GB" sz="1600" baseline="30000" dirty="0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6560820" y="1743710"/>
              <a:ext cx="1447800" cy="687070"/>
            </a:xfrm>
            <a:custGeom>
              <a:avLst/>
              <a:gdLst>
                <a:gd name="connsiteX0" fmla="*/ 0 w 1447800"/>
                <a:gd name="connsiteY0" fmla="*/ 8890 h 687070"/>
                <a:gd name="connsiteX1" fmla="*/ 327660 w 1447800"/>
                <a:gd name="connsiteY1" fmla="*/ 16510 h 687070"/>
                <a:gd name="connsiteX2" fmla="*/ 678180 w 1447800"/>
                <a:gd name="connsiteY2" fmla="*/ 107950 h 687070"/>
                <a:gd name="connsiteX3" fmla="*/ 929640 w 1447800"/>
                <a:gd name="connsiteY3" fmla="*/ 214630 h 687070"/>
                <a:gd name="connsiteX4" fmla="*/ 1158240 w 1447800"/>
                <a:gd name="connsiteY4" fmla="*/ 374650 h 687070"/>
                <a:gd name="connsiteX5" fmla="*/ 1356360 w 1447800"/>
                <a:gd name="connsiteY5" fmla="*/ 588010 h 687070"/>
                <a:gd name="connsiteX6" fmla="*/ 1447800 w 1447800"/>
                <a:gd name="connsiteY6" fmla="*/ 687070 h 68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7800" h="687070">
                  <a:moveTo>
                    <a:pt x="0" y="8890"/>
                  </a:moveTo>
                  <a:cubicBezTo>
                    <a:pt x="107315" y="4445"/>
                    <a:pt x="214630" y="0"/>
                    <a:pt x="327660" y="16510"/>
                  </a:cubicBezTo>
                  <a:cubicBezTo>
                    <a:pt x="440690" y="33020"/>
                    <a:pt x="577850" y="74930"/>
                    <a:pt x="678180" y="107950"/>
                  </a:cubicBezTo>
                  <a:cubicBezTo>
                    <a:pt x="778510" y="140970"/>
                    <a:pt x="849630" y="170180"/>
                    <a:pt x="929640" y="214630"/>
                  </a:cubicBezTo>
                  <a:cubicBezTo>
                    <a:pt x="1009650" y="259080"/>
                    <a:pt x="1087120" y="312420"/>
                    <a:pt x="1158240" y="374650"/>
                  </a:cubicBezTo>
                  <a:cubicBezTo>
                    <a:pt x="1229360" y="436880"/>
                    <a:pt x="1356360" y="588010"/>
                    <a:pt x="1356360" y="588010"/>
                  </a:cubicBezTo>
                  <a:lnTo>
                    <a:pt x="1447800" y="687070"/>
                  </a:lnTo>
                </a:path>
              </a:pathLst>
            </a:custGeom>
            <a:ln>
              <a:solidFill>
                <a:schemeClr val="tx1"/>
              </a:solidFill>
              <a:prstDash val="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236296" y="1700808"/>
              <a:ext cx="360040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r</a:t>
              </a:r>
              <a:endParaRPr lang="en-GB" sz="1600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51520" y="6309320"/>
                <a:ext cx="8784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Thinking about how many radii around the circumference we can go: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𝟑𝟔𝟎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°=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b="1" dirty="0"/>
                  <a:t> rad</a:t>
                </a: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6309320"/>
                <a:ext cx="8784976" cy="369332"/>
              </a:xfrm>
              <a:prstGeom prst="rect">
                <a:avLst/>
              </a:prstGeom>
              <a:blipFill>
                <a:blip r:embed="rId2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/>
          <p:cNvSpPr/>
          <p:nvPr/>
        </p:nvSpPr>
        <p:spPr>
          <a:xfrm>
            <a:off x="7122920" y="6210403"/>
            <a:ext cx="1582929" cy="4856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7AA7CD-1F7D-48AC-8DEC-5039486EF681}"/>
                  </a:ext>
                </a:extLst>
              </p:cNvPr>
              <p:cNvSpPr txBox="1"/>
              <p:nvPr/>
            </p:nvSpPr>
            <p:spPr>
              <a:xfrm>
                <a:off x="3997077" y="1901200"/>
                <a:ext cx="1751086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Unit Note</a:t>
                </a:r>
                <a:r>
                  <a:rPr lang="en-GB" sz="1200" dirty="0"/>
                  <a:t>: While the unit “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1200" dirty="0"/>
                  <a:t>” must be written for degrees, no unit is generally written for radians (but if so, use “rad”).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97AA7CD-1F7D-48AC-8DEC-5039486EF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077" y="1901200"/>
                <a:ext cx="1751086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01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00764 0.00023 C 0.01268 -0.00046 0.01077 0.00116 0.01737 0.00139 C 0.02414 0.00602 0.02153 -0.00301 0.02431 0.00278 L 0.02917 0.00417 " pathEditMode="relative" rAng="0" ptsTypes="FffFF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" y="2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8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03142 0.00301 C 0.03646 0.00232 0.06042 0.01436 0.06701 0.01459 C 0.07378 0.01922 0.10052 0.03588 0.1033 0.04167 L 0.125 0.06575 L 0.14253 0.09468 " pathEditMode="relative" rAng="0" ptsTypes="FffFAF">
                                      <p:cBhvr>
                                        <p:cTn id="2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00" y="47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</p:childTnLst>
        </p:cTn>
      </p:par>
    </p:tnLst>
    <p:bldLst>
      <p:bldP spid="38" grpId="0" animBg="1"/>
      <p:bldP spid="45" grpId="0" animBg="1"/>
      <p:bldP spid="46" grpId="0"/>
      <p:bldP spid="48" grpId="0" animBg="1"/>
      <p:bldP spid="51" grpId="0" animBg="1"/>
      <p:bldP spid="59" grpId="0" animBg="1"/>
      <p:bldP spid="66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Converting between radians and degrees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99792" y="1844824"/>
                <a:ext cx="2375779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4000" i="1" dirty="0" smtClean="0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4000" dirty="0"/>
                  <a:t>  =   </a:t>
                </a:r>
                <a14:m>
                  <m:oMath xmlns:m="http://schemas.openxmlformats.org/officeDocument/2006/math">
                    <m:r>
                      <a:rPr lang="en-GB" sz="4000" b="0" i="1" dirty="0" smtClean="0">
                        <a:latin typeface="Cambria Math" panose="02040503050406030204" pitchFamily="18" charset="0"/>
                        <a:sym typeface="Symbol"/>
                      </a:rPr>
                      <m:t>𝜋</m:t>
                    </m:r>
                  </m:oMath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1844824"/>
                <a:ext cx="237577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"/>
          <p:cNvSpPr/>
          <p:nvPr/>
        </p:nvSpPr>
        <p:spPr>
          <a:xfrm>
            <a:off x="3373650" y="1440747"/>
            <a:ext cx="1463040" cy="509270"/>
          </a:xfrm>
          <a:custGeom>
            <a:avLst/>
            <a:gdLst>
              <a:gd name="connsiteX0" fmla="*/ 0 w 1463040"/>
              <a:gd name="connsiteY0" fmla="*/ 478790 h 509270"/>
              <a:gd name="connsiteX1" fmla="*/ 312420 w 1463040"/>
              <a:gd name="connsiteY1" fmla="*/ 128270 h 509270"/>
              <a:gd name="connsiteX2" fmla="*/ 739140 w 1463040"/>
              <a:gd name="connsiteY2" fmla="*/ 6350 h 509270"/>
              <a:gd name="connsiteX3" fmla="*/ 1219200 w 1463040"/>
              <a:gd name="connsiteY3" fmla="*/ 90170 h 509270"/>
              <a:gd name="connsiteX4" fmla="*/ 1463040 w 1463040"/>
              <a:gd name="connsiteY4" fmla="*/ 509270 h 50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3040" h="509270">
                <a:moveTo>
                  <a:pt x="0" y="478790"/>
                </a:moveTo>
                <a:cubicBezTo>
                  <a:pt x="94615" y="342900"/>
                  <a:pt x="189230" y="207010"/>
                  <a:pt x="312420" y="128270"/>
                </a:cubicBezTo>
                <a:cubicBezTo>
                  <a:pt x="435610" y="49530"/>
                  <a:pt x="588010" y="12700"/>
                  <a:pt x="739140" y="6350"/>
                </a:cubicBezTo>
                <a:cubicBezTo>
                  <a:pt x="890270" y="0"/>
                  <a:pt x="1098550" y="6350"/>
                  <a:pt x="1219200" y="90170"/>
                </a:cubicBezTo>
                <a:cubicBezTo>
                  <a:pt x="1339850" y="173990"/>
                  <a:pt x="1401445" y="341630"/>
                  <a:pt x="1463040" y="50927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/>
          <p:cNvSpPr/>
          <p:nvPr/>
        </p:nvSpPr>
        <p:spPr>
          <a:xfrm rot="10800000">
            <a:off x="3345444" y="2431520"/>
            <a:ext cx="1463040" cy="509270"/>
          </a:xfrm>
          <a:custGeom>
            <a:avLst/>
            <a:gdLst>
              <a:gd name="connsiteX0" fmla="*/ 0 w 1463040"/>
              <a:gd name="connsiteY0" fmla="*/ 478790 h 509270"/>
              <a:gd name="connsiteX1" fmla="*/ 312420 w 1463040"/>
              <a:gd name="connsiteY1" fmla="*/ 128270 h 509270"/>
              <a:gd name="connsiteX2" fmla="*/ 739140 w 1463040"/>
              <a:gd name="connsiteY2" fmla="*/ 6350 h 509270"/>
              <a:gd name="connsiteX3" fmla="*/ 1219200 w 1463040"/>
              <a:gd name="connsiteY3" fmla="*/ 90170 h 509270"/>
              <a:gd name="connsiteX4" fmla="*/ 1463040 w 1463040"/>
              <a:gd name="connsiteY4" fmla="*/ 509270 h 509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3040" h="509270">
                <a:moveTo>
                  <a:pt x="0" y="478790"/>
                </a:moveTo>
                <a:cubicBezTo>
                  <a:pt x="94615" y="342900"/>
                  <a:pt x="189230" y="207010"/>
                  <a:pt x="312420" y="128270"/>
                </a:cubicBezTo>
                <a:cubicBezTo>
                  <a:pt x="435610" y="49530"/>
                  <a:pt x="588010" y="12700"/>
                  <a:pt x="739140" y="6350"/>
                </a:cubicBezTo>
                <a:cubicBezTo>
                  <a:pt x="890270" y="0"/>
                  <a:pt x="1098550" y="6350"/>
                  <a:pt x="1219200" y="90170"/>
                </a:cubicBezTo>
                <a:cubicBezTo>
                  <a:pt x="1339850" y="173990"/>
                  <a:pt x="1401445" y="341630"/>
                  <a:pt x="1463040" y="509270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3645024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90F85B-B385-4B99-A995-C9C6340E58A0}"/>
                  </a:ext>
                </a:extLst>
              </p:cNvPr>
              <p:cNvSpPr txBox="1"/>
              <p:nvPr/>
            </p:nvSpPr>
            <p:spPr>
              <a:xfrm>
                <a:off x="3276809" y="980728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÷180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90F85B-B385-4B99-A995-C9C6340E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809" y="980728"/>
                <a:ext cx="172819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AAA0F0-4162-4ACD-A31F-A152F62CBE75}"/>
                  </a:ext>
                </a:extLst>
              </p:cNvPr>
              <p:cNvSpPr txBox="1"/>
              <p:nvPr/>
            </p:nvSpPr>
            <p:spPr>
              <a:xfrm>
                <a:off x="3319339" y="2968518"/>
                <a:ext cx="17281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×180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AAA0F0-4162-4ACD-A31F-A152F62CB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339" y="2968518"/>
                <a:ext cx="1728192" cy="369332"/>
              </a:xfrm>
              <a:prstGeom prst="rect">
                <a:avLst/>
              </a:prstGeom>
              <a:blipFill>
                <a:blip r:embed="rId5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327182" y="856297"/>
            <a:ext cx="1659487" cy="5153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8978" y="3016311"/>
            <a:ext cx="1702751" cy="4605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A6C8CC-0999-429F-B429-7223B2989F8F}"/>
                  </a:ext>
                </a:extLst>
              </p:cNvPr>
              <p:cNvSpPr txBox="1"/>
              <p:nvPr/>
            </p:nvSpPr>
            <p:spPr>
              <a:xfrm>
                <a:off x="1628504" y="3947914"/>
                <a:ext cx="2394148" cy="2607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90°=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45°=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A6C8CC-0999-429F-B429-7223B2989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504" y="3947914"/>
                <a:ext cx="2394148" cy="26075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CA0F6D-44CB-4A6F-9E6A-F156EE6B313E}"/>
                  </a:ext>
                </a:extLst>
              </p:cNvPr>
              <p:cNvSpPr txBox="1"/>
              <p:nvPr/>
            </p:nvSpPr>
            <p:spPr>
              <a:xfrm>
                <a:off x="4444489" y="3751203"/>
                <a:ext cx="2394148" cy="2870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135°=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𝝅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72°=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𝝅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CA0F6D-44CB-4A6F-9E6A-F156EE6B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489" y="3751203"/>
                <a:ext cx="2394148" cy="28704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3091678" y="3891497"/>
            <a:ext cx="885236" cy="7530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9604" y="4669634"/>
            <a:ext cx="113085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92805" y="5186513"/>
            <a:ext cx="884109" cy="74982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6224" y="5964087"/>
            <a:ext cx="1293890" cy="6689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15496" y="3760305"/>
            <a:ext cx="1036847" cy="7681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879" y="4553520"/>
            <a:ext cx="1369549" cy="5264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07637" y="5122461"/>
            <a:ext cx="939906" cy="7993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40851" y="6008758"/>
            <a:ext cx="1355035" cy="5952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8390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Be able to convert common angles in your head…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82CE5A-2C24-49A5-9358-6419B853529A}"/>
                  </a:ext>
                </a:extLst>
              </p:cNvPr>
              <p:cNvSpPr txBox="1"/>
              <p:nvPr/>
            </p:nvSpPr>
            <p:spPr>
              <a:xfrm>
                <a:off x="1231849" y="1190687"/>
                <a:ext cx="2394148" cy="4474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45°=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60°=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270°=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120°=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82CE5A-2C24-49A5-9358-6419B8535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849" y="1190687"/>
                <a:ext cx="2394148" cy="4474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D4B669-1281-461A-8A45-B7AC90E2DEC0}"/>
                  </a:ext>
                </a:extLst>
              </p:cNvPr>
              <p:cNvSpPr txBox="1"/>
              <p:nvPr/>
            </p:nvSpPr>
            <p:spPr>
              <a:xfrm>
                <a:off x="4292967" y="1136454"/>
                <a:ext cx="2394148" cy="3234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30°=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135°=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  <a:p>
                <a:endParaRPr lang="en-GB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90°=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D4B669-1281-461A-8A45-B7AC90E2D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67" y="1136454"/>
                <a:ext cx="2394148" cy="32341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754560" y="984126"/>
            <a:ext cx="845890" cy="10732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5510" y="2229222"/>
            <a:ext cx="979240" cy="10664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54560" y="3423642"/>
            <a:ext cx="998290" cy="10150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5510" y="4626446"/>
            <a:ext cx="1131640" cy="11076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8690" y="984126"/>
            <a:ext cx="1002160" cy="103517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7740" y="2195314"/>
            <a:ext cx="1059310" cy="104318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98690" y="3419450"/>
            <a:ext cx="1135510" cy="1057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4063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0F4D85-22EB-4EEA-8E2C-758918BEA63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1BA3538-839E-4001-9F3E-5757131C823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Graph Sketching with Radians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635AED9-D1CB-4FB4-88C5-20AFC3478DF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50B209-4DEE-45A5-9466-DB26FDE923A1}"/>
                  </a:ext>
                </a:extLst>
              </p:cNvPr>
              <p:cNvSpPr txBox="1"/>
              <p:nvPr/>
            </p:nvSpPr>
            <p:spPr>
              <a:xfrm>
                <a:off x="279422" y="792605"/>
                <a:ext cx="75608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can replace the values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90°, 180°, 270°, 360°</m:t>
                    </m:r>
                  </m:oMath>
                </a14:m>
                <a:r>
                  <a:rPr lang="en-GB" dirty="0"/>
                  <a:t>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 with their equivalent value in radians.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50B209-4DEE-45A5-9466-DB26FDE92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22" y="792605"/>
                <a:ext cx="7560840" cy="646331"/>
              </a:xfrm>
              <a:prstGeom prst="rect">
                <a:avLst/>
              </a:prstGeom>
              <a:blipFill>
                <a:blip r:embed="rId2"/>
                <a:stretch>
                  <a:fillRect l="-72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E7B412-5AE7-4A1E-83F4-52A1B1631D9E}"/>
              </a:ext>
            </a:extLst>
          </p:cNvPr>
          <p:cNvCxnSpPr/>
          <p:nvPr/>
        </p:nvCxnSpPr>
        <p:spPr>
          <a:xfrm flipV="1">
            <a:off x="475184" y="2548781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6FE161-B348-4BF8-84B8-19A9F91EB1F2}"/>
              </a:ext>
            </a:extLst>
          </p:cNvPr>
          <p:cNvCxnSpPr/>
          <p:nvPr/>
        </p:nvCxnSpPr>
        <p:spPr>
          <a:xfrm flipV="1">
            <a:off x="475184" y="4005064"/>
            <a:ext cx="3841824" cy="17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36A28A-D6BB-4DA3-8254-736D0088396B}"/>
                  </a:ext>
                </a:extLst>
              </p:cNvPr>
              <p:cNvSpPr txBox="1"/>
              <p:nvPr/>
            </p:nvSpPr>
            <p:spPr>
              <a:xfrm>
                <a:off x="1130747" y="3995539"/>
                <a:ext cx="432048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C36A28A-D6BB-4DA3-8254-736D00883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747" y="3995539"/>
                <a:ext cx="432048" cy="562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27735C-355B-4865-BB1C-5F026E805D49}"/>
                  </a:ext>
                </a:extLst>
              </p:cNvPr>
              <p:cNvSpPr txBox="1"/>
              <p:nvPr/>
            </p:nvSpPr>
            <p:spPr>
              <a:xfrm>
                <a:off x="1948582" y="4005064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827735C-355B-4865-BB1C-5F026E805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582" y="4005064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9FBD2-0D4A-4B3D-AE17-BA6112412C5F}"/>
                  </a:ext>
                </a:extLst>
              </p:cNvPr>
              <p:cNvSpPr txBox="1"/>
              <p:nvPr/>
            </p:nvSpPr>
            <p:spPr>
              <a:xfrm>
                <a:off x="2895563" y="3970139"/>
                <a:ext cx="4320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79FBD2-0D4A-4B3D-AE17-BA6112412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63" y="3970139"/>
                <a:ext cx="432048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72E44B-0055-469D-B9C8-6838DC2F06DC}"/>
                  </a:ext>
                </a:extLst>
              </p:cNvPr>
              <p:cNvSpPr txBox="1"/>
              <p:nvPr/>
            </p:nvSpPr>
            <p:spPr>
              <a:xfrm>
                <a:off x="3659175" y="399553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72E44B-0055-469D-B9C8-6838DC2F0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75" y="3995539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499E57-B10B-453A-B187-7412D6DC8B10}"/>
                  </a:ext>
                </a:extLst>
              </p:cNvPr>
              <p:cNvSpPr txBox="1"/>
              <p:nvPr/>
            </p:nvSpPr>
            <p:spPr>
              <a:xfrm>
                <a:off x="4244318" y="37966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499E57-B10B-453A-B187-7412D6DC8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318" y="3796655"/>
                <a:ext cx="432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DB8AA8-029C-4391-98B4-6987C574E159}"/>
                  </a:ext>
                </a:extLst>
              </p:cNvPr>
              <p:cNvSpPr txBox="1"/>
              <p:nvPr/>
            </p:nvSpPr>
            <p:spPr>
              <a:xfrm>
                <a:off x="246584" y="2185551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DB8AA8-029C-4391-98B4-6987C574E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4" y="2185551"/>
                <a:ext cx="4320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9779194-1E26-4336-8DC8-1919D36B28C1}"/>
              </a:ext>
            </a:extLst>
          </p:cNvPr>
          <p:cNvSpPr/>
          <p:nvPr/>
        </p:nvSpPr>
        <p:spPr>
          <a:xfrm>
            <a:off x="472728" y="2869307"/>
            <a:ext cx="3476625" cy="2362209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76625" h="2362209">
                <a:moveTo>
                  <a:pt x="0" y="1152525"/>
                </a:moveTo>
                <a:cubicBezTo>
                  <a:pt x="296862" y="576262"/>
                  <a:pt x="593725" y="0"/>
                  <a:pt x="885825" y="0"/>
                </a:cubicBezTo>
                <a:cubicBezTo>
                  <a:pt x="1177925" y="0"/>
                  <a:pt x="1752600" y="1152525"/>
                  <a:pt x="1752600" y="1152525"/>
                </a:cubicBezTo>
                <a:cubicBezTo>
                  <a:pt x="2047875" y="1546225"/>
                  <a:pt x="2370138" y="2365375"/>
                  <a:pt x="2657475" y="2362200"/>
                </a:cubicBezTo>
                <a:cubicBezTo>
                  <a:pt x="2944812" y="2359025"/>
                  <a:pt x="3210718" y="1746250"/>
                  <a:pt x="3476625" y="11334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FD263D-0A64-4A97-817F-DB181BC7EA26}"/>
                  </a:ext>
                </a:extLst>
              </p:cNvPr>
              <p:cNvSpPr txBox="1"/>
              <p:nvPr/>
            </p:nvSpPr>
            <p:spPr>
              <a:xfrm>
                <a:off x="2267272" y="2977902"/>
                <a:ext cx="1922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FD263D-0A64-4A97-817F-DB181BC7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72" y="2977902"/>
                <a:ext cx="192286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D096C9-9665-439B-9ED0-A6E18B14D4D8}"/>
              </a:ext>
            </a:extLst>
          </p:cNvPr>
          <p:cNvCxnSpPr/>
          <p:nvPr/>
        </p:nvCxnSpPr>
        <p:spPr>
          <a:xfrm flipV="1">
            <a:off x="4801008" y="2548781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CEF029-E581-4927-B656-855B6C43D1D1}"/>
              </a:ext>
            </a:extLst>
          </p:cNvPr>
          <p:cNvCxnSpPr/>
          <p:nvPr/>
        </p:nvCxnSpPr>
        <p:spPr>
          <a:xfrm flipV="1">
            <a:off x="4801008" y="4005064"/>
            <a:ext cx="3841824" cy="17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93D8A0-D923-4A6F-994E-7E80BFE1F4A2}"/>
                  </a:ext>
                </a:extLst>
              </p:cNvPr>
              <p:cNvSpPr txBox="1"/>
              <p:nvPr/>
            </p:nvSpPr>
            <p:spPr>
              <a:xfrm>
                <a:off x="5456571" y="3995539"/>
                <a:ext cx="432048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393D8A0-D923-4A6F-994E-7E80BFE1F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71" y="3995539"/>
                <a:ext cx="432048" cy="5629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F36F9-DBDD-48E2-B4D6-E8CF3973305A}"/>
                  </a:ext>
                </a:extLst>
              </p:cNvPr>
              <p:cNvSpPr txBox="1"/>
              <p:nvPr/>
            </p:nvSpPr>
            <p:spPr>
              <a:xfrm>
                <a:off x="6274406" y="4005064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AF36F9-DBDD-48E2-B4D6-E8CF39733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406" y="4005064"/>
                <a:ext cx="4320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F8118DA-3E7F-4EC3-97C7-71ED82642AB2}"/>
                  </a:ext>
                </a:extLst>
              </p:cNvPr>
              <p:cNvSpPr txBox="1"/>
              <p:nvPr/>
            </p:nvSpPr>
            <p:spPr>
              <a:xfrm>
                <a:off x="7221387" y="3970139"/>
                <a:ext cx="4320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F8118DA-3E7F-4EC3-97C7-71ED82642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387" y="3970139"/>
                <a:ext cx="432048" cy="63478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24DA28-58EB-4F7A-B54D-710A0135F84B}"/>
                  </a:ext>
                </a:extLst>
              </p:cNvPr>
              <p:cNvSpPr txBox="1"/>
              <p:nvPr/>
            </p:nvSpPr>
            <p:spPr>
              <a:xfrm>
                <a:off x="7984999" y="399553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24DA28-58EB-4F7A-B54D-710A0135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4999" y="3995539"/>
                <a:ext cx="432048" cy="369332"/>
              </a:xfrm>
              <a:prstGeom prst="rect">
                <a:avLst/>
              </a:prstGeom>
              <a:blipFill>
                <a:blip r:embed="rId13"/>
                <a:stretch>
                  <a:fillRect r="-14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1524C5-C108-43B8-9C5E-BE11B5EA189C}"/>
                  </a:ext>
                </a:extLst>
              </p:cNvPr>
              <p:cNvSpPr txBox="1"/>
              <p:nvPr/>
            </p:nvSpPr>
            <p:spPr>
              <a:xfrm>
                <a:off x="8570142" y="3796655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91524C5-C108-43B8-9C5E-BE11B5EA1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142" y="3796655"/>
                <a:ext cx="4320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E6B8A8-F622-4BF8-8B34-568ED3D6F82B}"/>
                  </a:ext>
                </a:extLst>
              </p:cNvPr>
              <p:cNvSpPr txBox="1"/>
              <p:nvPr/>
            </p:nvSpPr>
            <p:spPr>
              <a:xfrm>
                <a:off x="4572408" y="2185551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0E6B8A8-F622-4BF8-8B34-568ED3D6F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408" y="2185551"/>
                <a:ext cx="432048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E5C14AA-055D-4350-9FFF-31E190CF86C4}"/>
              </a:ext>
            </a:extLst>
          </p:cNvPr>
          <p:cNvSpPr/>
          <p:nvPr/>
        </p:nvSpPr>
        <p:spPr>
          <a:xfrm>
            <a:off x="4808373" y="2879409"/>
            <a:ext cx="3431860" cy="2362740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  <a:gd name="connsiteX0" fmla="*/ 0 w 3530754"/>
              <a:gd name="connsiteY0" fmla="*/ 1152525 h 2362209"/>
              <a:gd name="connsiteX1" fmla="*/ 885825 w 3530754"/>
              <a:gd name="connsiteY1" fmla="*/ 0 h 2362209"/>
              <a:gd name="connsiteX2" fmla="*/ 1752600 w 3530754"/>
              <a:gd name="connsiteY2" fmla="*/ 1152525 h 2362209"/>
              <a:gd name="connsiteX3" fmla="*/ 2657475 w 3530754"/>
              <a:gd name="connsiteY3" fmla="*/ 2362200 h 2362209"/>
              <a:gd name="connsiteX4" fmla="*/ 3476625 w 3530754"/>
              <a:gd name="connsiteY4" fmla="*/ 1133475 h 2362209"/>
              <a:gd name="connsiteX5" fmla="*/ 3452313 w 3530754"/>
              <a:gd name="connsiteY5" fmla="*/ 1128534 h 2362209"/>
              <a:gd name="connsiteX0" fmla="*/ 0 w 4271048"/>
              <a:gd name="connsiteY0" fmla="*/ 1152525 h 2362209"/>
              <a:gd name="connsiteX1" fmla="*/ 885825 w 4271048"/>
              <a:gd name="connsiteY1" fmla="*/ 0 h 2362209"/>
              <a:gd name="connsiteX2" fmla="*/ 1752600 w 4271048"/>
              <a:gd name="connsiteY2" fmla="*/ 1152525 h 2362209"/>
              <a:gd name="connsiteX3" fmla="*/ 2657475 w 4271048"/>
              <a:gd name="connsiteY3" fmla="*/ 2362200 h 2362209"/>
              <a:gd name="connsiteX4" fmla="*/ 3476625 w 4271048"/>
              <a:gd name="connsiteY4" fmla="*/ 1133475 h 2362209"/>
              <a:gd name="connsiteX5" fmla="*/ 4271020 w 4271048"/>
              <a:gd name="connsiteY5" fmla="*/ 97176 h 2362209"/>
              <a:gd name="connsiteX0" fmla="*/ 0 w 4292312"/>
              <a:gd name="connsiteY0" fmla="*/ 1152525 h 2362209"/>
              <a:gd name="connsiteX1" fmla="*/ 885825 w 4292312"/>
              <a:gd name="connsiteY1" fmla="*/ 0 h 2362209"/>
              <a:gd name="connsiteX2" fmla="*/ 1752600 w 4292312"/>
              <a:gd name="connsiteY2" fmla="*/ 1152525 h 2362209"/>
              <a:gd name="connsiteX3" fmla="*/ 2657475 w 4292312"/>
              <a:gd name="connsiteY3" fmla="*/ 2362200 h 2362209"/>
              <a:gd name="connsiteX4" fmla="*/ 3476625 w 4292312"/>
              <a:gd name="connsiteY4" fmla="*/ 1133475 h 2362209"/>
              <a:gd name="connsiteX5" fmla="*/ 4292285 w 4292312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3406460"/>
              <a:gd name="connsiteY0" fmla="*/ 0 h 2362209"/>
              <a:gd name="connsiteX1" fmla="*/ 866775 w 3406460"/>
              <a:gd name="connsiteY1" fmla="*/ 1152525 h 2362209"/>
              <a:gd name="connsiteX2" fmla="*/ 1771650 w 3406460"/>
              <a:gd name="connsiteY2" fmla="*/ 2362200 h 2362209"/>
              <a:gd name="connsiteX3" fmla="*/ 2590800 w 3406460"/>
              <a:gd name="connsiteY3" fmla="*/ 1133475 h 2362209"/>
              <a:gd name="connsiteX4" fmla="*/ 3406460 w 3406460"/>
              <a:gd name="connsiteY4" fmla="*/ 75911 h 2362209"/>
              <a:gd name="connsiteX0" fmla="*/ 0 w 3431860"/>
              <a:gd name="connsiteY0" fmla="*/ 0 h 2362209"/>
              <a:gd name="connsiteX1" fmla="*/ 892175 w 3431860"/>
              <a:gd name="connsiteY1" fmla="*/ 1152525 h 2362209"/>
              <a:gd name="connsiteX2" fmla="*/ 1797050 w 3431860"/>
              <a:gd name="connsiteY2" fmla="*/ 2362200 h 2362209"/>
              <a:gd name="connsiteX3" fmla="*/ 2616200 w 3431860"/>
              <a:gd name="connsiteY3" fmla="*/ 1133475 h 2362209"/>
              <a:gd name="connsiteX4" fmla="*/ 3431860 w 3431860"/>
              <a:gd name="connsiteY4" fmla="*/ 75911 h 2362209"/>
              <a:gd name="connsiteX0" fmla="*/ 0 w 3431860"/>
              <a:gd name="connsiteY0" fmla="*/ 426 h 2362635"/>
              <a:gd name="connsiteX1" fmla="*/ 892175 w 3431860"/>
              <a:gd name="connsiteY1" fmla="*/ 1152951 h 2362635"/>
              <a:gd name="connsiteX2" fmla="*/ 1797050 w 3431860"/>
              <a:gd name="connsiteY2" fmla="*/ 2362626 h 2362635"/>
              <a:gd name="connsiteX3" fmla="*/ 2616200 w 3431860"/>
              <a:gd name="connsiteY3" fmla="*/ 1133901 h 2362635"/>
              <a:gd name="connsiteX4" fmla="*/ 3431860 w 3431860"/>
              <a:gd name="connsiteY4" fmla="*/ 76337 h 2362635"/>
              <a:gd name="connsiteX0" fmla="*/ 0 w 3431860"/>
              <a:gd name="connsiteY0" fmla="*/ 531 h 2362740"/>
              <a:gd name="connsiteX1" fmla="*/ 892175 w 3431860"/>
              <a:gd name="connsiteY1" fmla="*/ 1153056 h 2362740"/>
              <a:gd name="connsiteX2" fmla="*/ 1797050 w 3431860"/>
              <a:gd name="connsiteY2" fmla="*/ 2362731 h 2362740"/>
              <a:gd name="connsiteX3" fmla="*/ 2616200 w 3431860"/>
              <a:gd name="connsiteY3" fmla="*/ 1134006 h 2362740"/>
              <a:gd name="connsiteX4" fmla="*/ 3431860 w 3431860"/>
              <a:gd name="connsiteY4" fmla="*/ 76442 h 236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1860" h="2362740">
                <a:moveTo>
                  <a:pt x="0" y="531"/>
                </a:moveTo>
                <a:cubicBezTo>
                  <a:pt x="706770" y="-20735"/>
                  <a:pt x="667095" y="599868"/>
                  <a:pt x="892175" y="1153056"/>
                </a:cubicBezTo>
                <a:cubicBezTo>
                  <a:pt x="1078607" y="1611257"/>
                  <a:pt x="1509713" y="2365906"/>
                  <a:pt x="1797050" y="2362731"/>
                </a:cubicBezTo>
                <a:cubicBezTo>
                  <a:pt x="2084387" y="2359556"/>
                  <a:pt x="2350293" y="1746781"/>
                  <a:pt x="2616200" y="1134006"/>
                </a:cubicBezTo>
                <a:cubicBezTo>
                  <a:pt x="2710573" y="864895"/>
                  <a:pt x="2903525" y="102872"/>
                  <a:pt x="3431860" y="764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25E901-D78A-4ED7-B1B8-3639C34D1C40}"/>
                  </a:ext>
                </a:extLst>
              </p:cNvPr>
              <p:cNvSpPr txBox="1"/>
              <p:nvPr/>
            </p:nvSpPr>
            <p:spPr>
              <a:xfrm>
                <a:off x="6618496" y="2457202"/>
                <a:ext cx="1922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425E901-D78A-4ED7-B1B8-3639C34D1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496" y="2457202"/>
                <a:ext cx="192286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A399C3-AC86-47E2-8B9E-9C624FA5FC92}"/>
                  </a:ext>
                </a:extLst>
              </p:cNvPr>
              <p:cNvSpPr txBox="1"/>
              <p:nvPr/>
            </p:nvSpPr>
            <p:spPr>
              <a:xfrm>
                <a:off x="127591" y="2742950"/>
                <a:ext cx="4235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A399C3-AC86-47E2-8B9E-9C624FA5F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91" y="2742950"/>
                <a:ext cx="4235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2FCA0C-B996-414F-9AA9-79F72893DA3C}"/>
                  </a:ext>
                </a:extLst>
              </p:cNvPr>
              <p:cNvSpPr txBox="1"/>
              <p:nvPr/>
            </p:nvSpPr>
            <p:spPr>
              <a:xfrm>
                <a:off x="53162" y="4987260"/>
                <a:ext cx="4858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62FCA0C-B996-414F-9AA9-79F72893D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2" y="4987260"/>
                <a:ext cx="48583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09E66A-3CA8-4F6B-BB89-3AD781F801EE}"/>
                  </a:ext>
                </a:extLst>
              </p:cNvPr>
              <p:cNvSpPr txBox="1"/>
              <p:nvPr/>
            </p:nvSpPr>
            <p:spPr>
              <a:xfrm>
                <a:off x="4368919" y="2712138"/>
                <a:ext cx="4235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09E66A-3CA8-4F6B-BB89-3AD781F80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19" y="2712138"/>
                <a:ext cx="4235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00B75A-FC3B-4D6F-885D-38EBC5B025B9}"/>
                  </a:ext>
                </a:extLst>
              </p:cNvPr>
              <p:cNvSpPr txBox="1"/>
              <p:nvPr/>
            </p:nvSpPr>
            <p:spPr>
              <a:xfrm>
                <a:off x="4359564" y="4912602"/>
                <a:ext cx="4858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D00B75A-FC3B-4D6F-885D-38EBC5B02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564" y="4912602"/>
                <a:ext cx="48583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015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467CE22-7EEC-4DBC-82D5-05688DE982F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573C5D6-745C-4FF5-ACE3-D081978E157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60EBE64-3880-45D4-A8EE-13E76ED62CE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BED208-3F5E-4C6A-BD42-143CABFB93F2}"/>
                  </a:ext>
                </a:extLst>
              </p:cNvPr>
              <p:cNvSpPr txBox="1"/>
              <p:nvPr/>
            </p:nvSpPr>
            <p:spPr>
              <a:xfrm>
                <a:off x="467544" y="836712"/>
                <a:ext cx="7344816" cy="5068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BED208-3F5E-4C6A-BD42-143CABFB9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36712"/>
                <a:ext cx="7344816" cy="5068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B19CDB-9802-4675-9A72-A0526892678F}"/>
              </a:ext>
            </a:extLst>
          </p:cNvPr>
          <p:cNvCxnSpPr/>
          <p:nvPr/>
        </p:nvCxnSpPr>
        <p:spPr>
          <a:xfrm flipV="1">
            <a:off x="2413635" y="2324176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A3AC3C-C96C-411F-87EC-970C9C776C9A}"/>
              </a:ext>
            </a:extLst>
          </p:cNvPr>
          <p:cNvCxnSpPr/>
          <p:nvPr/>
        </p:nvCxnSpPr>
        <p:spPr>
          <a:xfrm flipV="1">
            <a:off x="2413635" y="3780459"/>
            <a:ext cx="3841824" cy="17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17129-BE12-44AB-AE12-981C051B8762}"/>
                  </a:ext>
                </a:extLst>
              </p:cNvPr>
              <p:cNvSpPr txBox="1"/>
              <p:nvPr/>
            </p:nvSpPr>
            <p:spPr>
              <a:xfrm>
                <a:off x="3069198" y="3770934"/>
                <a:ext cx="432048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17129-BE12-44AB-AE12-981C051B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198" y="3770934"/>
                <a:ext cx="432048" cy="562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27F175-ACB8-4CA3-8C56-61034BF8622B}"/>
                  </a:ext>
                </a:extLst>
              </p:cNvPr>
              <p:cNvSpPr txBox="1"/>
              <p:nvPr/>
            </p:nvSpPr>
            <p:spPr>
              <a:xfrm>
                <a:off x="4003991" y="3716663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27F175-ACB8-4CA3-8C56-61034BF8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991" y="3716663"/>
                <a:ext cx="4320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C3CFB-91BD-4225-80E1-2C4124D0F5CB}"/>
                  </a:ext>
                </a:extLst>
              </p:cNvPr>
              <p:cNvSpPr txBox="1"/>
              <p:nvPr/>
            </p:nvSpPr>
            <p:spPr>
              <a:xfrm>
                <a:off x="4834014" y="3745534"/>
                <a:ext cx="4320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C3CFB-91BD-4225-80E1-2C4124D0F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014" y="3745534"/>
                <a:ext cx="432048" cy="6347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B2E2AA-184D-48C8-AE2A-B04D368B4B56}"/>
                  </a:ext>
                </a:extLst>
              </p:cNvPr>
              <p:cNvSpPr txBox="1"/>
              <p:nvPr/>
            </p:nvSpPr>
            <p:spPr>
              <a:xfrm>
                <a:off x="5597626" y="3770934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B2E2AA-184D-48C8-AE2A-B04D368B4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626" y="3770934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05A3AF-AA28-48B4-9869-5D51D676BB3A}"/>
                  </a:ext>
                </a:extLst>
              </p:cNvPr>
              <p:cNvSpPr txBox="1"/>
              <p:nvPr/>
            </p:nvSpPr>
            <p:spPr>
              <a:xfrm>
                <a:off x="6182769" y="357205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05A3AF-AA28-48B4-9869-5D51D676B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769" y="3572050"/>
                <a:ext cx="4320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D16F99-E7DF-4D33-9615-02DCD7B2E73C}"/>
                  </a:ext>
                </a:extLst>
              </p:cNvPr>
              <p:cNvSpPr txBox="1"/>
              <p:nvPr/>
            </p:nvSpPr>
            <p:spPr>
              <a:xfrm>
                <a:off x="2185035" y="1960946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ED16F99-E7DF-4D33-9615-02DCD7B2E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035" y="1960946"/>
                <a:ext cx="4320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D764DB4-C892-41D7-A184-92902D511634}"/>
              </a:ext>
            </a:extLst>
          </p:cNvPr>
          <p:cNvSpPr/>
          <p:nvPr/>
        </p:nvSpPr>
        <p:spPr>
          <a:xfrm>
            <a:off x="2421000" y="2644171"/>
            <a:ext cx="3431860" cy="2362740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  <a:gd name="connsiteX0" fmla="*/ 0 w 3530754"/>
              <a:gd name="connsiteY0" fmla="*/ 1152525 h 2362209"/>
              <a:gd name="connsiteX1" fmla="*/ 885825 w 3530754"/>
              <a:gd name="connsiteY1" fmla="*/ 0 h 2362209"/>
              <a:gd name="connsiteX2" fmla="*/ 1752600 w 3530754"/>
              <a:gd name="connsiteY2" fmla="*/ 1152525 h 2362209"/>
              <a:gd name="connsiteX3" fmla="*/ 2657475 w 3530754"/>
              <a:gd name="connsiteY3" fmla="*/ 2362200 h 2362209"/>
              <a:gd name="connsiteX4" fmla="*/ 3476625 w 3530754"/>
              <a:gd name="connsiteY4" fmla="*/ 1133475 h 2362209"/>
              <a:gd name="connsiteX5" fmla="*/ 3452313 w 3530754"/>
              <a:gd name="connsiteY5" fmla="*/ 1128534 h 2362209"/>
              <a:gd name="connsiteX0" fmla="*/ 0 w 4271048"/>
              <a:gd name="connsiteY0" fmla="*/ 1152525 h 2362209"/>
              <a:gd name="connsiteX1" fmla="*/ 885825 w 4271048"/>
              <a:gd name="connsiteY1" fmla="*/ 0 h 2362209"/>
              <a:gd name="connsiteX2" fmla="*/ 1752600 w 4271048"/>
              <a:gd name="connsiteY2" fmla="*/ 1152525 h 2362209"/>
              <a:gd name="connsiteX3" fmla="*/ 2657475 w 4271048"/>
              <a:gd name="connsiteY3" fmla="*/ 2362200 h 2362209"/>
              <a:gd name="connsiteX4" fmla="*/ 3476625 w 4271048"/>
              <a:gd name="connsiteY4" fmla="*/ 1133475 h 2362209"/>
              <a:gd name="connsiteX5" fmla="*/ 4271020 w 4271048"/>
              <a:gd name="connsiteY5" fmla="*/ 97176 h 2362209"/>
              <a:gd name="connsiteX0" fmla="*/ 0 w 4292312"/>
              <a:gd name="connsiteY0" fmla="*/ 1152525 h 2362209"/>
              <a:gd name="connsiteX1" fmla="*/ 885825 w 4292312"/>
              <a:gd name="connsiteY1" fmla="*/ 0 h 2362209"/>
              <a:gd name="connsiteX2" fmla="*/ 1752600 w 4292312"/>
              <a:gd name="connsiteY2" fmla="*/ 1152525 h 2362209"/>
              <a:gd name="connsiteX3" fmla="*/ 2657475 w 4292312"/>
              <a:gd name="connsiteY3" fmla="*/ 2362200 h 2362209"/>
              <a:gd name="connsiteX4" fmla="*/ 3476625 w 4292312"/>
              <a:gd name="connsiteY4" fmla="*/ 1133475 h 2362209"/>
              <a:gd name="connsiteX5" fmla="*/ 4292285 w 4292312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3406460"/>
              <a:gd name="connsiteY0" fmla="*/ 0 h 2362209"/>
              <a:gd name="connsiteX1" fmla="*/ 866775 w 3406460"/>
              <a:gd name="connsiteY1" fmla="*/ 1152525 h 2362209"/>
              <a:gd name="connsiteX2" fmla="*/ 1771650 w 3406460"/>
              <a:gd name="connsiteY2" fmla="*/ 2362200 h 2362209"/>
              <a:gd name="connsiteX3" fmla="*/ 2590800 w 3406460"/>
              <a:gd name="connsiteY3" fmla="*/ 1133475 h 2362209"/>
              <a:gd name="connsiteX4" fmla="*/ 3406460 w 3406460"/>
              <a:gd name="connsiteY4" fmla="*/ 75911 h 2362209"/>
              <a:gd name="connsiteX0" fmla="*/ 0 w 3431860"/>
              <a:gd name="connsiteY0" fmla="*/ 0 h 2362209"/>
              <a:gd name="connsiteX1" fmla="*/ 892175 w 3431860"/>
              <a:gd name="connsiteY1" fmla="*/ 1152525 h 2362209"/>
              <a:gd name="connsiteX2" fmla="*/ 1797050 w 3431860"/>
              <a:gd name="connsiteY2" fmla="*/ 2362200 h 2362209"/>
              <a:gd name="connsiteX3" fmla="*/ 2616200 w 3431860"/>
              <a:gd name="connsiteY3" fmla="*/ 1133475 h 2362209"/>
              <a:gd name="connsiteX4" fmla="*/ 3431860 w 3431860"/>
              <a:gd name="connsiteY4" fmla="*/ 75911 h 2362209"/>
              <a:gd name="connsiteX0" fmla="*/ 0 w 3431860"/>
              <a:gd name="connsiteY0" fmla="*/ 426 h 2362635"/>
              <a:gd name="connsiteX1" fmla="*/ 892175 w 3431860"/>
              <a:gd name="connsiteY1" fmla="*/ 1152951 h 2362635"/>
              <a:gd name="connsiteX2" fmla="*/ 1797050 w 3431860"/>
              <a:gd name="connsiteY2" fmla="*/ 2362626 h 2362635"/>
              <a:gd name="connsiteX3" fmla="*/ 2616200 w 3431860"/>
              <a:gd name="connsiteY3" fmla="*/ 1133901 h 2362635"/>
              <a:gd name="connsiteX4" fmla="*/ 3431860 w 3431860"/>
              <a:gd name="connsiteY4" fmla="*/ 76337 h 2362635"/>
              <a:gd name="connsiteX0" fmla="*/ 0 w 3431860"/>
              <a:gd name="connsiteY0" fmla="*/ 531 h 2362740"/>
              <a:gd name="connsiteX1" fmla="*/ 892175 w 3431860"/>
              <a:gd name="connsiteY1" fmla="*/ 1153056 h 2362740"/>
              <a:gd name="connsiteX2" fmla="*/ 1797050 w 3431860"/>
              <a:gd name="connsiteY2" fmla="*/ 2362731 h 2362740"/>
              <a:gd name="connsiteX3" fmla="*/ 2616200 w 3431860"/>
              <a:gd name="connsiteY3" fmla="*/ 1134006 h 2362740"/>
              <a:gd name="connsiteX4" fmla="*/ 3431860 w 3431860"/>
              <a:gd name="connsiteY4" fmla="*/ 76442 h 2362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1860" h="2362740">
                <a:moveTo>
                  <a:pt x="0" y="531"/>
                </a:moveTo>
                <a:cubicBezTo>
                  <a:pt x="706770" y="-20735"/>
                  <a:pt x="667095" y="599868"/>
                  <a:pt x="892175" y="1153056"/>
                </a:cubicBezTo>
                <a:cubicBezTo>
                  <a:pt x="1078607" y="1611257"/>
                  <a:pt x="1509713" y="2365906"/>
                  <a:pt x="1797050" y="2362731"/>
                </a:cubicBezTo>
                <a:cubicBezTo>
                  <a:pt x="2084387" y="2359556"/>
                  <a:pt x="2350293" y="1746781"/>
                  <a:pt x="2616200" y="1134006"/>
                </a:cubicBezTo>
                <a:cubicBezTo>
                  <a:pt x="2710573" y="864895"/>
                  <a:pt x="2903525" y="102872"/>
                  <a:pt x="3431860" y="76442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777143-F995-452C-83BF-5922CD625303}"/>
                  </a:ext>
                </a:extLst>
              </p:cNvPr>
              <p:cNvSpPr txBox="1"/>
              <p:nvPr/>
            </p:nvSpPr>
            <p:spPr>
              <a:xfrm>
                <a:off x="2867351" y="2167743"/>
                <a:ext cx="2733201" cy="562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777143-F995-452C-83BF-5922CD625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351" y="2167743"/>
                <a:ext cx="2733201" cy="5629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ED6ED-C026-4531-839B-B6A0BDC484AB}"/>
                  </a:ext>
                </a:extLst>
              </p:cNvPr>
              <p:cNvSpPr txBox="1"/>
              <p:nvPr/>
            </p:nvSpPr>
            <p:spPr>
              <a:xfrm>
                <a:off x="1981546" y="2487533"/>
                <a:ext cx="4235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ED6ED-C026-4531-839B-B6A0BDC48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546" y="2487533"/>
                <a:ext cx="4235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C41E1F-D8A5-4403-BAE0-08157203B849}"/>
                  </a:ext>
                </a:extLst>
              </p:cNvPr>
              <p:cNvSpPr txBox="1"/>
              <p:nvPr/>
            </p:nvSpPr>
            <p:spPr>
              <a:xfrm>
                <a:off x="1972191" y="4687997"/>
                <a:ext cx="4858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C41E1F-D8A5-4403-BAE0-08157203B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191" y="4687997"/>
                <a:ext cx="48583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EF3579-71E4-4208-90C8-19F3EFA84181}"/>
              </a:ext>
            </a:extLst>
          </p:cNvPr>
          <p:cNvSpPr/>
          <p:nvPr/>
        </p:nvSpPr>
        <p:spPr>
          <a:xfrm>
            <a:off x="2451940" y="2737500"/>
            <a:ext cx="3364071" cy="2286317"/>
          </a:xfrm>
          <a:custGeom>
            <a:avLst/>
            <a:gdLst>
              <a:gd name="connsiteX0" fmla="*/ 0 w 3476625"/>
              <a:gd name="connsiteY0" fmla="*/ 1152525 h 2362209"/>
              <a:gd name="connsiteX1" fmla="*/ 885825 w 3476625"/>
              <a:gd name="connsiteY1" fmla="*/ 0 h 2362209"/>
              <a:gd name="connsiteX2" fmla="*/ 1752600 w 3476625"/>
              <a:gd name="connsiteY2" fmla="*/ 1152525 h 2362209"/>
              <a:gd name="connsiteX3" fmla="*/ 2657475 w 3476625"/>
              <a:gd name="connsiteY3" fmla="*/ 2362200 h 2362209"/>
              <a:gd name="connsiteX4" fmla="*/ 3476625 w 3476625"/>
              <a:gd name="connsiteY4" fmla="*/ 1133475 h 2362209"/>
              <a:gd name="connsiteX0" fmla="*/ 0 w 3530754"/>
              <a:gd name="connsiteY0" fmla="*/ 1152525 h 2362209"/>
              <a:gd name="connsiteX1" fmla="*/ 885825 w 3530754"/>
              <a:gd name="connsiteY1" fmla="*/ 0 h 2362209"/>
              <a:gd name="connsiteX2" fmla="*/ 1752600 w 3530754"/>
              <a:gd name="connsiteY2" fmla="*/ 1152525 h 2362209"/>
              <a:gd name="connsiteX3" fmla="*/ 2657475 w 3530754"/>
              <a:gd name="connsiteY3" fmla="*/ 2362200 h 2362209"/>
              <a:gd name="connsiteX4" fmla="*/ 3476625 w 3530754"/>
              <a:gd name="connsiteY4" fmla="*/ 1133475 h 2362209"/>
              <a:gd name="connsiteX5" fmla="*/ 3452313 w 3530754"/>
              <a:gd name="connsiteY5" fmla="*/ 1128534 h 2362209"/>
              <a:gd name="connsiteX0" fmla="*/ 0 w 4271048"/>
              <a:gd name="connsiteY0" fmla="*/ 1152525 h 2362209"/>
              <a:gd name="connsiteX1" fmla="*/ 885825 w 4271048"/>
              <a:gd name="connsiteY1" fmla="*/ 0 h 2362209"/>
              <a:gd name="connsiteX2" fmla="*/ 1752600 w 4271048"/>
              <a:gd name="connsiteY2" fmla="*/ 1152525 h 2362209"/>
              <a:gd name="connsiteX3" fmla="*/ 2657475 w 4271048"/>
              <a:gd name="connsiteY3" fmla="*/ 2362200 h 2362209"/>
              <a:gd name="connsiteX4" fmla="*/ 3476625 w 4271048"/>
              <a:gd name="connsiteY4" fmla="*/ 1133475 h 2362209"/>
              <a:gd name="connsiteX5" fmla="*/ 4271020 w 4271048"/>
              <a:gd name="connsiteY5" fmla="*/ 97176 h 2362209"/>
              <a:gd name="connsiteX0" fmla="*/ 0 w 4292312"/>
              <a:gd name="connsiteY0" fmla="*/ 1152525 h 2362209"/>
              <a:gd name="connsiteX1" fmla="*/ 885825 w 4292312"/>
              <a:gd name="connsiteY1" fmla="*/ 0 h 2362209"/>
              <a:gd name="connsiteX2" fmla="*/ 1752600 w 4292312"/>
              <a:gd name="connsiteY2" fmla="*/ 1152525 h 2362209"/>
              <a:gd name="connsiteX3" fmla="*/ 2657475 w 4292312"/>
              <a:gd name="connsiteY3" fmla="*/ 2362200 h 2362209"/>
              <a:gd name="connsiteX4" fmla="*/ 3476625 w 4292312"/>
              <a:gd name="connsiteY4" fmla="*/ 1133475 h 2362209"/>
              <a:gd name="connsiteX5" fmla="*/ 4292285 w 4292312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4292285"/>
              <a:gd name="connsiteY0" fmla="*/ 1152525 h 2362209"/>
              <a:gd name="connsiteX1" fmla="*/ 885825 w 4292285"/>
              <a:gd name="connsiteY1" fmla="*/ 0 h 2362209"/>
              <a:gd name="connsiteX2" fmla="*/ 1752600 w 4292285"/>
              <a:gd name="connsiteY2" fmla="*/ 1152525 h 2362209"/>
              <a:gd name="connsiteX3" fmla="*/ 2657475 w 4292285"/>
              <a:gd name="connsiteY3" fmla="*/ 2362200 h 2362209"/>
              <a:gd name="connsiteX4" fmla="*/ 3476625 w 4292285"/>
              <a:gd name="connsiteY4" fmla="*/ 1133475 h 2362209"/>
              <a:gd name="connsiteX5" fmla="*/ 4292285 w 4292285"/>
              <a:gd name="connsiteY5" fmla="*/ 75911 h 2362209"/>
              <a:gd name="connsiteX0" fmla="*/ 0 w 3406460"/>
              <a:gd name="connsiteY0" fmla="*/ 0 h 2362209"/>
              <a:gd name="connsiteX1" fmla="*/ 866775 w 3406460"/>
              <a:gd name="connsiteY1" fmla="*/ 1152525 h 2362209"/>
              <a:gd name="connsiteX2" fmla="*/ 1771650 w 3406460"/>
              <a:gd name="connsiteY2" fmla="*/ 2362200 h 2362209"/>
              <a:gd name="connsiteX3" fmla="*/ 2590800 w 3406460"/>
              <a:gd name="connsiteY3" fmla="*/ 1133475 h 2362209"/>
              <a:gd name="connsiteX4" fmla="*/ 3406460 w 3406460"/>
              <a:gd name="connsiteY4" fmla="*/ 75911 h 2362209"/>
              <a:gd name="connsiteX0" fmla="*/ 0 w 3431860"/>
              <a:gd name="connsiteY0" fmla="*/ 0 h 2362209"/>
              <a:gd name="connsiteX1" fmla="*/ 892175 w 3431860"/>
              <a:gd name="connsiteY1" fmla="*/ 1152525 h 2362209"/>
              <a:gd name="connsiteX2" fmla="*/ 1797050 w 3431860"/>
              <a:gd name="connsiteY2" fmla="*/ 2362200 h 2362209"/>
              <a:gd name="connsiteX3" fmla="*/ 2616200 w 3431860"/>
              <a:gd name="connsiteY3" fmla="*/ 1133475 h 2362209"/>
              <a:gd name="connsiteX4" fmla="*/ 3431860 w 3431860"/>
              <a:gd name="connsiteY4" fmla="*/ 75911 h 2362209"/>
              <a:gd name="connsiteX0" fmla="*/ 0 w 3431860"/>
              <a:gd name="connsiteY0" fmla="*/ 426 h 2362635"/>
              <a:gd name="connsiteX1" fmla="*/ 892175 w 3431860"/>
              <a:gd name="connsiteY1" fmla="*/ 1152951 h 2362635"/>
              <a:gd name="connsiteX2" fmla="*/ 1797050 w 3431860"/>
              <a:gd name="connsiteY2" fmla="*/ 2362626 h 2362635"/>
              <a:gd name="connsiteX3" fmla="*/ 2616200 w 3431860"/>
              <a:gd name="connsiteY3" fmla="*/ 1133901 h 2362635"/>
              <a:gd name="connsiteX4" fmla="*/ 3431860 w 3431860"/>
              <a:gd name="connsiteY4" fmla="*/ 76337 h 2362635"/>
              <a:gd name="connsiteX0" fmla="*/ 0 w 3431860"/>
              <a:gd name="connsiteY0" fmla="*/ 531 h 2362740"/>
              <a:gd name="connsiteX1" fmla="*/ 892175 w 3431860"/>
              <a:gd name="connsiteY1" fmla="*/ 1153056 h 2362740"/>
              <a:gd name="connsiteX2" fmla="*/ 1797050 w 3431860"/>
              <a:gd name="connsiteY2" fmla="*/ 2362731 h 2362740"/>
              <a:gd name="connsiteX3" fmla="*/ 2616200 w 3431860"/>
              <a:gd name="connsiteY3" fmla="*/ 1134006 h 2362740"/>
              <a:gd name="connsiteX4" fmla="*/ 3431860 w 3431860"/>
              <a:gd name="connsiteY4" fmla="*/ 76442 h 2362740"/>
              <a:gd name="connsiteX0" fmla="*/ 0 w 3490875"/>
              <a:gd name="connsiteY0" fmla="*/ 815 h 2363024"/>
              <a:gd name="connsiteX1" fmla="*/ 892175 w 3490875"/>
              <a:gd name="connsiteY1" fmla="*/ 1153340 h 2363024"/>
              <a:gd name="connsiteX2" fmla="*/ 1797050 w 3490875"/>
              <a:gd name="connsiteY2" fmla="*/ 2363015 h 2363024"/>
              <a:gd name="connsiteX3" fmla="*/ 2616200 w 3490875"/>
              <a:gd name="connsiteY3" fmla="*/ 1134290 h 2363024"/>
              <a:gd name="connsiteX4" fmla="*/ 3431860 w 3490875"/>
              <a:gd name="connsiteY4" fmla="*/ 76726 h 2363024"/>
              <a:gd name="connsiteX5" fmla="*/ 3426905 w 3490875"/>
              <a:gd name="connsiteY5" fmla="*/ 82407 h 2363024"/>
              <a:gd name="connsiteX0" fmla="*/ 0 w 4256245"/>
              <a:gd name="connsiteY0" fmla="*/ 532 h 2362741"/>
              <a:gd name="connsiteX1" fmla="*/ 892175 w 4256245"/>
              <a:gd name="connsiteY1" fmla="*/ 1153057 h 2362741"/>
              <a:gd name="connsiteX2" fmla="*/ 1797050 w 4256245"/>
              <a:gd name="connsiteY2" fmla="*/ 2362732 h 2362741"/>
              <a:gd name="connsiteX3" fmla="*/ 2616200 w 4256245"/>
              <a:gd name="connsiteY3" fmla="*/ 1134007 h 2362741"/>
              <a:gd name="connsiteX4" fmla="*/ 3431860 w 4256245"/>
              <a:gd name="connsiteY4" fmla="*/ 76443 h 2362741"/>
              <a:gd name="connsiteX5" fmla="*/ 4256244 w 4256245"/>
              <a:gd name="connsiteY5" fmla="*/ 1134747 h 2362741"/>
              <a:gd name="connsiteX0" fmla="*/ 0 w 4256246"/>
              <a:gd name="connsiteY0" fmla="*/ 532 h 2362741"/>
              <a:gd name="connsiteX1" fmla="*/ 892175 w 4256246"/>
              <a:gd name="connsiteY1" fmla="*/ 1153057 h 2362741"/>
              <a:gd name="connsiteX2" fmla="*/ 1797050 w 4256246"/>
              <a:gd name="connsiteY2" fmla="*/ 2362732 h 2362741"/>
              <a:gd name="connsiteX3" fmla="*/ 2616200 w 4256246"/>
              <a:gd name="connsiteY3" fmla="*/ 1134007 h 2362741"/>
              <a:gd name="connsiteX4" fmla="*/ 3431860 w 4256246"/>
              <a:gd name="connsiteY4" fmla="*/ 76443 h 2362741"/>
              <a:gd name="connsiteX5" fmla="*/ 4256244 w 4256246"/>
              <a:gd name="connsiteY5" fmla="*/ 1134747 h 2362741"/>
              <a:gd name="connsiteX0" fmla="*/ 0 w 3364071"/>
              <a:gd name="connsiteY0" fmla="*/ 1076633 h 2286317"/>
              <a:gd name="connsiteX1" fmla="*/ 904875 w 3364071"/>
              <a:gd name="connsiteY1" fmla="*/ 2286308 h 2286317"/>
              <a:gd name="connsiteX2" fmla="*/ 1724025 w 3364071"/>
              <a:gd name="connsiteY2" fmla="*/ 1057583 h 2286317"/>
              <a:gd name="connsiteX3" fmla="*/ 2539685 w 3364071"/>
              <a:gd name="connsiteY3" fmla="*/ 19 h 2286317"/>
              <a:gd name="connsiteX4" fmla="*/ 3364069 w 3364071"/>
              <a:gd name="connsiteY4" fmla="*/ 1058323 h 2286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4071" h="2286317">
                <a:moveTo>
                  <a:pt x="0" y="1076633"/>
                </a:moveTo>
                <a:cubicBezTo>
                  <a:pt x="186432" y="1534834"/>
                  <a:pt x="617538" y="2289483"/>
                  <a:pt x="904875" y="2286308"/>
                </a:cubicBezTo>
                <a:cubicBezTo>
                  <a:pt x="1192212" y="2283133"/>
                  <a:pt x="1458118" y="1670358"/>
                  <a:pt x="1724025" y="1057583"/>
                </a:cubicBezTo>
                <a:cubicBezTo>
                  <a:pt x="1818398" y="788472"/>
                  <a:pt x="2011350" y="26449"/>
                  <a:pt x="2539685" y="19"/>
                </a:cubicBezTo>
                <a:cubicBezTo>
                  <a:pt x="3089473" y="-5174"/>
                  <a:pt x="3365101" y="1057140"/>
                  <a:pt x="3364069" y="105832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688157-9B1D-4B59-BBDA-752E79D9D00F}"/>
                  </a:ext>
                </a:extLst>
              </p:cNvPr>
              <p:cNvSpPr txBox="1"/>
              <p:nvPr/>
            </p:nvSpPr>
            <p:spPr>
              <a:xfrm>
                <a:off x="5596613" y="2543273"/>
                <a:ext cx="151216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6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GB" sz="16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B688157-9B1D-4B59-BBDA-752E79D9D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613" y="2543273"/>
                <a:ext cx="1512168" cy="338554"/>
              </a:xfrm>
              <a:prstGeom prst="rect">
                <a:avLst/>
              </a:prstGeom>
              <a:blipFill>
                <a:blip r:embed="rId12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ECA7031C-FB0F-4FD9-97D4-0A8601B1E995}"/>
              </a:ext>
            </a:extLst>
          </p:cNvPr>
          <p:cNvSpPr/>
          <p:nvPr/>
        </p:nvSpPr>
        <p:spPr>
          <a:xfrm>
            <a:off x="1733834" y="1611446"/>
            <a:ext cx="5432510" cy="39493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91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CEA2BE-DCE8-4DDD-942D-C9DD0480B3D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2C9F979-36B9-4A4C-901E-C7CEC4C24BF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sin, cos, tan of angles in radians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693A293-DE94-4255-9C1A-F7CE6DD72B6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2EA6E5-A38B-450B-A676-7A19FEA133AD}"/>
                  </a:ext>
                </a:extLst>
              </p:cNvPr>
              <p:cNvSpPr txBox="1"/>
              <p:nvPr/>
            </p:nvSpPr>
            <p:spPr>
              <a:xfrm>
                <a:off x="670804" y="1052736"/>
                <a:ext cx="2677060" cy="144655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Reminder of laws from Year 1:</a:t>
                </a:r>
              </a:p>
              <a:p>
                <a:endParaRPr lang="en-GB" sz="7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180−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360−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2EA6E5-A38B-450B-A676-7A19FEA13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04" y="1052736"/>
                <a:ext cx="2677060" cy="1446550"/>
              </a:xfrm>
              <a:prstGeom prst="rect">
                <a:avLst/>
              </a:prstGeom>
              <a:blipFill>
                <a:blip r:embed="rId2"/>
                <a:stretch>
                  <a:fillRect l="-677" t="-415" r="-451" b="-29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Right 6">
            <a:extLst>
              <a:ext uri="{FF2B5EF4-FFF2-40B4-BE49-F238E27FC236}">
                <a16:creationId xmlns:a16="http://schemas.microsoft.com/office/drawing/2014/main" id="{43A93E84-1218-4836-8B31-57011051944C}"/>
              </a:ext>
            </a:extLst>
          </p:cNvPr>
          <p:cNvSpPr/>
          <p:nvPr/>
        </p:nvSpPr>
        <p:spPr>
          <a:xfrm>
            <a:off x="3347864" y="1556792"/>
            <a:ext cx="851332" cy="43204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6FF05A-4A97-4F59-AEC9-343793D4ED51}"/>
                  </a:ext>
                </a:extLst>
              </p:cNvPr>
              <p:cNvSpPr txBox="1"/>
              <p:nvPr/>
            </p:nvSpPr>
            <p:spPr>
              <a:xfrm>
                <a:off x="4568195" y="1235949"/>
                <a:ext cx="2677060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6FF05A-4A97-4F59-AEC9-343793D4E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95" y="1235949"/>
                <a:ext cx="2677060" cy="1077218"/>
              </a:xfrm>
              <a:prstGeom prst="rect">
                <a:avLst/>
              </a:prstGeom>
              <a:blipFill>
                <a:blip r:embed="rId3"/>
                <a:stretch>
                  <a:fillRect l="-450" b="-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CECA8F-4ABA-4848-9CAC-CD684D61AADB}"/>
                  </a:ext>
                </a:extLst>
              </p:cNvPr>
              <p:cNvSpPr txBox="1"/>
              <p:nvPr/>
            </p:nvSpPr>
            <p:spPr>
              <a:xfrm>
                <a:off x="501745" y="3644535"/>
                <a:ext cx="5239836" cy="5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𝟐𝟒𝟎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𝟏𝟐𝟎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𝟔𝟎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0CECA8F-4ABA-4848-9CAC-CD684D61A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45" y="3644535"/>
                <a:ext cx="5239836" cy="5601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29CAED-5D05-435F-BABE-A16F9ED874E6}"/>
              </a:ext>
            </a:extLst>
          </p:cNvPr>
          <p:cNvCxnSpPr/>
          <p:nvPr/>
        </p:nvCxnSpPr>
        <p:spPr>
          <a:xfrm flipH="1" flipV="1">
            <a:off x="6138960" y="3424967"/>
            <a:ext cx="6871" cy="955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4666A4-D61E-4FF9-8186-B633821A19E3}"/>
              </a:ext>
            </a:extLst>
          </p:cNvPr>
          <p:cNvCxnSpPr/>
          <p:nvPr/>
        </p:nvCxnSpPr>
        <p:spPr>
          <a:xfrm flipV="1">
            <a:off x="5954063" y="3930878"/>
            <a:ext cx="1743075" cy="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798457-78CB-480E-8202-1E2BFF3E0037}"/>
                  </a:ext>
                </a:extLst>
              </p:cNvPr>
              <p:cNvSpPr txBox="1"/>
              <p:nvPr/>
            </p:nvSpPr>
            <p:spPr>
              <a:xfrm>
                <a:off x="6349057" y="3875792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90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798457-78CB-480E-8202-1E2BFF3E0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57" y="3875792"/>
                <a:ext cx="293575" cy="2308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B1C452-AA4E-4A4C-B944-87E7C2489FB7}"/>
              </a:ext>
            </a:extLst>
          </p:cNvPr>
          <p:cNvCxnSpPr/>
          <p:nvPr/>
        </p:nvCxnSpPr>
        <p:spPr>
          <a:xfrm>
            <a:off x="6653176" y="3935395"/>
            <a:ext cx="1362" cy="234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FCC5B3-DF42-4D4E-A635-A4E3945A4482}"/>
                  </a:ext>
                </a:extLst>
              </p:cNvPr>
              <p:cNvSpPr txBox="1"/>
              <p:nvPr/>
            </p:nvSpPr>
            <p:spPr>
              <a:xfrm>
                <a:off x="7617185" y="3799357"/>
                <a:ext cx="29807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8FCC5B3-DF42-4D4E-A635-A4E3945A4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185" y="3799357"/>
                <a:ext cx="298076" cy="2539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0C1F82-C52A-47BD-AB26-A381AD9D70EB}"/>
              </a:ext>
            </a:extLst>
          </p:cNvPr>
          <p:cNvCxnSpPr/>
          <p:nvPr/>
        </p:nvCxnSpPr>
        <p:spPr>
          <a:xfrm flipH="1">
            <a:off x="6142569" y="3678465"/>
            <a:ext cx="256788" cy="3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39574F-57EC-4480-BF66-92ABEA894276}"/>
                  </a:ext>
                </a:extLst>
              </p:cNvPr>
              <p:cNvSpPr txBox="1"/>
              <p:nvPr/>
            </p:nvSpPr>
            <p:spPr>
              <a:xfrm>
                <a:off x="5842884" y="3533555"/>
                <a:ext cx="499517" cy="29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39574F-57EC-4480-BF66-92ABEA894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884" y="3533555"/>
                <a:ext cx="499517" cy="2940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F3CECD-863C-448C-BC6A-4A256D58073B}"/>
              </a:ext>
            </a:extLst>
          </p:cNvPr>
          <p:cNvCxnSpPr/>
          <p:nvPr/>
        </p:nvCxnSpPr>
        <p:spPr>
          <a:xfrm flipV="1">
            <a:off x="6389831" y="3679092"/>
            <a:ext cx="388" cy="251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7D3185-67AC-43E9-9B51-F43EBB2AA947}"/>
              </a:ext>
            </a:extLst>
          </p:cNvPr>
          <p:cNvSpPr/>
          <p:nvPr/>
        </p:nvSpPr>
        <p:spPr>
          <a:xfrm>
            <a:off x="6142569" y="3556044"/>
            <a:ext cx="1123950" cy="796962"/>
          </a:xfrm>
          <a:custGeom>
            <a:avLst/>
            <a:gdLst>
              <a:gd name="connsiteX0" fmla="*/ 0 w 1123950"/>
              <a:gd name="connsiteY0" fmla="*/ 0 h 796943"/>
              <a:gd name="connsiteX1" fmla="*/ 365125 w 1123950"/>
              <a:gd name="connsiteY1" fmla="*/ 384175 h 796943"/>
              <a:gd name="connsiteX2" fmla="*/ 752475 w 1123950"/>
              <a:gd name="connsiteY2" fmla="*/ 796925 h 796943"/>
              <a:gd name="connsiteX3" fmla="*/ 1123950 w 1123950"/>
              <a:gd name="connsiteY3" fmla="*/ 368300 h 796943"/>
              <a:gd name="connsiteX0" fmla="*/ 0 w 1123950"/>
              <a:gd name="connsiteY0" fmla="*/ 12 h 796955"/>
              <a:gd name="connsiteX1" fmla="*/ 365125 w 1123950"/>
              <a:gd name="connsiteY1" fmla="*/ 384187 h 796955"/>
              <a:gd name="connsiteX2" fmla="*/ 752475 w 1123950"/>
              <a:gd name="connsiteY2" fmla="*/ 796937 h 796955"/>
              <a:gd name="connsiteX3" fmla="*/ 1123950 w 1123950"/>
              <a:gd name="connsiteY3" fmla="*/ 368312 h 796955"/>
              <a:gd name="connsiteX0" fmla="*/ 0 w 1123950"/>
              <a:gd name="connsiteY0" fmla="*/ 17 h 796962"/>
              <a:gd name="connsiteX1" fmla="*/ 365125 w 1123950"/>
              <a:gd name="connsiteY1" fmla="*/ 384192 h 796962"/>
              <a:gd name="connsiteX2" fmla="*/ 752475 w 1123950"/>
              <a:gd name="connsiteY2" fmla="*/ 796942 h 796962"/>
              <a:gd name="connsiteX3" fmla="*/ 1123950 w 1123950"/>
              <a:gd name="connsiteY3" fmla="*/ 368317 h 79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950" h="796962">
                <a:moveTo>
                  <a:pt x="0" y="17"/>
                </a:moveTo>
                <a:cubicBezTo>
                  <a:pt x="280458" y="-2100"/>
                  <a:pt x="268817" y="186284"/>
                  <a:pt x="365125" y="384192"/>
                </a:cubicBezTo>
                <a:cubicBezTo>
                  <a:pt x="445058" y="548450"/>
                  <a:pt x="626004" y="799588"/>
                  <a:pt x="752475" y="796942"/>
                </a:cubicBezTo>
                <a:cubicBezTo>
                  <a:pt x="878946" y="794296"/>
                  <a:pt x="1001448" y="581306"/>
                  <a:pt x="1123950" y="36831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24A01C-4AFE-471F-8F90-E812A01C3376}"/>
                  </a:ext>
                </a:extLst>
              </p:cNvPr>
              <p:cNvSpPr txBox="1"/>
              <p:nvPr/>
            </p:nvSpPr>
            <p:spPr>
              <a:xfrm>
                <a:off x="6695019" y="3879157"/>
                <a:ext cx="29357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180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24A01C-4AFE-471F-8F90-E812A01C3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019" y="3879157"/>
                <a:ext cx="293575" cy="230832"/>
              </a:xfrm>
              <a:prstGeom prst="rect">
                <a:avLst/>
              </a:prstGeom>
              <a:blipFill>
                <a:blip r:embed="rId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A5CCF9-A008-42A1-845D-2884AC1E252A}"/>
                  </a:ext>
                </a:extLst>
              </p:cNvPr>
              <p:cNvSpPr txBox="1"/>
              <p:nvPr/>
            </p:nvSpPr>
            <p:spPr>
              <a:xfrm>
                <a:off x="6471279" y="3783885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BA5CCF9-A008-42A1-845D-2884AC1E2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279" y="3783885"/>
                <a:ext cx="293575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6943A1-61B3-4FEB-986D-FC2901166C11}"/>
                  </a:ext>
                </a:extLst>
              </p:cNvPr>
              <p:cNvSpPr txBox="1"/>
              <p:nvPr/>
            </p:nvSpPr>
            <p:spPr>
              <a:xfrm>
                <a:off x="6228291" y="3875047"/>
                <a:ext cx="29357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sz="12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6943A1-61B3-4FEB-986D-FC290116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291" y="3875047"/>
                <a:ext cx="293575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1815647-508F-403E-9F2D-3C687367D5C3}"/>
              </a:ext>
            </a:extLst>
          </p:cNvPr>
          <p:cNvSpPr/>
          <p:nvPr/>
        </p:nvSpPr>
        <p:spPr>
          <a:xfrm>
            <a:off x="6385457" y="3671949"/>
            <a:ext cx="261937" cy="490537"/>
          </a:xfrm>
          <a:custGeom>
            <a:avLst/>
            <a:gdLst>
              <a:gd name="connsiteX0" fmla="*/ 0 w 261937"/>
              <a:gd name="connsiteY0" fmla="*/ 0 h 490537"/>
              <a:gd name="connsiteX1" fmla="*/ 66675 w 261937"/>
              <a:gd name="connsiteY1" fmla="*/ 133350 h 490537"/>
              <a:gd name="connsiteX2" fmla="*/ 114300 w 261937"/>
              <a:gd name="connsiteY2" fmla="*/ 266700 h 490537"/>
              <a:gd name="connsiteX3" fmla="*/ 176212 w 261937"/>
              <a:gd name="connsiteY3" fmla="*/ 385762 h 490537"/>
              <a:gd name="connsiteX4" fmla="*/ 261937 w 261937"/>
              <a:gd name="connsiteY4" fmla="*/ 490537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937" h="490537">
                <a:moveTo>
                  <a:pt x="0" y="0"/>
                </a:moveTo>
                <a:cubicBezTo>
                  <a:pt x="23812" y="44450"/>
                  <a:pt x="47625" y="88900"/>
                  <a:pt x="66675" y="133350"/>
                </a:cubicBezTo>
                <a:cubicBezTo>
                  <a:pt x="85725" y="177800"/>
                  <a:pt x="96044" y="224631"/>
                  <a:pt x="114300" y="266700"/>
                </a:cubicBezTo>
                <a:cubicBezTo>
                  <a:pt x="132556" y="308769"/>
                  <a:pt x="151606" y="348456"/>
                  <a:pt x="176212" y="385762"/>
                </a:cubicBezTo>
                <a:cubicBezTo>
                  <a:pt x="200818" y="423068"/>
                  <a:pt x="231377" y="456802"/>
                  <a:pt x="261937" y="49053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9ED0AF-ACA1-4562-8A41-C9EB1F3D9FF8}"/>
              </a:ext>
            </a:extLst>
          </p:cNvPr>
          <p:cNvSpPr txBox="1"/>
          <p:nvPr/>
        </p:nvSpPr>
        <p:spPr>
          <a:xfrm>
            <a:off x="708720" y="2617992"/>
            <a:ext cx="7281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To find sin/cos/tan of a ‘</a:t>
            </a:r>
            <a:r>
              <a:rPr lang="en-GB" sz="1600" b="1" dirty="0"/>
              <a:t>common</a:t>
            </a:r>
            <a:r>
              <a:rPr lang="en-GB" sz="1600" dirty="0"/>
              <a:t>’ angle in radians without using a calculator, it is easiest to just </a:t>
            </a:r>
            <a:r>
              <a:rPr lang="en-GB" sz="1600" b="1" dirty="0"/>
              <a:t>convert to degrees first</a:t>
            </a:r>
            <a:r>
              <a:rPr lang="en-GB" sz="16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770B76-BE33-40CA-BE19-B60165BB8A62}"/>
                  </a:ext>
                </a:extLst>
              </p:cNvPr>
              <p:cNvSpPr txBox="1"/>
              <p:nvPr/>
            </p:nvSpPr>
            <p:spPr>
              <a:xfrm>
                <a:off x="523010" y="4756838"/>
                <a:ext cx="5097536" cy="558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𝟐𝟏𝟎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𝟏𝟓𝟎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𝟑𝟎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A770B76-BE33-40CA-BE19-B60165BB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10" y="4756838"/>
                <a:ext cx="5097536" cy="55855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F526D905-17E3-4879-BB26-CE9457E8CC2E}"/>
              </a:ext>
            </a:extLst>
          </p:cNvPr>
          <p:cNvSpPr/>
          <p:nvPr/>
        </p:nvSpPr>
        <p:spPr>
          <a:xfrm>
            <a:off x="1670037" y="3312654"/>
            <a:ext cx="6299359" cy="11506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1B059D-BD64-43C7-85FC-A8472811F841}"/>
              </a:ext>
            </a:extLst>
          </p:cNvPr>
          <p:cNvSpPr/>
          <p:nvPr/>
        </p:nvSpPr>
        <p:spPr>
          <a:xfrm>
            <a:off x="1795585" y="4570702"/>
            <a:ext cx="6173811" cy="921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60E9059-35AF-4F6E-AB0D-FE092DC826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4741" y="5934146"/>
            <a:ext cx="1051676" cy="17035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7DF74-9DCB-4DC9-BC57-4920027A5A3C}"/>
                  </a:ext>
                </a:extLst>
              </p:cNvPr>
              <p:cNvSpPr txBox="1"/>
              <p:nvPr/>
            </p:nvSpPr>
            <p:spPr>
              <a:xfrm>
                <a:off x="2893192" y="5778282"/>
                <a:ext cx="4507067" cy="7380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To 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GB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sz="1200" dirty="0"/>
                  <a:t> directly using your calculator, you need to switch to radians mode. Press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𝑆𝐻𝐼𝐹𝑇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𝑆𝐸𝑇𝑈𝑃</m:t>
                    </m:r>
                  </m:oMath>
                </a14:m>
                <a:r>
                  <a:rPr lang="en-GB" sz="1200" dirty="0"/>
                  <a:t>, then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𝐴𝑁𝐺𝐿𝐸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𝑈𝑁𝐼𝑇</m:t>
                    </m:r>
                  </m:oMath>
                </a14:m>
                <a:r>
                  <a:rPr lang="en-GB" sz="1200" dirty="0"/>
                  <a:t>, then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𝑅𝑎𝑑𝑖𝑎𝑛𝑠</m:t>
                    </m:r>
                  </m:oMath>
                </a14:m>
                <a:r>
                  <a:rPr lang="en-GB" sz="1200" dirty="0"/>
                  <a:t>. An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200" dirty="0"/>
                  <a:t> will appear at the top of your screen, instead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1200" dirty="0"/>
                  <a:t>.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37DF74-9DCB-4DC9-BC57-4920027A5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192" y="5778282"/>
                <a:ext cx="4507067" cy="738087"/>
              </a:xfrm>
              <a:prstGeom prst="rect">
                <a:avLst/>
              </a:prstGeom>
              <a:blipFill>
                <a:blip r:embed="rId1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5.1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35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633A17-17A1-7A70-5602-F932599D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42975"/>
            <a:ext cx="67056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9304D5B-0868-1DA1-A342-C22D2AAEE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53" y="908720"/>
            <a:ext cx="699135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D69BA0B-3CC2-3921-F2A8-A7E1CE76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03" y="1052736"/>
            <a:ext cx="68008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4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545D896-8CBC-0EBA-7446-7B95E04A2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79" y="701266"/>
            <a:ext cx="7344898" cy="61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E054D04-3A90-71C2-2CB8-CED3580E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052736"/>
            <a:ext cx="41910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5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22512</TotalTime>
  <Words>493</Words>
  <Application>Microsoft Office PowerPoint</Application>
  <PresentationFormat>On-screen Show (4:3)</PresentationFormat>
  <Paragraphs>114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P2 Chapter 5: Radians  Radian Measure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2024-12-11T17:16:26Z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