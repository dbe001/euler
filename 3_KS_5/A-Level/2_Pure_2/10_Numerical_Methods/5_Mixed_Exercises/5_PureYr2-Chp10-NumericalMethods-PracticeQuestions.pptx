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702" r:id="rId5"/>
    <p:sldId id="533" r:id="rId6"/>
    <p:sldId id="712" r:id="rId7"/>
    <p:sldId id="713" r:id="rId8"/>
    <p:sldId id="717" r:id="rId9"/>
    <p:sldId id="718" r:id="rId10"/>
    <p:sldId id="703" r:id="rId11"/>
    <p:sldId id="719" r:id="rId12"/>
    <p:sldId id="532" r:id="rId13"/>
    <p:sldId id="714" r:id="rId14"/>
    <p:sldId id="715" r:id="rId15"/>
    <p:sldId id="71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F8197-4B4A-4D7F-91BC-6FDDB07AC087}" v="6" dt="2026-03-26T10:12:25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3-26T10:13:24.249" v="38" actId="1076"/>
      <pc:docMkLst>
        <pc:docMk/>
      </pc:docMkLst>
      <pc:sldChg chg="addSp modSp mod">
        <pc:chgData name="Dieter Beaven" userId="9bbdb69f-69d0-4759-aa9b-5c090a2da237" providerId="ADAL" clId="{B47B330E-67D7-47E6-A6C8-686253D34652}" dt="2026-03-26T10:03:44.449" v="7" actId="1076"/>
        <pc:sldMkLst>
          <pc:docMk/>
          <pc:sldMk cId="464788855" sldId="532"/>
        </pc:sldMkLst>
        <pc:picChg chg="add mod">
          <ac:chgData name="Dieter Beaven" userId="9bbdb69f-69d0-4759-aa9b-5c090a2da237" providerId="ADAL" clId="{B47B330E-67D7-47E6-A6C8-686253D34652}" dt="2026-03-26T10:03:44.449" v="7" actId="1076"/>
          <ac:picMkLst>
            <pc:docMk/>
            <pc:sldMk cId="464788855" sldId="532"/>
            <ac:picMk id="6" creationId="{8043257E-FF8D-E31C-F8C6-6EA0365CD9F6}"/>
          </ac:picMkLst>
        </pc:picChg>
      </pc:sldChg>
      <pc:sldChg chg="addSp modSp mod">
        <pc:chgData name="Dieter Beaven" userId="9bbdb69f-69d0-4759-aa9b-5c090a2da237" providerId="ADAL" clId="{B47B330E-67D7-47E6-A6C8-686253D34652}" dt="2026-03-26T10:13:24.249" v="38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3-26T10:13:24.249" v="38" actId="1076"/>
          <ac:picMkLst>
            <pc:docMk/>
            <pc:sldMk cId="173887519" sldId="533"/>
            <ac:picMk id="6" creationId="{FABF26D3-530D-186B-A09E-30F60DB1B40F}"/>
          </ac:picMkLst>
        </pc:picChg>
      </pc:sldChg>
      <pc:sldChg chg="addSp modSp mod">
        <pc:chgData name="Dieter Beaven" userId="9bbdb69f-69d0-4759-aa9b-5c090a2da237" providerId="ADAL" clId="{B47B330E-67D7-47E6-A6C8-686253D34652}" dt="2026-03-26T10:12:31.556" v="34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B47B330E-67D7-47E6-A6C8-686253D34652}" dt="2026-03-26T10:12:31.556" v="34" actId="1076"/>
          <ac:picMkLst>
            <pc:docMk/>
            <pc:sldMk cId="3196350854" sldId="703"/>
            <ac:picMk id="6" creationId="{BB339F6C-9FEC-FE54-01CF-538262965252}"/>
          </ac:picMkLst>
        </pc:picChg>
      </pc:sldChg>
      <pc:sldChg chg="addSp modSp mod">
        <pc:chgData name="Dieter Beaven" userId="9bbdb69f-69d0-4759-aa9b-5c090a2da237" providerId="ADAL" clId="{B47B330E-67D7-47E6-A6C8-686253D34652}" dt="2026-03-26T10:07:21.975" v="17" actId="1076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3-26T10:07:21.975" v="17" actId="1076"/>
          <ac:picMkLst>
            <pc:docMk/>
            <pc:sldMk cId="1756658491" sldId="712"/>
            <ac:picMk id="6" creationId="{5D3EFFB8-21D4-5C7A-322C-5628ABD6E2F2}"/>
          </ac:picMkLst>
        </pc:picChg>
      </pc:sldChg>
      <pc:sldChg chg="addSp modSp mod">
        <pc:chgData name="Dieter Beaven" userId="9bbdb69f-69d0-4759-aa9b-5c090a2da237" providerId="ADAL" clId="{B47B330E-67D7-47E6-A6C8-686253D34652}" dt="2026-03-26T10:07:51.011" v="21" actId="1076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3-26T10:07:51.011" v="21" actId="1076"/>
          <ac:picMkLst>
            <pc:docMk/>
            <pc:sldMk cId="1336369231" sldId="713"/>
            <ac:picMk id="6" creationId="{3F0576A1-D83D-80CA-B077-FC0A314366A0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3-26T10:05:39.953" v="12" actId="1076"/>
        <pc:sldMkLst>
          <pc:docMk/>
          <pc:sldMk cId="3244473383" sldId="714"/>
        </pc:sldMkLst>
        <pc:picChg chg="add del mod">
          <ac:chgData name="Dieter Beaven" userId="9bbdb69f-69d0-4759-aa9b-5c090a2da237" providerId="ADAL" clId="{B47B330E-67D7-47E6-A6C8-686253D34652}" dt="2026-03-26T10:05:37.624" v="10" actId="478"/>
          <ac:picMkLst>
            <pc:docMk/>
            <pc:sldMk cId="3244473383" sldId="714"/>
            <ac:picMk id="6" creationId="{2EDF3FC8-348D-36D3-5C35-4455CD44E917}"/>
          </ac:picMkLst>
        </pc:picChg>
        <pc:picChg chg="add mod">
          <ac:chgData name="Dieter Beaven" userId="9bbdb69f-69d0-4759-aa9b-5c090a2da237" providerId="ADAL" clId="{B47B330E-67D7-47E6-A6C8-686253D34652}" dt="2026-03-26T10:05:39.953" v="12" actId="1076"/>
          <ac:picMkLst>
            <pc:docMk/>
            <pc:sldMk cId="3244473383" sldId="714"/>
            <ac:picMk id="8" creationId="{D548F227-349C-343F-2E29-71FA9EB9D370}"/>
          </ac:picMkLst>
        </pc:picChg>
      </pc:sldChg>
      <pc:sldChg chg="addSp modSp add mod">
        <pc:chgData name="Dieter Beaven" userId="9bbdb69f-69d0-4759-aa9b-5c090a2da237" providerId="ADAL" clId="{B47B330E-67D7-47E6-A6C8-686253D34652}" dt="2026-03-26T10:05:43.439" v="13" actId="1076"/>
        <pc:sldMkLst>
          <pc:docMk/>
          <pc:sldMk cId="2238188377" sldId="715"/>
        </pc:sldMkLst>
        <pc:picChg chg="add mod">
          <ac:chgData name="Dieter Beaven" userId="9bbdb69f-69d0-4759-aa9b-5c090a2da237" providerId="ADAL" clId="{B47B330E-67D7-47E6-A6C8-686253D34652}" dt="2026-03-26T10:05:43.439" v="13" actId="1076"/>
          <ac:picMkLst>
            <pc:docMk/>
            <pc:sldMk cId="2238188377" sldId="715"/>
            <ac:picMk id="6" creationId="{6A1F0A0D-3FAF-7EF1-0006-6F6A9C985AD3}"/>
          </ac:picMkLst>
        </pc:picChg>
      </pc:sldChg>
      <pc:sldChg chg="addSp modSp add mod">
        <pc:chgData name="Dieter Beaven" userId="9bbdb69f-69d0-4759-aa9b-5c090a2da237" providerId="ADAL" clId="{B47B330E-67D7-47E6-A6C8-686253D34652}" dt="2026-03-26T10:06:03.263" v="15" actId="1076"/>
        <pc:sldMkLst>
          <pc:docMk/>
          <pc:sldMk cId="2544807883" sldId="716"/>
        </pc:sldMkLst>
        <pc:picChg chg="add mod">
          <ac:chgData name="Dieter Beaven" userId="9bbdb69f-69d0-4759-aa9b-5c090a2da237" providerId="ADAL" clId="{B47B330E-67D7-47E6-A6C8-686253D34652}" dt="2026-03-26T10:06:03.263" v="15" actId="1076"/>
          <ac:picMkLst>
            <pc:docMk/>
            <pc:sldMk cId="2544807883" sldId="716"/>
            <ac:picMk id="6" creationId="{5C0CA171-A249-C330-9D1C-EE1DF2054E86}"/>
          </ac:picMkLst>
        </pc:picChg>
      </pc:sldChg>
      <pc:sldChg chg="addSp modSp add mod">
        <pc:chgData name="Dieter Beaven" userId="9bbdb69f-69d0-4759-aa9b-5c090a2da237" providerId="ADAL" clId="{B47B330E-67D7-47E6-A6C8-686253D34652}" dt="2026-03-26T10:10:37.781" v="24" actId="1076"/>
        <pc:sldMkLst>
          <pc:docMk/>
          <pc:sldMk cId="1393147058" sldId="717"/>
        </pc:sldMkLst>
        <pc:picChg chg="add mod">
          <ac:chgData name="Dieter Beaven" userId="9bbdb69f-69d0-4759-aa9b-5c090a2da237" providerId="ADAL" clId="{B47B330E-67D7-47E6-A6C8-686253D34652}" dt="2026-03-26T10:10:37.781" v="24" actId="1076"/>
          <ac:picMkLst>
            <pc:docMk/>
            <pc:sldMk cId="1393147058" sldId="717"/>
            <ac:picMk id="6" creationId="{3195C88A-BE81-2903-F122-B4A05F3176BC}"/>
          </ac:picMkLst>
        </pc:picChg>
      </pc:sldChg>
      <pc:sldChg chg="addSp modSp add mod">
        <pc:chgData name="Dieter Beaven" userId="9bbdb69f-69d0-4759-aa9b-5c090a2da237" providerId="ADAL" clId="{B47B330E-67D7-47E6-A6C8-686253D34652}" dt="2026-03-26T10:11:20.294" v="29" actId="1037"/>
        <pc:sldMkLst>
          <pc:docMk/>
          <pc:sldMk cId="3679124676" sldId="718"/>
        </pc:sldMkLst>
        <pc:picChg chg="add mod">
          <ac:chgData name="Dieter Beaven" userId="9bbdb69f-69d0-4759-aa9b-5c090a2da237" providerId="ADAL" clId="{B47B330E-67D7-47E6-A6C8-686253D34652}" dt="2026-03-26T10:11:20.294" v="29" actId="1037"/>
          <ac:picMkLst>
            <pc:docMk/>
            <pc:sldMk cId="3679124676" sldId="718"/>
            <ac:picMk id="6" creationId="{B7E91E7D-9CE2-2668-3DB0-EA0D4DC348B6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3-26T10:12:42.269" v="36" actId="1076"/>
        <pc:sldMkLst>
          <pc:docMk/>
          <pc:sldMk cId="704107750" sldId="719"/>
        </pc:sldMkLst>
        <pc:picChg chg="del">
          <ac:chgData name="Dieter Beaven" userId="9bbdb69f-69d0-4759-aa9b-5c090a2da237" providerId="ADAL" clId="{B47B330E-67D7-47E6-A6C8-686253D34652}" dt="2026-03-26T10:12:27.595" v="33" actId="478"/>
          <ac:picMkLst>
            <pc:docMk/>
            <pc:sldMk cId="704107750" sldId="719"/>
            <ac:picMk id="6" creationId="{4DAD773C-22BC-0A32-F5FC-0482ADEF1A89}"/>
          </ac:picMkLst>
        </pc:picChg>
        <pc:picChg chg="add mod">
          <ac:chgData name="Dieter Beaven" userId="9bbdb69f-69d0-4759-aa9b-5c090a2da237" providerId="ADAL" clId="{B47B330E-67D7-47E6-A6C8-686253D34652}" dt="2026-03-26T10:12:42.269" v="36" actId="1076"/>
          <ac:picMkLst>
            <pc:docMk/>
            <pc:sldMk cId="704107750" sldId="719"/>
            <ac:picMk id="7" creationId="{78FF2876-08F2-F77F-98A8-80FA1E3CC5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26/03/2026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 fontScale="90000"/>
          </a:bodyPr>
          <a:lstStyle/>
          <a:p>
            <a:r>
              <a:rPr lang="en-GB" b="1">
                <a:solidFill>
                  <a:srgbClr val="92D050"/>
                </a:solidFill>
              </a:rPr>
              <a:t>P2 </a:t>
            </a:r>
            <a:r>
              <a:rPr lang="en-GB" b="1" dirty="0">
                <a:solidFill>
                  <a:srgbClr val="92D050"/>
                </a:solidFill>
              </a:rPr>
              <a:t>Chapter 1</a:t>
            </a:r>
            <a:r>
              <a:rPr lang="en-GB" b="1">
                <a:solidFill>
                  <a:srgbClr val="92D050"/>
                </a:solidFill>
              </a:rPr>
              <a:t>: </a:t>
            </a:r>
            <a:r>
              <a:rPr lang="en-GB">
                <a:solidFill>
                  <a:schemeClr val="accent5"/>
                </a:solidFill>
              </a:rPr>
              <a:t>Numerical Methods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ABF26D3-530D-186B-A09E-30F60DB1B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65" y="1207474"/>
            <a:ext cx="67151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D3EFFB8-21D4-5C7A-322C-5628ABD6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28" y="692696"/>
            <a:ext cx="662940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F0576A1-D83D-80CA-B077-FC0A3143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78" y="841006"/>
            <a:ext cx="67437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08D-1360-14B2-C3A1-A40999A6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FE4A99-1EFA-2E12-CCAD-956317A960D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7D6F3CC-7864-B4B0-D410-649711052A8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1D909E-B8C4-48E9-CA74-2C4EC19727E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195C88A-BE81-2903-F122-B4A05F31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53" y="836712"/>
            <a:ext cx="661035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4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F97C-28D3-166E-2270-8A3CD840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2D84D3-B6A9-348B-485D-7F08626DFDC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A75D1CE-C862-F918-B2F4-26A7AE37C7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A32012-A0D5-1027-164A-B8B7EC97E0C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E91E7D-9CE2-2668-3DB0-EA0D4DC34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08720"/>
            <a:ext cx="65436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24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339F6C-9FEC-FE54-01CF-538262965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52736"/>
            <a:ext cx="68675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F6BD-9C52-72E3-1A22-D3D5FFA1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4827D1-B720-1288-9BF5-00AB5208C8A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0A7EB86-2AC5-1DF3-591B-7709A34219B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679E70-3DA1-258D-E884-F8EE8610AAA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8FF2876-08F2-F77F-98A8-80FA1E3C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86871"/>
            <a:ext cx="500062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0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43257E-FF8D-E31C-F8C6-6EA0365C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" y="980728"/>
            <a:ext cx="913447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BE45-1680-F466-ABA8-B652CB91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FF38E4-27E7-A25D-212E-56BE51A2E286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7D1A5D0-19C7-9D21-069A-A66AC60AFEB4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07BF1AA-0EEF-186D-2DE4-44F8252BA07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48F227-349C-343F-2E29-71FA9EB9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53" y="907681"/>
            <a:ext cx="836295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7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9FA4-95CE-148B-5ED2-727E6E67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A06511-90DB-D5CF-80BC-249CFD077E6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6A33501-EC9B-34EE-D869-2F0B20B497F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6FBEC58-A4BE-9E11-FC15-C2E084DA14A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A1F0A0D-3FAF-7EF1-0006-6F6A9C98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908720"/>
            <a:ext cx="91154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88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9D27-204B-F01D-C25A-1D375FAC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F52588-4D92-2A1C-11DC-851CCBD2C7A1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A6EC235-ADB3-2570-6B95-E476C917F53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4BBA79-F450-0946-12B9-F7C2B669CFF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C0CA171-A249-C330-9D1C-EE1DF2054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47148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0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faa1ecaf-a1aa-4fc9-8c75-2805352e1f65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f9cd3b9a-9a6c-485a-81b7-4082693b516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29569</TotalTime>
  <Words>32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P2 Chapter 1: Numerical Methods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2026-03-26T10:13:34Z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