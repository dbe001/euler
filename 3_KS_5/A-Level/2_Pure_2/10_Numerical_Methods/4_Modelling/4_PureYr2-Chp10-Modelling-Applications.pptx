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547" r:id="rId5"/>
    <p:sldId id="511" r:id="rId6"/>
    <p:sldId id="549" r:id="rId7"/>
    <p:sldId id="543" r:id="rId8"/>
    <p:sldId id="550" r:id="rId9"/>
    <p:sldId id="551" r:id="rId10"/>
    <p:sldId id="553" r:id="rId11"/>
    <p:sldId id="555" r:id="rId12"/>
    <p:sldId id="545" r:id="rId13"/>
    <p:sldId id="55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B6D14B-C77F-4C18-BA12-C04E9FA0B1F7}" v="5" dt="2026-03-26T10:49:30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undo custSel addSld delSld modSld">
      <pc:chgData name="Dieter Beaven" userId="9bbdb69f-69d0-4759-aa9b-5c090a2da237" providerId="ADAL" clId="{B47B330E-67D7-47E6-A6C8-686253D34652}" dt="2026-03-26T10:50:42.926" v="23" actId="47"/>
      <pc:docMkLst>
        <pc:docMk/>
      </pc:docMkLst>
      <pc:sldChg chg="addSp delSp modSp mod">
        <pc:chgData name="Dieter Beaven" userId="9bbdb69f-69d0-4759-aa9b-5c090a2da237" providerId="ADAL" clId="{B47B330E-67D7-47E6-A6C8-686253D34652}" dt="2026-03-26T10:25:39.590" v="3" actId="1076"/>
        <pc:sldMkLst>
          <pc:docMk/>
          <pc:sldMk cId="3896053727" sldId="543"/>
        </pc:sldMkLst>
        <pc:picChg chg="add del">
          <ac:chgData name="Dieter Beaven" userId="9bbdb69f-69d0-4759-aa9b-5c090a2da237" providerId="ADAL" clId="{B47B330E-67D7-47E6-A6C8-686253D34652}" dt="2026-03-26T10:25:24.927" v="1" actId="22"/>
          <ac:picMkLst>
            <pc:docMk/>
            <pc:sldMk cId="3896053727" sldId="543"/>
            <ac:picMk id="6" creationId="{38A908DF-ADB8-FF16-A3C8-CC560AA3FFEA}"/>
          </ac:picMkLst>
        </pc:picChg>
        <pc:picChg chg="add mod">
          <ac:chgData name="Dieter Beaven" userId="9bbdb69f-69d0-4759-aa9b-5c090a2da237" providerId="ADAL" clId="{B47B330E-67D7-47E6-A6C8-686253D34652}" dt="2026-03-26T10:25:39.590" v="3" actId="1076"/>
          <ac:picMkLst>
            <pc:docMk/>
            <pc:sldMk cId="3896053727" sldId="543"/>
            <ac:picMk id="8" creationId="{76195BCF-E7ED-4EBF-AF59-A15B2FCCA2E0}"/>
          </ac:picMkLst>
        </pc:picChg>
      </pc:sldChg>
      <pc:sldChg chg="addSp modSp mod">
        <pc:chgData name="Dieter Beaven" userId="9bbdb69f-69d0-4759-aa9b-5c090a2da237" providerId="ADAL" clId="{B47B330E-67D7-47E6-A6C8-686253D34652}" dt="2026-03-26T10:49:28.789" v="18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47B330E-67D7-47E6-A6C8-686253D34652}" dt="2026-03-26T10:49:28.789" v="18" actId="1076"/>
          <ac:picMkLst>
            <pc:docMk/>
            <pc:sldMk cId="3458699803" sldId="545"/>
            <ac:picMk id="6" creationId="{A92BD8D8-D247-9A74-81B8-967E7B6BACFC}"/>
          </ac:picMkLst>
        </pc:picChg>
      </pc:sldChg>
      <pc:sldChg chg="addSp modSp mod">
        <pc:chgData name="Dieter Beaven" userId="9bbdb69f-69d0-4759-aa9b-5c090a2da237" providerId="ADAL" clId="{B47B330E-67D7-47E6-A6C8-686253D34652}" dt="2026-03-26T10:25:49.209" v="5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3-26T10:25:49.209" v="5" actId="1076"/>
          <ac:picMkLst>
            <pc:docMk/>
            <pc:sldMk cId="4091202299" sldId="550"/>
            <ac:picMk id="6" creationId="{CDFD6937-287A-E0F0-0505-F0198D8B0B8E}"/>
          </ac:picMkLst>
        </pc:picChg>
      </pc:sldChg>
      <pc:sldChg chg="addSp modSp mod">
        <pc:chgData name="Dieter Beaven" userId="9bbdb69f-69d0-4759-aa9b-5c090a2da237" providerId="ADAL" clId="{B47B330E-67D7-47E6-A6C8-686253D34652}" dt="2026-03-26T10:26:35.202" v="9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3-26T10:26:35.202" v="9" actId="1076"/>
          <ac:picMkLst>
            <pc:docMk/>
            <pc:sldMk cId="3826585799" sldId="551"/>
            <ac:picMk id="6" creationId="{8297B03B-B4DD-828E-4491-F6F8267AFA51}"/>
          </ac:picMkLst>
        </pc:picChg>
      </pc:sldChg>
      <pc:sldChg chg="addSp mod">
        <pc:chgData name="Dieter Beaven" userId="9bbdb69f-69d0-4759-aa9b-5c090a2da237" providerId="ADAL" clId="{B47B330E-67D7-47E6-A6C8-686253D34652}" dt="2026-03-26T10:50:38.180" v="21" actId="22"/>
        <pc:sldMkLst>
          <pc:docMk/>
          <pc:sldMk cId="2531956736" sldId="552"/>
        </pc:sldMkLst>
        <pc:picChg chg="add">
          <ac:chgData name="Dieter Beaven" userId="9bbdb69f-69d0-4759-aa9b-5c090a2da237" providerId="ADAL" clId="{B47B330E-67D7-47E6-A6C8-686253D34652}" dt="2026-03-26T10:50:38.180" v="21" actId="22"/>
          <ac:picMkLst>
            <pc:docMk/>
            <pc:sldMk cId="2531956736" sldId="552"/>
            <ac:picMk id="6" creationId="{B9DAE299-DDAC-1F97-3A0F-2652AEAF70B1}"/>
          </ac:picMkLst>
        </pc:picChg>
      </pc:sldChg>
      <pc:sldChg chg="addSp modSp add mod">
        <pc:chgData name="Dieter Beaven" userId="9bbdb69f-69d0-4759-aa9b-5c090a2da237" providerId="ADAL" clId="{B47B330E-67D7-47E6-A6C8-686253D34652}" dt="2026-03-26T10:26:59.092" v="13" actId="1076"/>
        <pc:sldMkLst>
          <pc:docMk/>
          <pc:sldMk cId="1279475809" sldId="553"/>
        </pc:sldMkLst>
        <pc:picChg chg="add mod">
          <ac:chgData name="Dieter Beaven" userId="9bbdb69f-69d0-4759-aa9b-5c090a2da237" providerId="ADAL" clId="{B47B330E-67D7-47E6-A6C8-686253D34652}" dt="2026-03-26T10:26:59.092" v="13" actId="1076"/>
          <ac:picMkLst>
            <pc:docMk/>
            <pc:sldMk cId="1279475809" sldId="553"/>
            <ac:picMk id="6" creationId="{E87A0D71-ED3E-65C3-14B5-57EC6F328E31}"/>
          </ac:picMkLst>
        </pc:picChg>
      </pc:sldChg>
      <pc:sldChg chg="add del">
        <pc:chgData name="Dieter Beaven" userId="9bbdb69f-69d0-4759-aa9b-5c090a2da237" providerId="ADAL" clId="{B47B330E-67D7-47E6-A6C8-686253D34652}" dt="2026-03-26T10:27:43.512" v="16" actId="47"/>
        <pc:sldMkLst>
          <pc:docMk/>
          <pc:sldMk cId="3726344545" sldId="554"/>
        </pc:sldMkLst>
      </pc:sldChg>
      <pc:sldChg chg="addSp modSp add mod">
        <pc:chgData name="Dieter Beaven" userId="9bbdb69f-69d0-4759-aa9b-5c090a2da237" providerId="ADAL" clId="{B47B330E-67D7-47E6-A6C8-686253D34652}" dt="2026-03-26T10:27:42.032" v="15" actId="1076"/>
        <pc:sldMkLst>
          <pc:docMk/>
          <pc:sldMk cId="2343755250" sldId="555"/>
        </pc:sldMkLst>
        <pc:picChg chg="add mod">
          <ac:chgData name="Dieter Beaven" userId="9bbdb69f-69d0-4759-aa9b-5c090a2da237" providerId="ADAL" clId="{B47B330E-67D7-47E6-A6C8-686253D34652}" dt="2026-03-26T10:27:42.032" v="15" actId="1076"/>
          <ac:picMkLst>
            <pc:docMk/>
            <pc:sldMk cId="2343755250" sldId="555"/>
            <ac:picMk id="6" creationId="{15257881-09CA-04B6-C39D-AB7D2BF49278}"/>
          </ac:picMkLst>
        </pc:picChg>
      </pc:sldChg>
      <pc:sldChg chg="add del">
        <pc:chgData name="Dieter Beaven" userId="9bbdb69f-69d0-4759-aa9b-5c090a2da237" providerId="ADAL" clId="{B47B330E-67D7-47E6-A6C8-686253D34652}" dt="2026-03-26T10:50:41.021" v="22" actId="47"/>
        <pc:sldMkLst>
          <pc:docMk/>
          <pc:sldMk cId="2998283369" sldId="556"/>
        </pc:sldMkLst>
      </pc:sldChg>
      <pc:sldChg chg="add del">
        <pc:chgData name="Dieter Beaven" userId="9bbdb69f-69d0-4759-aa9b-5c090a2da237" providerId="ADAL" clId="{B47B330E-67D7-47E6-A6C8-686253D34652}" dt="2026-03-26T10:50:42.926" v="23" actId="47"/>
        <pc:sldMkLst>
          <pc:docMk/>
          <pc:sldMk cId="375279639" sldId="5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10: </a:t>
            </a:r>
            <a:r>
              <a:rPr lang="en-GB" dirty="0">
                <a:solidFill>
                  <a:schemeClr val="accent5"/>
                </a:solidFill>
              </a:rPr>
              <a:t>Numerical Methods</a:t>
            </a:r>
            <a:br>
              <a:rPr lang="en-GB" dirty="0"/>
            </a:br>
            <a:br>
              <a:rPr lang="en-GB"/>
            </a:br>
            <a:r>
              <a:rPr lang="en-GB"/>
              <a:t>Modelling </a:t>
            </a:r>
            <a:r>
              <a:rPr lang="en-GB" dirty="0"/>
              <a:t>Applications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ACBA51-E724-4DDC-B3A6-64379BF6EA6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9DEB12B-B058-4C25-AAEE-778A98A8F0B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Application to Modelling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8AAD27A-2BA2-4153-B085-4FD3E838B75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B22FAD-31EB-4ABB-8A0C-657F9445C7E3}"/>
                  </a:ext>
                </a:extLst>
              </p:cNvPr>
              <p:cNvSpPr txBox="1"/>
              <p:nvPr/>
            </p:nvSpPr>
            <p:spPr>
              <a:xfrm>
                <a:off x="339953" y="781129"/>
                <a:ext cx="7848872" cy="258532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The price of a car in £s,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years after purchase, is modelled by the function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=15 000 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0.85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−1000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GB" sz="1600" dirty="0"/>
              </a:p>
              <a:p>
                <a:pPr marL="342900" indent="-342900">
                  <a:buAutoNum type="alphaLcParenBoth"/>
                </a:pPr>
                <a:r>
                  <a:rPr lang="en-GB" sz="1600" dirty="0"/>
                  <a:t>Use the model to find the value, to the nearest hundred £s, of the car 10 years after purchase.</a:t>
                </a:r>
              </a:p>
              <a:p>
                <a:pPr marL="342900" indent="-342900">
                  <a:buAutoNum type="alphaLcParenBoth"/>
                </a:pPr>
                <a:r>
                  <a:rPr lang="en-GB" sz="1600" dirty="0"/>
                  <a:t>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has a root between 19 and 20.</a:t>
                </a:r>
              </a:p>
              <a:p>
                <a:pPr marL="342900" indent="-342900">
                  <a:buAutoNum type="alphaLcParenBoth"/>
                </a:pPr>
                <a:r>
                  <a:rPr lang="en-GB" sz="1600" dirty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sz="1600" dirty="0"/>
              </a:p>
              <a:p>
                <a:pPr marL="342900" indent="-342900">
                  <a:buAutoNum type="alphaLcParenBoth"/>
                </a:pPr>
                <a:r>
                  <a:rPr lang="en-GB" sz="1600" dirty="0"/>
                  <a:t>Taking 19.5 as a first approximation, apply the Newton-Raphson method once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to obtain a second approximation for the time when the value of the car is zero. Give your answer to 3 decimal places.</a:t>
                </a:r>
              </a:p>
              <a:p>
                <a:pPr marL="342900" indent="-342900">
                  <a:buAutoNum type="alphaLcParenBoth"/>
                </a:pPr>
                <a:r>
                  <a:rPr lang="en-GB" sz="1600" dirty="0"/>
                  <a:t>Criticise this model with respect to the value of the car as it gets older.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B22FAD-31EB-4ABB-8A0C-657F9445C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53" y="781129"/>
                <a:ext cx="7848872" cy="25853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1FD210-A74D-498B-B5A3-B255C63E450C}"/>
                  </a:ext>
                </a:extLst>
              </p:cNvPr>
              <p:cNvSpPr txBox="1"/>
              <p:nvPr/>
            </p:nvSpPr>
            <p:spPr>
              <a:xfrm>
                <a:off x="545344" y="3440586"/>
                <a:ext cx="4301636" cy="3321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=3497.13</m:t>
                      </m:r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→£3500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=543.11&gt;0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=−331.55&lt;0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 is a change of sign between 19 and 20, so that is a root in the interval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19&lt;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&lt;20</m:t>
                    </m:r>
                  </m:oMath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15 000</m:t>
                          </m:r>
                        </m:e>
                      </m:d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0.85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0.85</m:t>
                              </m:r>
                            </m:e>
                          </m:func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−1000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19.5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=25.0693…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19.5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=−898.3009…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=19.528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1FD210-A74D-498B-B5A3-B255C63E4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44" y="3440586"/>
                <a:ext cx="4301636" cy="3321807"/>
              </a:xfrm>
              <a:prstGeom prst="rect">
                <a:avLst/>
              </a:prstGeom>
              <a:blipFill>
                <a:blip r:embed="rId3"/>
                <a:stretch>
                  <a:fillRect l="-7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993020E-68EB-482E-B9A6-65096DEEA119}"/>
              </a:ext>
            </a:extLst>
          </p:cNvPr>
          <p:cNvSpPr txBox="1"/>
          <p:nvPr/>
        </p:nvSpPr>
        <p:spPr>
          <a:xfrm>
            <a:off x="5364088" y="3573016"/>
            <a:ext cx="34563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In reality, the car can never have a negative value so this model is not reasonable for cars that are approximately 20 or more years old.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D8E7F-C58C-4FFC-95B1-BDDF9D694E6F}"/>
              </a:ext>
            </a:extLst>
          </p:cNvPr>
          <p:cNvSpPr/>
          <p:nvPr/>
        </p:nvSpPr>
        <p:spPr>
          <a:xfrm>
            <a:off x="241995" y="3506341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94E08E-6DAA-4702-8BCD-A0B4F4BD4F81}"/>
              </a:ext>
            </a:extLst>
          </p:cNvPr>
          <p:cNvSpPr/>
          <p:nvPr/>
        </p:nvSpPr>
        <p:spPr>
          <a:xfrm>
            <a:off x="231941" y="4221088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5E4E4C-6ED0-4C92-A453-AB02C909072F}"/>
              </a:ext>
            </a:extLst>
          </p:cNvPr>
          <p:cNvSpPr/>
          <p:nvPr/>
        </p:nvSpPr>
        <p:spPr>
          <a:xfrm>
            <a:off x="260806" y="5445224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4F448E-1FF7-438C-A17C-BFE1E8AE12AE}"/>
              </a:ext>
            </a:extLst>
          </p:cNvPr>
          <p:cNvSpPr/>
          <p:nvPr/>
        </p:nvSpPr>
        <p:spPr>
          <a:xfrm>
            <a:off x="5148064" y="3614353"/>
            <a:ext cx="216024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C1EFD6-992E-4C63-A590-CCFE8049A0C8}"/>
              </a:ext>
            </a:extLst>
          </p:cNvPr>
          <p:cNvSpPr/>
          <p:nvPr/>
        </p:nvSpPr>
        <p:spPr>
          <a:xfrm>
            <a:off x="458019" y="3506341"/>
            <a:ext cx="4275906" cy="60845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77DA7C-BF1D-4AA8-8DD4-558C9C418DD6}"/>
              </a:ext>
            </a:extLst>
          </p:cNvPr>
          <p:cNvSpPr/>
          <p:nvPr/>
        </p:nvSpPr>
        <p:spPr>
          <a:xfrm>
            <a:off x="458019" y="4221088"/>
            <a:ext cx="4275906" cy="10652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9B0E1C-A8E7-403A-99FC-2CB6671F0C9D}"/>
              </a:ext>
            </a:extLst>
          </p:cNvPr>
          <p:cNvSpPr/>
          <p:nvPr/>
        </p:nvSpPr>
        <p:spPr>
          <a:xfrm>
            <a:off x="476830" y="5445224"/>
            <a:ext cx="4275906" cy="12794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F5CE6-EA41-4DAB-8927-0E31E379847F}"/>
              </a:ext>
            </a:extLst>
          </p:cNvPr>
          <p:cNvSpPr/>
          <p:nvPr/>
        </p:nvSpPr>
        <p:spPr>
          <a:xfrm>
            <a:off x="5364088" y="3602528"/>
            <a:ext cx="3312368" cy="1254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26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10.4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86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6195BCF-E7ED-4EBF-AF59-A15B2FCCA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052736"/>
            <a:ext cx="68580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DFD6937-287A-E0F0-0505-F0198D8B0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78" y="908720"/>
            <a:ext cx="681990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297B03B-B4DD-828E-4491-F6F8267AF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908720"/>
            <a:ext cx="68294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05AD-6136-6961-1033-0A65A52D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E383BE1-E315-6526-6953-36D5CA53679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DBFF57A-C0E4-147D-FE17-C820770624CC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4EE2F19-BC65-8955-9838-C734E1965AF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87A0D71-ED3E-65C3-14B5-57EC6F328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980728"/>
            <a:ext cx="663892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75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359FB-9B8B-6BFB-1F3B-70BA7BCA2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41D8F6-8906-6A09-6B2C-EE3F6F3A795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CA2CE9F-7707-6840-33D4-22CACA7E36E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2C88C18-440B-FDCD-C008-A90324D155C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5257881-09CA-04B6-C39D-AB7D2BF4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28" y="898156"/>
            <a:ext cx="67056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55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92BD8D8-D247-9A74-81B8-967E7B6B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4" y="908720"/>
            <a:ext cx="9144000" cy="582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9DAE299-DDAC-1F97-3A0F-2652AEAF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5792"/>
            <a:ext cx="9144000" cy="448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276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P2 Chapter 10: Numerical Methods  Modelling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2026-03-26T10:50:45Z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