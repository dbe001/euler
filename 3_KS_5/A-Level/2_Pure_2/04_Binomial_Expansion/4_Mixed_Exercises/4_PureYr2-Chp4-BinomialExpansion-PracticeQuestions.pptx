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3"/>
  </p:notesMasterIdLst>
  <p:sldIdLst>
    <p:sldId id="702" r:id="rId5"/>
    <p:sldId id="533" r:id="rId6"/>
    <p:sldId id="712" r:id="rId7"/>
    <p:sldId id="713" r:id="rId8"/>
    <p:sldId id="714" r:id="rId9"/>
    <p:sldId id="715" r:id="rId10"/>
    <p:sldId id="703" r:id="rId11"/>
    <p:sldId id="532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838FC0-AB35-4D45-A885-A99F95A662B4}" v="2" dt="2025-10-23T11:31:14.7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990" autoAdjust="0"/>
    <p:restoredTop sz="88534" autoAdjust="0"/>
  </p:normalViewPr>
  <p:slideViewPr>
    <p:cSldViewPr>
      <p:cViewPr varScale="1">
        <p:scale>
          <a:sx n="125" d="100"/>
          <a:sy n="125" d="100"/>
        </p:scale>
        <p:origin x="1290" y="114"/>
      </p:cViewPr>
      <p:guideLst>
        <p:guide orient="horz" pos="2160"/>
        <p:guide pos="2880"/>
      </p:guideLst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eter Beaven" userId="9bbdb69f-69d0-4759-aa9b-5c090a2da237" providerId="ADAL" clId="{D6904693-DD2A-4A62-BD52-2109273F1217}"/>
    <pc:docChg chg="custSel modSld">
      <pc:chgData name="Dieter Beaven" userId="9bbdb69f-69d0-4759-aa9b-5c090a2da237" providerId="ADAL" clId="{D6904693-DD2A-4A62-BD52-2109273F1217}" dt="2025-04-24T16:03:46.260" v="11" actId="6549"/>
      <pc:docMkLst>
        <pc:docMk/>
      </pc:docMkLst>
      <pc:sldChg chg="delSp mod">
        <pc:chgData name="Dieter Beaven" userId="9bbdb69f-69d0-4759-aa9b-5c090a2da237" providerId="ADAL" clId="{D6904693-DD2A-4A62-BD52-2109273F1217}" dt="2025-04-24T16:03:38.545" v="4" actId="478"/>
        <pc:sldMkLst>
          <pc:docMk/>
          <pc:sldMk cId="464788855" sldId="532"/>
        </pc:sldMkLst>
      </pc:sldChg>
      <pc:sldChg chg="delSp mod">
        <pc:chgData name="Dieter Beaven" userId="9bbdb69f-69d0-4759-aa9b-5c090a2da237" providerId="ADAL" clId="{D6904693-DD2A-4A62-BD52-2109273F1217}" dt="2025-04-24T16:03:29.578" v="0" actId="478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D6904693-DD2A-4A62-BD52-2109273F1217}" dt="2025-04-24T16:03:46.260" v="11" actId="6549"/>
        <pc:sldMkLst>
          <pc:docMk/>
          <pc:sldMk cId="3923336104" sldId="702"/>
        </pc:sldMkLst>
      </pc:sldChg>
      <pc:sldChg chg="delSp mod">
        <pc:chgData name="Dieter Beaven" userId="9bbdb69f-69d0-4759-aa9b-5c090a2da237" providerId="ADAL" clId="{D6904693-DD2A-4A62-BD52-2109273F1217}" dt="2025-04-24T16:03:33.838" v="3" actId="478"/>
        <pc:sldMkLst>
          <pc:docMk/>
          <pc:sldMk cId="3196350854" sldId="703"/>
        </pc:sldMkLst>
      </pc:sldChg>
      <pc:sldChg chg="delSp mod">
        <pc:chgData name="Dieter Beaven" userId="9bbdb69f-69d0-4759-aa9b-5c090a2da237" providerId="ADAL" clId="{D6904693-DD2A-4A62-BD52-2109273F1217}" dt="2025-04-24T16:03:31.160" v="1" actId="478"/>
        <pc:sldMkLst>
          <pc:docMk/>
          <pc:sldMk cId="1756658491" sldId="712"/>
        </pc:sldMkLst>
      </pc:sldChg>
      <pc:sldChg chg="delSp mod">
        <pc:chgData name="Dieter Beaven" userId="9bbdb69f-69d0-4759-aa9b-5c090a2da237" providerId="ADAL" clId="{D6904693-DD2A-4A62-BD52-2109273F1217}" dt="2025-04-24T16:03:32.718" v="2" actId="478"/>
        <pc:sldMkLst>
          <pc:docMk/>
          <pc:sldMk cId="1336369231" sldId="713"/>
        </pc:sldMkLst>
      </pc:sldChg>
    </pc:docChg>
  </pc:docChgLst>
  <pc:docChgLst>
    <pc:chgData name="Dieter Beaven" userId="9bbdb69f-69d0-4759-aa9b-5c090a2da237" providerId="ADAL" clId="{AF4429DE-69D1-4CF8-841D-B9C26A2A5A21}"/>
    <pc:docChg chg="addSld delSld modSld">
      <pc:chgData name="Dieter Beaven" userId="9bbdb69f-69d0-4759-aa9b-5c090a2da237" providerId="ADAL" clId="{AF4429DE-69D1-4CF8-841D-B9C26A2A5A21}" dt="2025-10-23T11:33:02.390" v="8" actId="47"/>
      <pc:docMkLst>
        <pc:docMk/>
      </pc:docMkLst>
      <pc:sldChg chg="addSp modSp mod">
        <pc:chgData name="Dieter Beaven" userId="9bbdb69f-69d0-4759-aa9b-5c090a2da237" providerId="ADAL" clId="{AF4429DE-69D1-4CF8-841D-B9C26A2A5A21}" dt="2025-10-23T11:32:56.646" v="6" actId="1037"/>
        <pc:sldMkLst>
          <pc:docMk/>
          <pc:sldMk cId="464788855" sldId="532"/>
        </pc:sldMkLst>
        <pc:picChg chg="add mod">
          <ac:chgData name="Dieter Beaven" userId="9bbdb69f-69d0-4759-aa9b-5c090a2da237" providerId="ADAL" clId="{AF4429DE-69D1-4CF8-841D-B9C26A2A5A21}" dt="2025-10-23T11:32:56.646" v="6" actId="1037"/>
          <ac:picMkLst>
            <pc:docMk/>
            <pc:sldMk cId="464788855" sldId="532"/>
            <ac:picMk id="6" creationId="{4C150D0C-86DD-807D-50C2-BCAEEC5A9D3E}"/>
          </ac:picMkLst>
        </pc:picChg>
      </pc:sldChg>
      <pc:sldChg chg="add del">
        <pc:chgData name="Dieter Beaven" userId="9bbdb69f-69d0-4759-aa9b-5c090a2da237" providerId="ADAL" clId="{AF4429DE-69D1-4CF8-841D-B9C26A2A5A21}" dt="2025-10-23T11:33:01.917" v="7" actId="47"/>
        <pc:sldMkLst>
          <pc:docMk/>
          <pc:sldMk cId="1662132187" sldId="716"/>
        </pc:sldMkLst>
      </pc:sldChg>
      <pc:sldChg chg="add del">
        <pc:chgData name="Dieter Beaven" userId="9bbdb69f-69d0-4759-aa9b-5c090a2da237" providerId="ADAL" clId="{AF4429DE-69D1-4CF8-841D-B9C26A2A5A21}" dt="2025-10-23T11:33:02.390" v="8" actId="47"/>
        <pc:sldMkLst>
          <pc:docMk/>
          <pc:sldMk cId="4019710154" sldId="717"/>
        </pc:sldMkLst>
      </pc:sldChg>
    </pc:docChg>
  </pc:docChgLst>
  <pc:docChgLst>
    <pc:chgData name="Dieter Beaven" userId="9bbdb69f-69d0-4759-aa9b-5c090a2da237" providerId="ADAL" clId="{05207F2A-3D3E-48D1-84F6-1DE81023290D}"/>
    <pc:docChg chg="custSel addSld delSld modSld">
      <pc:chgData name="Dieter Beaven" userId="9bbdb69f-69d0-4759-aa9b-5c090a2da237" providerId="ADAL" clId="{05207F2A-3D3E-48D1-84F6-1DE81023290D}" dt="2024-09-13T17:01:48.475" v="87" actId="1076"/>
      <pc:docMkLst>
        <pc:docMk/>
      </pc:docMkLst>
      <pc:sldChg chg="addSp delSp modSp mod">
        <pc:chgData name="Dieter Beaven" userId="9bbdb69f-69d0-4759-aa9b-5c090a2da237" providerId="ADAL" clId="{05207F2A-3D3E-48D1-84F6-1DE81023290D}" dt="2024-09-13T17:01:48.475" v="87" actId="1076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05207F2A-3D3E-48D1-84F6-1DE81023290D}" dt="2024-09-06T16:59:12.266" v="53" actId="103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05207F2A-3D3E-48D1-84F6-1DE81023290D}" dt="2024-09-06T16:55:32.295" v="42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05207F2A-3D3E-48D1-84F6-1DE81023290D}" dt="2024-09-13T16:59:58.312" v="78" actId="1035"/>
        <pc:sldMkLst>
          <pc:docMk/>
          <pc:sldMk cId="3196350854" sldId="703"/>
        </pc:sldMkLst>
      </pc:sldChg>
      <pc:sldChg chg="delSp del mod">
        <pc:chgData name="Dieter Beaven" userId="9bbdb69f-69d0-4759-aa9b-5c090a2da237" providerId="ADAL" clId="{05207F2A-3D3E-48D1-84F6-1DE81023290D}" dt="2024-09-13T17:00:03.007" v="79" actId="47"/>
        <pc:sldMkLst>
          <pc:docMk/>
          <pc:sldMk cId="2552052628" sldId="704"/>
        </pc:sldMkLst>
      </pc:sldChg>
      <pc:sldChg chg="delSp del mod">
        <pc:chgData name="Dieter Beaven" userId="9bbdb69f-69d0-4759-aa9b-5c090a2da237" providerId="ADAL" clId="{05207F2A-3D3E-48D1-84F6-1DE81023290D}" dt="2024-09-13T17:00:03.960" v="80" actId="47"/>
        <pc:sldMkLst>
          <pc:docMk/>
          <pc:sldMk cId="2801626350" sldId="705"/>
        </pc:sldMkLst>
      </pc:sldChg>
      <pc:sldChg chg="delSp del mod">
        <pc:chgData name="Dieter Beaven" userId="9bbdb69f-69d0-4759-aa9b-5c090a2da237" providerId="ADAL" clId="{05207F2A-3D3E-48D1-84F6-1DE81023290D}" dt="2024-09-13T17:00:04.429" v="81" actId="47"/>
        <pc:sldMkLst>
          <pc:docMk/>
          <pc:sldMk cId="3939677621" sldId="708"/>
        </pc:sldMkLst>
      </pc:sldChg>
      <pc:sldChg chg="addSp delSp modSp mod">
        <pc:chgData name="Dieter Beaven" userId="9bbdb69f-69d0-4759-aa9b-5c090a2da237" providerId="ADAL" clId="{05207F2A-3D3E-48D1-84F6-1DE81023290D}" dt="2024-09-13T16:57:14.093" v="60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05207F2A-3D3E-48D1-84F6-1DE81023290D}" dt="2024-09-13T16:58:50.522" v="67" actId="1076"/>
        <pc:sldMkLst>
          <pc:docMk/>
          <pc:sldMk cId="1336369231" sldId="713"/>
        </pc:sldMkLst>
      </pc:sldChg>
      <pc:sldChg chg="addSp modSp add mod">
        <pc:chgData name="Dieter Beaven" userId="9bbdb69f-69d0-4759-aa9b-5c090a2da237" providerId="ADAL" clId="{05207F2A-3D3E-48D1-84F6-1DE81023290D}" dt="2024-09-06T16:59:19.229" v="55" actId="1036"/>
        <pc:sldMkLst>
          <pc:docMk/>
          <pc:sldMk cId="2341366643" sldId="714"/>
        </pc:sldMkLst>
      </pc:sldChg>
    </pc:docChg>
  </pc:docChgLst>
  <pc:docChgLst>
    <pc:chgData name="Dieter Beaven" userId="9bbdb69f-69d0-4759-aa9b-5c090a2da237" providerId="ADAL" clId="{FE0E1CD6-CBA5-43E0-90E5-6823FBEDB719}"/>
    <pc:docChg chg="custSel addSld modSld">
      <pc:chgData name="Dieter Beaven" userId="9bbdb69f-69d0-4759-aa9b-5c090a2da237" providerId="ADAL" clId="{FE0E1CD6-CBA5-43E0-90E5-6823FBEDB719}" dt="2025-08-27T11:10:31.343" v="14" actId="1076"/>
      <pc:docMkLst>
        <pc:docMk/>
      </pc:docMkLst>
      <pc:sldChg chg="addSp modSp mod">
        <pc:chgData name="Dieter Beaven" userId="9bbdb69f-69d0-4759-aa9b-5c090a2da237" providerId="ADAL" clId="{FE0E1CD6-CBA5-43E0-90E5-6823FBEDB719}" dt="2025-08-27T11:10:31.343" v="14" actId="1076"/>
        <pc:sldMkLst>
          <pc:docMk/>
          <pc:sldMk cId="173887519" sldId="533"/>
        </pc:sldMkLst>
      </pc:sldChg>
      <pc:sldChg chg="addSp modSp mod">
        <pc:chgData name="Dieter Beaven" userId="9bbdb69f-69d0-4759-aa9b-5c090a2da237" providerId="ADAL" clId="{FE0E1CD6-CBA5-43E0-90E5-6823FBEDB719}" dt="2025-08-27T11:09:30.852" v="12" actId="1076"/>
        <pc:sldMkLst>
          <pc:docMk/>
          <pc:sldMk cId="3196350854" sldId="703"/>
        </pc:sldMkLst>
      </pc:sldChg>
      <pc:sldChg chg="addSp modSp mod">
        <pc:chgData name="Dieter Beaven" userId="9bbdb69f-69d0-4759-aa9b-5c090a2da237" providerId="ADAL" clId="{FE0E1CD6-CBA5-43E0-90E5-6823FBEDB719}" dt="2025-08-27T11:06:52.015" v="1" actId="1076"/>
        <pc:sldMkLst>
          <pc:docMk/>
          <pc:sldMk cId="1756658491" sldId="712"/>
        </pc:sldMkLst>
      </pc:sldChg>
      <pc:sldChg chg="addSp mod">
        <pc:chgData name="Dieter Beaven" userId="9bbdb69f-69d0-4759-aa9b-5c090a2da237" providerId="ADAL" clId="{FE0E1CD6-CBA5-43E0-90E5-6823FBEDB719}" dt="2025-08-27T11:07:41.765" v="4" actId="22"/>
        <pc:sldMkLst>
          <pc:docMk/>
          <pc:sldMk cId="1336369231" sldId="713"/>
        </pc:sldMkLst>
      </pc:sldChg>
      <pc:sldChg chg="addSp delSp modSp add mod">
        <pc:chgData name="Dieter Beaven" userId="9bbdb69f-69d0-4759-aa9b-5c090a2da237" providerId="ADAL" clId="{FE0E1CD6-CBA5-43E0-90E5-6823FBEDB719}" dt="2025-08-27T11:08:48.471" v="8" actId="22"/>
        <pc:sldMkLst>
          <pc:docMk/>
          <pc:sldMk cId="4133295846" sldId="714"/>
        </pc:sldMkLst>
      </pc:sldChg>
      <pc:sldChg chg="addSp add mod">
        <pc:chgData name="Dieter Beaven" userId="9bbdb69f-69d0-4759-aa9b-5c090a2da237" providerId="ADAL" clId="{FE0E1CD6-CBA5-43E0-90E5-6823FBEDB719}" dt="2025-08-27T11:09:05.263" v="9" actId="22"/>
        <pc:sldMkLst>
          <pc:docMk/>
          <pc:sldMk cId="4135817552" sldId="715"/>
        </pc:sldMkLst>
      </pc:sldChg>
    </pc:docChg>
  </pc:docChgLst>
  <pc:docChgLst>
    <pc:chgData name="Dieter Beaven" userId="9bbdb69f-69d0-4759-aa9b-5c090a2da237" providerId="ADAL" clId="{1D114AD5-718F-4CB2-983E-E11E1B1983E9}"/>
    <pc:docChg chg="undo custSel addSld delSld modSld">
      <pc:chgData name="Dieter Beaven" userId="9bbdb69f-69d0-4759-aa9b-5c090a2da237" providerId="ADAL" clId="{1D114AD5-718F-4CB2-983E-E11E1B1983E9}" dt="2024-09-24T15:43:19.967" v="28" actId="1076"/>
      <pc:docMkLst>
        <pc:docMk/>
      </pc:docMkLst>
      <pc:sldChg chg="addSp delSp mod">
        <pc:chgData name="Dieter Beaven" userId="9bbdb69f-69d0-4759-aa9b-5c090a2da237" providerId="ADAL" clId="{1D114AD5-718F-4CB2-983E-E11E1B1983E9}" dt="2024-09-24T15:38:41.536" v="6" actId="22"/>
        <pc:sldMkLst>
          <pc:docMk/>
          <pc:sldMk cId="464788855" sldId="532"/>
        </pc:sldMkLst>
      </pc:sldChg>
      <pc:sldChg chg="addSp delSp modSp mod">
        <pc:chgData name="Dieter Beaven" userId="9bbdb69f-69d0-4759-aa9b-5c090a2da237" providerId="ADAL" clId="{1D114AD5-718F-4CB2-983E-E11E1B1983E9}" dt="2024-09-24T15:43:19.967" v="28" actId="1076"/>
        <pc:sldMkLst>
          <pc:docMk/>
          <pc:sldMk cId="173887519" sldId="533"/>
        </pc:sldMkLst>
      </pc:sldChg>
      <pc:sldChg chg="modSp mod">
        <pc:chgData name="Dieter Beaven" userId="9bbdb69f-69d0-4759-aa9b-5c090a2da237" providerId="ADAL" clId="{1D114AD5-718F-4CB2-983E-E11E1B1983E9}" dt="2024-09-24T15:38:19.545" v="1" actId="20577"/>
        <pc:sldMkLst>
          <pc:docMk/>
          <pc:sldMk cId="3923336104" sldId="702"/>
        </pc:sldMkLst>
      </pc:sldChg>
      <pc:sldChg chg="addSp delSp modSp mod">
        <pc:chgData name="Dieter Beaven" userId="9bbdb69f-69d0-4759-aa9b-5c090a2da237" providerId="ADAL" clId="{1D114AD5-718F-4CB2-983E-E11E1B1983E9}" dt="2024-09-24T15:42:04.058" v="23" actId="1076"/>
        <pc:sldMkLst>
          <pc:docMk/>
          <pc:sldMk cId="3196350854" sldId="703"/>
        </pc:sldMkLst>
      </pc:sldChg>
      <pc:sldChg chg="addSp delSp modSp mod">
        <pc:chgData name="Dieter Beaven" userId="9bbdb69f-69d0-4759-aa9b-5c090a2da237" providerId="ADAL" clId="{1D114AD5-718F-4CB2-983E-E11E1B1983E9}" dt="2024-09-24T15:40:06.408" v="15" actId="1076"/>
        <pc:sldMkLst>
          <pc:docMk/>
          <pc:sldMk cId="1756658491" sldId="712"/>
        </pc:sldMkLst>
      </pc:sldChg>
      <pc:sldChg chg="addSp delSp modSp mod">
        <pc:chgData name="Dieter Beaven" userId="9bbdb69f-69d0-4759-aa9b-5c090a2da237" providerId="ADAL" clId="{1D114AD5-718F-4CB2-983E-E11E1B1983E9}" dt="2024-09-24T15:41:21.835" v="20" actId="1076"/>
        <pc:sldMkLst>
          <pc:docMk/>
          <pc:sldMk cId="1336369231" sldId="713"/>
        </pc:sldMkLst>
      </pc:sldChg>
      <pc:sldChg chg="delSp del mod">
        <pc:chgData name="Dieter Beaven" userId="9bbdb69f-69d0-4759-aa9b-5c090a2da237" providerId="ADAL" clId="{1D114AD5-718F-4CB2-983E-E11E1B1983E9}" dt="2024-09-24T15:42:57.812" v="27" actId="47"/>
        <pc:sldMkLst>
          <pc:docMk/>
          <pc:sldMk cId="2341366643" sldId="714"/>
        </pc:sldMkLst>
      </pc:sldChg>
      <pc:sldChg chg="add del">
        <pc:chgData name="Dieter Beaven" userId="9bbdb69f-69d0-4759-aa9b-5c090a2da237" providerId="ADAL" clId="{1D114AD5-718F-4CB2-983E-E11E1B1983E9}" dt="2024-09-24T15:42:08.366" v="24" actId="47"/>
        <pc:sldMkLst>
          <pc:docMk/>
          <pc:sldMk cId="2435014896" sldId="715"/>
        </pc:sldMkLst>
      </pc:sldChg>
    </pc:docChg>
  </pc:docChgLst>
  <pc:docChgLst>
    <pc:chgData name="Dieter Beaven" userId="9bbdb69f-69d0-4759-aa9b-5c090a2da237" providerId="ADAL" clId="{05BCA04A-F276-4D02-823B-B7312935869A}"/>
    <pc:docChg chg="modSld">
      <pc:chgData name="Dieter Beaven" userId="9bbdb69f-69d0-4759-aa9b-5c090a2da237" providerId="ADAL" clId="{05BCA04A-F276-4D02-823B-B7312935869A}" dt="2025-04-29T13:48:23.404" v="5" actId="20577"/>
      <pc:docMkLst>
        <pc:docMk/>
      </pc:docMkLst>
      <pc:sldChg chg="modSp mod">
        <pc:chgData name="Dieter Beaven" userId="9bbdb69f-69d0-4759-aa9b-5c090a2da237" providerId="ADAL" clId="{05BCA04A-F276-4D02-823B-B7312935869A}" dt="2025-04-29T13:48:23.404" v="5" actId="20577"/>
        <pc:sldMkLst>
          <pc:docMk/>
          <pc:sldMk cId="3923336104" sldId="70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E87F4A-DD11-41AF-8B76-F2E5B6202836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2F2399-CD51-4C4C-BC34-03B9F40F9CF8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47450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81611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751718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32520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66172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20052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89123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93369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97128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664966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23399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962211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9AFE4D-3339-4F90-AB07-DAB31D79E32A}" type="datetimeFigureOut">
              <a:rPr lang="en-GB" smtClean="0"/>
              <a:pPr/>
              <a:t>23/10/2025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177B05-5D28-4021-9BD2-A7A72850B65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96745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2306687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92D050"/>
                </a:solidFill>
              </a:rPr>
              <a:t>P2 Chapter 4: </a:t>
            </a:r>
            <a:r>
              <a:rPr lang="en-GB">
                <a:solidFill>
                  <a:schemeClr val="accent5"/>
                </a:solidFill>
              </a:rPr>
              <a:t>Binomial Terms</a:t>
            </a:r>
            <a:br>
              <a:rPr lang="en-GB" dirty="0"/>
            </a:br>
            <a:br>
              <a:rPr lang="en-GB" dirty="0"/>
            </a:br>
            <a:r>
              <a:rPr lang="en-GB" dirty="0"/>
              <a:t>Chapter Practice</a:t>
            </a:r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1268760"/>
            <a:ext cx="9144000" cy="0"/>
          </a:xfrm>
          <a:prstGeom prst="line">
            <a:avLst/>
          </a:prstGeom>
          <a:ln w="7620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3336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Key Points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9C063D18-ABC9-C558-A2F7-502BF5011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124744"/>
            <a:ext cx="7791450" cy="307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75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1F033208-E577-96EC-8F2E-4EB1968887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565" y="908720"/>
            <a:ext cx="7705725" cy="5534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658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EBB9C8FA-5614-4FC2-397C-6EEFEFF55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037" y="833437"/>
            <a:ext cx="7781925" cy="5191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3692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0956F-56D0-414B-CA46-05CB6FAE57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C715D5E-39C3-EC7C-3B06-12A2A9C052E6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D8D5EF0C-D288-F60D-64D5-218348205BD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B96BE110-7C49-0AC8-45F7-142B0E09800B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9E7D04EE-413E-68BB-4A82-277CD281A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850" y="1047750"/>
            <a:ext cx="7734300" cy="476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295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AB7D9-9709-7CC6-FAA8-001C7C84D1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E4A1287-A60D-2FFC-2B2E-450E44A6CFF2}"/>
              </a:ext>
            </a:extLst>
          </p:cNvPr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>
              <a:extLst>
                <a:ext uri="{FF2B5EF4-FFF2-40B4-BE49-F238E27FC236}">
                  <a16:creationId xmlns:a16="http://schemas.microsoft.com/office/drawing/2014/main" id="{72022CBA-0779-C2A0-9774-9FCD9E38F1B1}"/>
                </a:ext>
              </a:extLst>
            </p:cNvPr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FDFF274-942B-5DB9-10EB-7ACB17D10F62}"/>
                </a:ext>
              </a:extLst>
            </p:cNvPr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3CE3173-01AD-9919-853C-E95C0479DF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175" y="966787"/>
            <a:ext cx="7867650" cy="4924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8175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99127"/>
            <a:chOff x="0" y="13335"/>
            <a:chExt cx="9144218" cy="599127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99127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 Exercises</a:t>
              </a:r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E64A201-9288-5639-C447-6A3F59FB4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453" y="764704"/>
            <a:ext cx="7981950" cy="3095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3508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0" y="0"/>
            <a:ext cx="9143074" cy="587744"/>
            <a:chOff x="0" y="13335"/>
            <a:chExt cx="9144218" cy="587744"/>
          </a:xfrm>
        </p:grpSpPr>
        <p:sp>
          <p:nvSpPr>
            <p:cNvPr id="3" name="TextBox 32"/>
            <p:cNvSpPr txBox="1"/>
            <p:nvPr/>
          </p:nvSpPr>
          <p:spPr>
            <a:xfrm>
              <a:off x="0" y="13335"/>
              <a:ext cx="9144000" cy="5847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wrap="square" lIns="324000" rtlCol="0">
              <a:spAutoFit/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en-GB" sz="3200" dirty="0"/>
                <a:t>Chapter</a:t>
              </a:r>
              <a:r>
                <a:rPr lang="en-GB" sz="3200" dirty="0">
                  <a:latin typeface="+mj-lt"/>
                </a:rPr>
                <a:t> Answers</a:t>
              </a:r>
              <a:endParaRPr lang="en-GB" sz="3200" dirty="0"/>
            </a:p>
          </p:txBody>
        </p:sp>
        <p:cxnSp>
          <p:nvCxnSpPr>
            <p:cNvPr id="4" name="Straight Connector 3"/>
            <p:cNvCxnSpPr/>
            <p:nvPr/>
          </p:nvCxnSpPr>
          <p:spPr>
            <a:xfrm>
              <a:off x="218" y="601079"/>
              <a:ext cx="9144000" cy="0"/>
            </a:xfrm>
            <a:prstGeom prst="line">
              <a:avLst/>
            </a:prstGeom>
            <a:effectLst/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4C150D0C-86DD-807D-50C2-BCAEEC5A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908720"/>
            <a:ext cx="9020175" cy="5448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7888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2145CED0C8C3544A5BCCC2783BB773D" ma:contentTypeVersion="18" ma:contentTypeDescription="Create a new document." ma:contentTypeScope="" ma:versionID="071d80e8befb16289be70b0ed95d7a13">
  <xsd:schema xmlns:xsd="http://www.w3.org/2001/XMLSchema" xmlns:xs="http://www.w3.org/2001/XMLSchema" xmlns:p="http://schemas.microsoft.com/office/2006/metadata/properties" xmlns:ns2="faa1ecaf-a1aa-4fc9-8c75-2805352e1f65" xmlns:ns3="f9cd3b9a-9a6c-485a-81b7-4082693b5161" targetNamespace="http://schemas.microsoft.com/office/2006/metadata/properties" ma:root="true" ma:fieldsID="bfedc4b824bdcf7bc3afcdacf96d42fb" ns2:_="" ns3:_="">
    <xsd:import namespace="faa1ecaf-a1aa-4fc9-8c75-2805352e1f65"/>
    <xsd:import namespace="f9cd3b9a-9a6c-485a-81b7-4082693b516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a1ecaf-a1aa-4fc9-8c75-2805352e1f6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MediaServiceAutoTags" ma:internalName="MediaServiceAutoTags" ma:readOnly="true">
      <xsd:simpleType>
        <xsd:restriction base="dms:Text"/>
      </xsd:simpleType>
    </xsd:element>
    <xsd:element name="MediaServiceOCR" ma:index="11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MediaServiceLocation" ma:internalName="MediaServiceLocatio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23" nillable="true" ma:taxonomy="true" ma:internalName="lcf76f155ced4ddcb4097134ff3c332f" ma:taxonomyFieldName="MediaServiceImageTags" ma:displayName="Image Tags" ma:readOnly="false" ma:fieldId="{5cf76f15-5ced-4ddc-b409-7134ff3c332f}" ma:taxonomyMulti="true" ma:sspId="35c9266d-873e-4384-88ad-117b2e21bb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cd3b9a-9a6c-485a-81b7-4082693b516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4" nillable="true" ma:displayName="Taxonomy Catch All Column" ma:hidden="true" ma:list="{37dd2894-802d-4a2b-8969-adc31d00c97c}" ma:internalName="TaxCatchAll" ma:showField="CatchAllData" ma:web="f9cd3b9a-9a6c-485a-81b7-4082693b516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aa1ecaf-a1aa-4fc9-8c75-2805352e1f65">
      <Terms xmlns="http://schemas.microsoft.com/office/infopath/2007/PartnerControls"/>
    </lcf76f155ced4ddcb4097134ff3c332f>
    <TaxCatchAll xmlns="f9cd3b9a-9a6c-485a-81b7-4082693b5161" xsi:nil="true"/>
  </documentManagement>
</p:properties>
</file>

<file path=customXml/itemProps1.xml><?xml version="1.0" encoding="utf-8"?>
<ds:datastoreItem xmlns:ds="http://schemas.openxmlformats.org/officeDocument/2006/customXml" ds:itemID="{116367F5-30EB-4FB8-AC0F-C9698F2B8F1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DA38195-DE73-4ADB-89E9-06FC4C7B979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aa1ecaf-a1aa-4fc9-8c75-2805352e1f65"/>
    <ds:schemaRef ds:uri="f9cd3b9a-9a6c-485a-81b7-4082693b516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AC9D3391-997D-4369-8C5A-9887D520139A}">
  <ds:schemaRefs>
    <ds:schemaRef ds:uri="http://purl.org/dc/dcmitype/"/>
    <ds:schemaRef ds:uri="http://schemas.microsoft.com/office/2006/documentManagement/types"/>
    <ds:schemaRef ds:uri="http://schemas.microsoft.com/office/2006/metadata/properties"/>
    <ds:schemaRef ds:uri="http://schemas.openxmlformats.org/package/2006/metadata/core-properties"/>
    <ds:schemaRef ds:uri="http://purl.org/dc/terms/"/>
    <ds:schemaRef ds:uri="f9cd3b9a-9a6c-485a-81b7-4082693b5161"/>
    <ds:schemaRef ds:uri="faa1ecaf-a1aa-4fc9-8c75-2805352e1f65"/>
    <ds:schemaRef ds:uri="http://www.w3.org/XML/1998/namespace"/>
    <ds:schemaRef ds:uri="http://purl.org/dc/elements/1.1/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29561</TotalTime>
  <Words>24</Words>
  <Application>Microsoft Office PowerPoint</Application>
  <PresentationFormat>On-screen Show (4:3)</PresentationFormat>
  <Paragraphs>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P2 Chapter 4: Binomial Terms  Chapter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RM plc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Frost J</dc:creator>
  <cp:lastModifiedBy>Dieter Beaven</cp:lastModifiedBy>
  <cp:revision>916</cp:revision>
  <dcterms:created xsi:type="dcterms:W3CDTF">2013-02-28T07:36:55Z</dcterms:created>
  <dcterms:modified xsi:type="dcterms:W3CDTF">2025-10-23T11:33:09Z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0x010100E2145CED0C8C3544A5BCCC2783BB773D</vt:lpwstr>
  </property>
</Properties>
</file>