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547" r:id="rId5"/>
    <p:sldId id="633" r:id="rId6"/>
    <p:sldId id="639" r:id="rId7"/>
    <p:sldId id="549" r:id="rId8"/>
    <p:sldId id="543" r:id="rId9"/>
    <p:sldId id="550" r:id="rId10"/>
    <p:sldId id="54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AF4429DE-69D1-4CF8-841D-B9C26A2A5A21}"/>
    <pc:docChg chg="delSld modSld">
      <pc:chgData name="Dieter Beaven" userId="9bbdb69f-69d0-4759-aa9b-5c090a2da237" providerId="ADAL" clId="{AF4429DE-69D1-4CF8-841D-B9C26A2A5A21}" dt="2025-10-23T11:30:07.107" v="2" actId="47"/>
      <pc:docMkLst>
        <pc:docMk/>
      </pc:docMkLst>
      <pc:sldChg chg="addSp modSp mod">
        <pc:chgData name="Dieter Beaven" userId="9bbdb69f-69d0-4759-aa9b-5c090a2da237" providerId="ADAL" clId="{AF4429DE-69D1-4CF8-841D-B9C26A2A5A21}" dt="2025-10-23T11:30:05.811" v="1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AF4429DE-69D1-4CF8-841D-B9C26A2A5A21}" dt="2025-10-23T11:30:05.811" v="1" actId="1076"/>
          <ac:picMkLst>
            <pc:docMk/>
            <pc:sldMk cId="3458699803" sldId="545"/>
            <ac:picMk id="6" creationId="{DD6638AF-8857-8C2D-D6AD-2FCDEADD095C}"/>
          </ac:picMkLst>
        </pc:picChg>
      </pc:sldChg>
      <pc:sldChg chg="del">
        <pc:chgData name="Dieter Beaven" userId="9bbdb69f-69d0-4759-aa9b-5c090a2da237" providerId="ADAL" clId="{AF4429DE-69D1-4CF8-841D-B9C26A2A5A21}" dt="2025-10-23T11:30:07.107" v="2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5CE79A1A-5410-4824-B974-082FA9D12CEE}"/>
    <pc:docChg chg="modSld">
      <pc:chgData name="Dieter Beaven" userId="9bbdb69f-69d0-4759-aa9b-5c090a2da237" providerId="ADAL" clId="{5CE79A1A-5410-4824-B974-082FA9D12CEE}" dt="2025-04-25T15:30:13.659" v="1" actId="20577"/>
      <pc:docMkLst>
        <pc:docMk/>
      </pc:docMkLst>
      <pc:sldChg chg="modSp mod">
        <pc:chgData name="Dieter Beaven" userId="9bbdb69f-69d0-4759-aa9b-5c090a2da237" providerId="ADAL" clId="{5CE79A1A-5410-4824-B974-082FA9D12CEE}" dt="2025-04-25T15:30:13.659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951FC1DC-1D4C-4329-A111-187B6914CA40}"/>
    <pc:docChg chg="delSld modSld">
      <pc:chgData name="Dieter Beaven" userId="9bbdb69f-69d0-4759-aa9b-5c090a2da237" providerId="ADAL" clId="{951FC1DC-1D4C-4329-A111-187B6914CA40}" dt="2025-08-27T11:06:17.716" v="5" actId="47"/>
      <pc:docMkLst>
        <pc:docMk/>
      </pc:docMkLst>
      <pc:sldChg chg="addSp modSp mod">
        <pc:chgData name="Dieter Beaven" userId="9bbdb69f-69d0-4759-aa9b-5c090a2da237" providerId="ADAL" clId="{951FC1DC-1D4C-4329-A111-187B6914CA40}" dt="2025-08-27T11:05:51.171" v="2" actId="1036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951FC1DC-1D4C-4329-A111-187B6914CA40}" dt="2025-08-27T11:06:16.111" v="4" actId="1076"/>
        <pc:sldMkLst>
          <pc:docMk/>
          <pc:sldMk cId="4091202299" sldId="550"/>
        </pc:sldMkLst>
      </pc:sldChg>
      <pc:sldChg chg="del">
        <pc:chgData name="Dieter Beaven" userId="9bbdb69f-69d0-4759-aa9b-5c090a2da237" providerId="ADAL" clId="{951FC1DC-1D4C-4329-A111-187B6914CA40}" dt="2025-08-27T11:06:17.716" v="5" actId="47"/>
        <pc:sldMkLst>
          <pc:docMk/>
          <pc:sldMk cId="3826585799" sldId="551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4AE3B0D-9FC1-409F-9673-91E8D23C2A5F}"/>
    <pc:docChg chg="addSld modSld">
      <pc:chgData name="Dieter Beaven" userId="9bbdb69f-69d0-4759-aa9b-5c090a2da237" providerId="ADAL" clId="{14AE3B0D-9FC1-409F-9673-91E8D23C2A5F}" dt="2025-05-13T15:16:37.051" v="46" actId="20577"/>
      <pc:docMkLst>
        <pc:docMk/>
      </pc:docMkLst>
      <pc:sldChg chg="modSp mod">
        <pc:chgData name="Dieter Beaven" userId="9bbdb69f-69d0-4759-aa9b-5c090a2da237" providerId="ADAL" clId="{14AE3B0D-9FC1-409F-9673-91E8D23C2A5F}" dt="2025-05-13T15:16:14.996" v="42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4AE3B0D-9FC1-409F-9673-91E8D23C2A5F}" dt="2025-05-13T15:16:37.051" v="46" actId="20577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4AE3B0D-9FC1-409F-9673-91E8D23C2A5F}" dt="2025-05-13T15:16:30.432" v="43"/>
        <pc:sldMkLst>
          <pc:docMk/>
          <pc:sldMk cId="4054819674" sldId="633"/>
        </pc:sldMkLst>
      </pc:sldChg>
      <pc:sldChg chg="add">
        <pc:chgData name="Dieter Beaven" userId="9bbdb69f-69d0-4759-aa9b-5c090a2da237" providerId="ADAL" clId="{14AE3B0D-9FC1-409F-9673-91E8D23C2A5F}" dt="2025-05-13T15:16:30.432" v="43"/>
        <pc:sldMkLst>
          <pc:docMk/>
          <pc:sldMk cId="4125531705" sldId="639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8C84B5C2-8CD8-4543-826A-29DD19B25E87}"/>
    <pc:docChg chg="modSld">
      <pc:chgData name="Dieter Beaven" userId="9bbdb69f-69d0-4759-aa9b-5c090a2da237" providerId="ADAL" clId="{8C84B5C2-8CD8-4543-826A-29DD19B25E87}" dt="2025-04-29T13:44:58.110" v="56" actId="20577"/>
      <pc:docMkLst>
        <pc:docMk/>
      </pc:docMkLst>
      <pc:sldChg chg="modSp mod">
        <pc:chgData name="Dieter Beaven" userId="9bbdb69f-69d0-4759-aa9b-5c090a2da237" providerId="ADAL" clId="{8C84B5C2-8CD8-4543-826A-29DD19B25E87}" dt="2025-04-29T13:44:58.110" v="56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8C84B5C2-8CD8-4543-826A-29DD19B25E87}" dt="2025-04-29T13:44:41.908" v="41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4: </a:t>
            </a:r>
            <a:r>
              <a:rPr lang="en-GB" dirty="0">
                <a:solidFill>
                  <a:schemeClr val="accent5"/>
                </a:solidFill>
              </a:rPr>
              <a:t>Binomial Terms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Expanding Partial Fractions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73ADAC4-CBD5-4659-9C4E-01B3F5EAFADD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50EFA46-D3DD-418F-8419-87A681FFDC9A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Using Partial Fractions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0D6446E-BFF1-4022-8886-339DADDFA92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728B99A-5B31-43FA-80CF-4D3ACB71C8E1}"/>
              </a:ext>
            </a:extLst>
          </p:cNvPr>
          <p:cNvSpPr txBox="1"/>
          <p:nvPr/>
        </p:nvSpPr>
        <p:spPr>
          <a:xfrm>
            <a:off x="267946" y="781130"/>
            <a:ext cx="698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Partial fractions allows us to split up a fraction into ones we can then find the binomial expansion of.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5B0403-6AE3-4083-B87C-58A986BC8344}"/>
                  </a:ext>
                </a:extLst>
              </p:cNvPr>
              <p:cNvSpPr txBox="1"/>
              <p:nvPr/>
            </p:nvSpPr>
            <p:spPr>
              <a:xfrm>
                <a:off x="449652" y="1587223"/>
                <a:ext cx="8082788" cy="134152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Express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4−5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r>
                  <a:rPr lang="en-GB" sz="1600" dirty="0"/>
                  <a:t> as partial fractions.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Hence show that the cubic approximation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4−5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r>
                  <a:rPr lang="en-GB" sz="1600" dirty="0"/>
                  <a:t> is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2−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sz="1600" dirty="0"/>
              </a:p>
              <a:p>
                <a:r>
                  <a:rPr lang="en-GB" sz="1600" dirty="0"/>
                  <a:t>c) State the range of values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for which the expansion is valid.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5B0403-6AE3-4083-B87C-58A986BC8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52" y="1587223"/>
                <a:ext cx="8082788" cy="13415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A610B3-8E2D-41FB-9845-2707DF0F0AED}"/>
                  </a:ext>
                </a:extLst>
              </p:cNvPr>
              <p:cNvSpPr txBox="1"/>
              <p:nvPr/>
            </p:nvSpPr>
            <p:spPr>
              <a:xfrm>
                <a:off x="460285" y="3132756"/>
                <a:ext cx="4877259" cy="34259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4−5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d>
                            <m:d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d>
                            <m:d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sz="1200" b="0" dirty="0"/>
              </a:p>
              <a:p>
                <a:endParaRPr lang="en-GB" sz="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4−5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1200" dirty="0"/>
              </a:p>
              <a:p>
                <a:r>
                  <a:rPr lang="en-GB" sz="1200" dirty="0"/>
                  <a:t>Let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200" dirty="0"/>
                  <a:t>:  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−6=3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   →  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en-GB" sz="1200" dirty="0"/>
              </a:p>
              <a:p>
                <a:r>
                  <a:rPr lang="en-GB" sz="1200" dirty="0"/>
                  <a:t>Let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GB" sz="1200" dirty="0"/>
                  <a:t>: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9=3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     →  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GB" sz="1200" dirty="0"/>
              </a:p>
              <a:p>
                <a:r>
                  <a:rPr lang="en-GB" sz="1200" dirty="0"/>
                  <a:t>Therefore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4−5</m:t>
                        </m:r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d>
                          <m:d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GB" sz="1200" dirty="0"/>
              </a:p>
              <a:p>
                <a:endParaRPr lang="en-GB" sz="9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GB" sz="1200" dirty="0"/>
              </a:p>
              <a:p>
                <a:r>
                  <a:rPr lang="en-GB" sz="1200" dirty="0"/>
                  <a:t>Expansion of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12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d>
                            <m:d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2!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3!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=3−3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−3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sz="1200" dirty="0"/>
              </a:p>
              <a:p>
                <a:r>
                  <a:rPr lang="en-GB" sz="1200" dirty="0"/>
                  <a:t>Similarly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=2×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=…=1+</m:t>
                    </m:r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sz="1200" dirty="0"/>
              </a:p>
              <a:p>
                <a:pPr/>
                <a:r>
                  <a:rPr lang="en-GB" sz="1200" dirty="0"/>
                  <a:t>Hence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4−5</m:t>
                        </m:r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d>
                          <m:d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3−3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i="1">
                        <a:latin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sSup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sSup>
                          <m:sSup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br>
                  <a:rPr lang="en-GB" sz="1200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2−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A610B3-8E2D-41FB-9845-2707DF0F0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85" y="3132756"/>
                <a:ext cx="4877259" cy="3425938"/>
              </a:xfrm>
              <a:prstGeom prst="rect">
                <a:avLst/>
              </a:prstGeom>
              <a:blipFill>
                <a:blip r:embed="rId3"/>
                <a:stretch>
                  <a:fillRect l="-1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E691B0-20D0-41CF-B0B9-7A9E14BA9C3B}"/>
                  </a:ext>
                </a:extLst>
              </p:cNvPr>
              <p:cNvSpPr txBox="1"/>
              <p:nvPr/>
            </p:nvSpPr>
            <p:spPr>
              <a:xfrm>
                <a:off x="5937732" y="3085386"/>
                <a:ext cx="2736304" cy="180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First find the valid range for each of the expansions: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&lt;1  →  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&lt;2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∴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E691B0-20D0-41CF-B0B9-7A9E14BA9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732" y="3085386"/>
                <a:ext cx="2736304" cy="1805110"/>
              </a:xfrm>
              <a:prstGeom prst="rect">
                <a:avLst/>
              </a:prstGeom>
              <a:blipFill>
                <a:blip r:embed="rId4"/>
                <a:stretch>
                  <a:fillRect l="-1114" t="-10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FDF174-9E24-41C6-876D-646946EA14D8}"/>
                  </a:ext>
                </a:extLst>
              </p:cNvPr>
              <p:cNvSpPr txBox="1"/>
              <p:nvPr/>
            </p:nvSpPr>
            <p:spPr>
              <a:xfrm>
                <a:off x="6368902" y="4937281"/>
                <a:ext cx="2200940" cy="120032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−1&lt;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sz="1200" dirty="0"/>
                  <a:t> is more restrictive than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−2&lt;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&lt;2</m:t>
                    </m:r>
                  </m:oMath>
                </a14:m>
                <a:r>
                  <a:rPr lang="en-GB" sz="1200" dirty="0"/>
                  <a:t>. If </a:t>
                </a:r>
                <a:r>
                  <a:rPr lang="en-GB" sz="1200" u="sng" dirty="0"/>
                  <a:t>both</a:t>
                </a:r>
                <a:r>
                  <a:rPr lang="en-GB" sz="1200" dirty="0"/>
                  <a:t> have to be true, </a:t>
                </a:r>
                <a:r>
                  <a:rPr lang="en-GB" sz="1200" b="1" dirty="0"/>
                  <a:t>the more restrictive one applies </a:t>
                </a:r>
                <a:r>
                  <a:rPr lang="en-GB" sz="1200" dirty="0"/>
                  <a:t>(this can be seen by drawing the inequalities a number line).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FDF174-9E24-41C6-876D-646946EA1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902" y="4937281"/>
                <a:ext cx="2200940" cy="1200329"/>
              </a:xfrm>
              <a:prstGeom prst="rect">
                <a:avLst/>
              </a:prstGeom>
              <a:blipFill>
                <a:blip r:embed="rId5"/>
                <a:stretch>
                  <a:fillRect b="-19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A740B5B2-8124-4C49-9313-969FC7F6D4A5}"/>
              </a:ext>
            </a:extLst>
          </p:cNvPr>
          <p:cNvSpPr/>
          <p:nvPr/>
        </p:nvSpPr>
        <p:spPr>
          <a:xfrm>
            <a:off x="179512" y="3132756"/>
            <a:ext cx="216024" cy="22423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8B5594-A446-4923-91C1-A9E1899C10B6}"/>
              </a:ext>
            </a:extLst>
          </p:cNvPr>
          <p:cNvSpPr/>
          <p:nvPr/>
        </p:nvSpPr>
        <p:spPr>
          <a:xfrm>
            <a:off x="179512" y="4509120"/>
            <a:ext cx="216024" cy="22423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52317E-FA84-4C21-BE61-1980D88A8E1D}"/>
              </a:ext>
            </a:extLst>
          </p:cNvPr>
          <p:cNvSpPr/>
          <p:nvPr/>
        </p:nvSpPr>
        <p:spPr>
          <a:xfrm>
            <a:off x="5590236" y="3132756"/>
            <a:ext cx="216024" cy="22423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4B0095-A550-4B35-A6E5-80C024AB3009}"/>
              </a:ext>
            </a:extLst>
          </p:cNvPr>
          <p:cNvSpPr/>
          <p:nvPr/>
        </p:nvSpPr>
        <p:spPr>
          <a:xfrm>
            <a:off x="395536" y="3128401"/>
            <a:ext cx="4824536" cy="13807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CC98EE-D43A-4F30-ACA3-10200E291DF4}"/>
              </a:ext>
            </a:extLst>
          </p:cNvPr>
          <p:cNvSpPr/>
          <p:nvPr/>
        </p:nvSpPr>
        <p:spPr>
          <a:xfrm>
            <a:off x="395536" y="4509902"/>
            <a:ext cx="4824536" cy="204879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F3E889-AD78-41E5-8138-C9396C597F86}"/>
              </a:ext>
            </a:extLst>
          </p:cNvPr>
          <p:cNvSpPr/>
          <p:nvPr/>
        </p:nvSpPr>
        <p:spPr>
          <a:xfrm>
            <a:off x="5806260" y="3128400"/>
            <a:ext cx="3086220" cy="310891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5481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324AB0-810B-4924-8986-8E3FB52F6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020" y="850717"/>
            <a:ext cx="7038975" cy="2057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00CFDD4-0D22-4D59-9690-0B96A48A2B25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4" name="TextBox 32">
              <a:extLst>
                <a:ext uri="{FF2B5EF4-FFF2-40B4-BE49-F238E27FC236}">
                  <a16:creationId xmlns:a16="http://schemas.microsoft.com/office/drawing/2014/main" id="{6CA42B02-3EA8-4309-AA06-47F10FF13B18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7791657-25EC-46A8-94D3-CB5180E8663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07E126B-D340-410D-ADBC-BEC28AA05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3159707"/>
            <a:ext cx="5552158" cy="35258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D342E72-F85A-447A-A792-587BBD803B5A}"/>
              </a:ext>
            </a:extLst>
          </p:cNvPr>
          <p:cNvSpPr/>
          <p:nvPr/>
        </p:nvSpPr>
        <p:spPr>
          <a:xfrm>
            <a:off x="1841564" y="3139033"/>
            <a:ext cx="5826780" cy="10820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46B4FE-7440-4C9A-80E7-14149E09C11B}"/>
              </a:ext>
            </a:extLst>
          </p:cNvPr>
          <p:cNvSpPr/>
          <p:nvPr/>
        </p:nvSpPr>
        <p:spPr>
          <a:xfrm>
            <a:off x="1841564" y="4212761"/>
            <a:ext cx="5826780" cy="24935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b</a:t>
            </a:r>
          </a:p>
        </p:txBody>
      </p:sp>
    </p:spTree>
    <p:extLst>
      <p:ext uri="{BB962C8B-B14F-4D97-AF65-F5344CB8AC3E}">
        <p14:creationId xmlns:p14="http://schemas.microsoft.com/office/powerpoint/2010/main" val="412553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4.3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/>
              <a:t>Page 31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7DDA0E2-686A-B80D-38A4-2799C6C7F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78" y="631651"/>
            <a:ext cx="7658100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3985F6F-82B9-3845-BD2B-1AAC123C8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28" y="764704"/>
            <a:ext cx="777240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D6638AF-8857-8C2D-D6AD-2FCDEADD0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052736"/>
            <a:ext cx="497205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61750</TotalTime>
  <Words>293</Words>
  <Application>Microsoft Office PowerPoint</Application>
  <PresentationFormat>On-screen Show 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 Math</vt:lpstr>
      <vt:lpstr>Office Theme</vt:lpstr>
      <vt:lpstr>P2 Chapter 4: Binomial Terms  Expanding Partial Fractions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2025-10-23T11:30:09Z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