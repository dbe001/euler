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547" r:id="rId5"/>
    <p:sldId id="686" r:id="rId6"/>
    <p:sldId id="687" r:id="rId7"/>
    <p:sldId id="689" r:id="rId8"/>
    <p:sldId id="688" r:id="rId9"/>
    <p:sldId id="549" r:id="rId10"/>
    <p:sldId id="543" r:id="rId11"/>
    <p:sldId id="550" r:id="rId12"/>
    <p:sldId id="551" r:id="rId13"/>
    <p:sldId id="545" r:id="rId14"/>
    <p:sldId id="532" r:id="rId15"/>
    <p:sldId id="69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1511C-1367-4828-A9EF-63F24F0F6C75}" v="4" dt="2026-01-15T16:03:5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1-15T16:05:02.681" v="23" actId="47"/>
      <pc:docMkLst>
        <pc:docMk/>
      </pc:docMkLst>
      <pc:sldChg chg="addSp delSp modSp mod">
        <pc:chgData name="Dieter Beaven" userId="9bbdb69f-69d0-4759-aa9b-5c090a2da237" providerId="ADAL" clId="{B47B330E-67D7-47E6-A6C8-686253D34652}" dt="2026-01-15T16:03:48.328" v="17" actId="1036"/>
        <pc:sldMkLst>
          <pc:docMk/>
          <pc:sldMk cId="464788855" sldId="532"/>
        </pc:sldMkLst>
        <pc:picChg chg="add mod">
          <ac:chgData name="Dieter Beaven" userId="9bbdb69f-69d0-4759-aa9b-5c090a2da237" providerId="ADAL" clId="{B47B330E-67D7-47E6-A6C8-686253D34652}" dt="2026-01-15T16:03:48.328" v="17" actId="1036"/>
          <ac:picMkLst>
            <pc:docMk/>
            <pc:sldMk cId="464788855" sldId="532"/>
            <ac:picMk id="6" creationId="{5B698DCA-3A3A-A576-FDE4-8A1BEE9AE87F}"/>
          </ac:picMkLst>
        </pc:picChg>
      </pc:sldChg>
      <pc:sldChg chg="addSp modSp mod">
        <pc:chgData name="Dieter Beaven" userId="9bbdb69f-69d0-4759-aa9b-5c090a2da237" providerId="ADAL" clId="{B47B330E-67D7-47E6-A6C8-686253D34652}" dt="2026-01-13T15:56:13.791" v="3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1-13T15:56:13.791" v="3" actId="1076"/>
          <ac:picMkLst>
            <pc:docMk/>
            <pc:sldMk cId="3896053727" sldId="543"/>
            <ac:picMk id="6" creationId="{9C8526B6-9A1F-A396-23EA-E2D2D70679E1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5T16:01:58.400" v="1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1-15T16:01:58.400" v="11" actId="1076"/>
          <ac:picMkLst>
            <pc:docMk/>
            <pc:sldMk cId="3458699803" sldId="545"/>
            <ac:picMk id="6" creationId="{966A372E-CF3C-EB96-A8EE-35EE35FEF6CB}"/>
          </ac:picMkLst>
        </pc:picChg>
      </pc:sldChg>
      <pc:sldChg chg="modSp">
        <pc:chgData name="Dieter Beaven" userId="9bbdb69f-69d0-4759-aa9b-5c090a2da237" providerId="ADAL" clId="{B47B330E-67D7-47E6-A6C8-686253D34652}" dt="2026-01-15T10:39:06.448" v="8"/>
        <pc:sldMkLst>
          <pc:docMk/>
          <pc:sldMk cId="3991975165" sldId="547"/>
        </pc:sldMkLst>
        <pc:spChg chg="mod">
          <ac:chgData name="Dieter Beaven" userId="9bbdb69f-69d0-4759-aa9b-5c090a2da237" providerId="ADAL" clId="{B47B330E-67D7-47E6-A6C8-686253D34652}" dt="2026-01-15T10:39:06.448" v="8"/>
          <ac:spMkLst>
            <pc:docMk/>
            <pc:sldMk cId="3991975165" sldId="54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B47B330E-67D7-47E6-A6C8-686253D34652}" dt="2026-01-13T15:56:39.436" v="5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1-13T15:56:39.436" v="5" actId="1076"/>
          <ac:picMkLst>
            <pc:docMk/>
            <pc:sldMk cId="4091202299" sldId="550"/>
            <ac:picMk id="6" creationId="{EDF14F86-7BA4-BED9-8A2C-894BB521CE64}"/>
          </ac:picMkLst>
        </pc:picChg>
      </pc:sldChg>
      <pc:sldChg chg="addSp modSp mod">
        <pc:chgData name="Dieter Beaven" userId="9bbdb69f-69d0-4759-aa9b-5c090a2da237" providerId="ADAL" clId="{B47B330E-67D7-47E6-A6C8-686253D34652}" dt="2026-01-13T15:57:10.429" v="7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1-13T15:57:10.429" v="7" actId="1076"/>
          <ac:picMkLst>
            <pc:docMk/>
            <pc:sldMk cId="3826585799" sldId="551"/>
            <ac:picMk id="6" creationId="{3B430FFC-C0A1-F4CC-A421-0261BFEF9421}"/>
          </ac:picMkLst>
        </pc:picChg>
      </pc:sldChg>
      <pc:sldChg chg="addSp modSp add mod">
        <pc:chgData name="Dieter Beaven" userId="9bbdb69f-69d0-4759-aa9b-5c090a2da237" providerId="ADAL" clId="{B47B330E-67D7-47E6-A6C8-686253D34652}" dt="2026-01-15T16:04:54.333" v="21" actId="1076"/>
        <pc:sldMkLst>
          <pc:docMk/>
          <pc:sldMk cId="887896370" sldId="690"/>
        </pc:sldMkLst>
        <pc:picChg chg="add mod">
          <ac:chgData name="Dieter Beaven" userId="9bbdb69f-69d0-4759-aa9b-5c090a2da237" providerId="ADAL" clId="{B47B330E-67D7-47E6-A6C8-686253D34652}" dt="2026-01-15T16:04:54.333" v="21" actId="1076"/>
          <ac:picMkLst>
            <pc:docMk/>
            <pc:sldMk cId="887896370" sldId="690"/>
            <ac:picMk id="6" creationId="{439AF140-C65C-817A-8330-FF0F5D4A7136}"/>
          </ac:picMkLst>
        </pc:picChg>
      </pc:sldChg>
      <pc:sldChg chg="add del">
        <pc:chgData name="Dieter Beaven" userId="9bbdb69f-69d0-4759-aa9b-5c090a2da237" providerId="ADAL" clId="{B47B330E-67D7-47E6-A6C8-686253D34652}" dt="2026-01-15T16:05:02.077" v="22" actId="47"/>
        <pc:sldMkLst>
          <pc:docMk/>
          <pc:sldMk cId="562743960" sldId="691"/>
        </pc:sldMkLst>
      </pc:sldChg>
      <pc:sldChg chg="add del">
        <pc:chgData name="Dieter Beaven" userId="9bbdb69f-69d0-4759-aa9b-5c090a2da237" providerId="ADAL" clId="{B47B330E-67D7-47E6-A6C8-686253D34652}" dt="2026-01-15T16:05:02.681" v="23" actId="47"/>
        <pc:sldMkLst>
          <pc:docMk/>
          <pc:sldMk cId="1776710053" sldId="6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78.png"/><Relationship Id="rId4" Type="http://schemas.openxmlformats.org/officeDocument/2006/relationships/image" Target="../media/image81.png"/><Relationship Id="rId9" Type="http://schemas.openxmlformats.org/officeDocument/2006/relationships/image" Target="../media/image760.png"/><Relationship Id="rId14" Type="http://schemas.openxmlformats.org/officeDocument/2006/relationships/image" Target="../media/image77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6: </a:t>
            </a:r>
            <a:r>
              <a:rPr lang="en-GB" dirty="0" err="1">
                <a:solidFill>
                  <a:schemeClr val="accent5"/>
                </a:solidFill>
              </a:rPr>
              <a:t>CoAngle</a:t>
            </a:r>
            <a:r>
              <a:rPr lang="en-GB">
                <a:solidFill>
                  <a:schemeClr val="accent5"/>
                </a:solidFill>
              </a:rPr>
              <a:t> Trigonometry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Arc Functions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Inverse Trig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536" y="836712"/>
                <a:ext cx="806489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need to know how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sz="1400" dirty="0"/>
                  <a:t>(Yes, you could be asked in an exam!)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8064896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680" t="-5208" b="-10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2267744" y="399476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763113" y="1652530"/>
            <a:ext cx="7191" cy="46123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90785" y="11958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85" y="1195890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rot="19747005">
                <a:off x="3411713" y="5020401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47005">
                <a:off x="3411713" y="5020401"/>
                <a:ext cx="114668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42630" y="379471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630" y="3794712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448980" y="2486245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980" y="2486245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76652" y="522920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652" y="5229200"/>
                <a:ext cx="344656" cy="400110"/>
              </a:xfrm>
              <a:prstGeom prst="rect">
                <a:avLst/>
              </a:prstGeom>
              <a:blipFill rotWithShape="0">
                <a:blip r:embed="rId7"/>
                <a:stretch>
                  <a:fillRect r="-48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01979" y="4018887"/>
                <a:ext cx="344656" cy="615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979" y="4018887"/>
                <a:ext cx="344656" cy="61529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80340" y="4012536"/>
                <a:ext cx="344656" cy="615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40" y="4012536"/>
                <a:ext cx="344656" cy="615297"/>
              </a:xfrm>
              <a:prstGeom prst="rect">
                <a:avLst/>
              </a:prstGeom>
              <a:blipFill rotWithShape="1">
                <a:blip r:embed="rId9"/>
                <a:stretch>
                  <a:fillRect r="-403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reeform 37"/>
          <p:cNvSpPr/>
          <p:nvPr/>
        </p:nvSpPr>
        <p:spPr>
          <a:xfrm>
            <a:off x="3106757" y="2644222"/>
            <a:ext cx="3316077" cy="2765060"/>
          </a:xfrm>
          <a:custGeom>
            <a:avLst/>
            <a:gdLst>
              <a:gd name="connsiteX0" fmla="*/ 0 w 3316077"/>
              <a:gd name="connsiteY0" fmla="*/ 2765060 h 2765060"/>
              <a:gd name="connsiteX1" fmla="*/ 672029 w 3316077"/>
              <a:gd name="connsiteY1" fmla="*/ 2478621 h 2765060"/>
              <a:gd name="connsiteX2" fmla="*/ 1355074 w 3316077"/>
              <a:gd name="connsiteY2" fmla="*/ 1905744 h 2765060"/>
              <a:gd name="connsiteX3" fmla="*/ 1916935 w 3316077"/>
              <a:gd name="connsiteY3" fmla="*/ 925243 h 2765060"/>
              <a:gd name="connsiteX4" fmla="*/ 2423710 w 3316077"/>
              <a:gd name="connsiteY4" fmla="*/ 286265 h 2765060"/>
              <a:gd name="connsiteX5" fmla="*/ 2985571 w 3316077"/>
              <a:gd name="connsiteY5" fmla="*/ 32877 h 2765060"/>
              <a:gd name="connsiteX6" fmla="*/ 3316077 w 3316077"/>
              <a:gd name="connsiteY6" fmla="*/ 10843 h 276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16077" h="2765060">
                <a:moveTo>
                  <a:pt x="0" y="2765060"/>
                </a:moveTo>
                <a:cubicBezTo>
                  <a:pt x="223091" y="2693450"/>
                  <a:pt x="446183" y="2621840"/>
                  <a:pt x="672029" y="2478621"/>
                </a:cubicBezTo>
                <a:cubicBezTo>
                  <a:pt x="897875" y="2335402"/>
                  <a:pt x="1147590" y="2164640"/>
                  <a:pt x="1355074" y="1905744"/>
                </a:cubicBezTo>
                <a:cubicBezTo>
                  <a:pt x="1562558" y="1646848"/>
                  <a:pt x="1738829" y="1195156"/>
                  <a:pt x="1916935" y="925243"/>
                </a:cubicBezTo>
                <a:cubicBezTo>
                  <a:pt x="2095041" y="655330"/>
                  <a:pt x="2245604" y="434993"/>
                  <a:pt x="2423710" y="286265"/>
                </a:cubicBezTo>
                <a:cubicBezTo>
                  <a:pt x="2601816" y="137537"/>
                  <a:pt x="2836843" y="78781"/>
                  <a:pt x="2985571" y="32877"/>
                </a:cubicBezTo>
                <a:cubicBezTo>
                  <a:pt x="3134299" y="-13027"/>
                  <a:pt x="3225188" y="-1092"/>
                  <a:pt x="3316077" y="1084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71961" y="1696078"/>
                <a:ext cx="2763894" cy="1896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have to restrict the domain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 before we can find the inverse. Why?</a:t>
                </a:r>
              </a:p>
              <a:p>
                <a:r>
                  <a:rPr lang="en-GB" sz="1600" b="1" dirty="0"/>
                  <a:t>Because only one-to-one functions have an inverse. By restricting the domain it is now one-to-one.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61" y="1696078"/>
                <a:ext cx="2763894" cy="189628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326918" y="2601283"/>
            <a:ext cx="2614586" cy="9020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185392" y="1914602"/>
            <a:ext cx="3013177" cy="4283788"/>
            <a:chOff x="3185392" y="1914602"/>
            <a:chExt cx="3013177" cy="4283788"/>
          </a:xfrm>
        </p:grpSpPr>
        <p:sp>
          <p:nvSpPr>
            <p:cNvPr id="41" name="Freeform 40"/>
            <p:cNvSpPr/>
            <p:nvPr/>
          </p:nvSpPr>
          <p:spPr>
            <a:xfrm rot="5400000" flipV="1">
              <a:off x="3145712" y="2612236"/>
              <a:ext cx="3316077" cy="2765060"/>
            </a:xfrm>
            <a:custGeom>
              <a:avLst/>
              <a:gdLst>
                <a:gd name="connsiteX0" fmla="*/ 0 w 3316077"/>
                <a:gd name="connsiteY0" fmla="*/ 2765060 h 2765060"/>
                <a:gd name="connsiteX1" fmla="*/ 672029 w 3316077"/>
                <a:gd name="connsiteY1" fmla="*/ 2478621 h 2765060"/>
                <a:gd name="connsiteX2" fmla="*/ 1355074 w 3316077"/>
                <a:gd name="connsiteY2" fmla="*/ 1905744 h 2765060"/>
                <a:gd name="connsiteX3" fmla="*/ 1916935 w 3316077"/>
                <a:gd name="connsiteY3" fmla="*/ 925243 h 2765060"/>
                <a:gd name="connsiteX4" fmla="*/ 2423710 w 3316077"/>
                <a:gd name="connsiteY4" fmla="*/ 286265 h 2765060"/>
                <a:gd name="connsiteX5" fmla="*/ 2985571 w 3316077"/>
                <a:gd name="connsiteY5" fmla="*/ 32877 h 2765060"/>
                <a:gd name="connsiteX6" fmla="*/ 3316077 w 3316077"/>
                <a:gd name="connsiteY6" fmla="*/ 10843 h 276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077" h="2765060">
                  <a:moveTo>
                    <a:pt x="0" y="2765060"/>
                  </a:moveTo>
                  <a:cubicBezTo>
                    <a:pt x="223091" y="2693450"/>
                    <a:pt x="446183" y="2621840"/>
                    <a:pt x="672029" y="2478621"/>
                  </a:cubicBezTo>
                  <a:cubicBezTo>
                    <a:pt x="897875" y="2335402"/>
                    <a:pt x="1147590" y="2164640"/>
                    <a:pt x="1355074" y="1905744"/>
                  </a:cubicBezTo>
                  <a:cubicBezTo>
                    <a:pt x="1562558" y="1646848"/>
                    <a:pt x="1738829" y="1195156"/>
                    <a:pt x="1916935" y="925243"/>
                  </a:cubicBezTo>
                  <a:cubicBezTo>
                    <a:pt x="2095041" y="655330"/>
                    <a:pt x="2245604" y="434993"/>
                    <a:pt x="2423710" y="286265"/>
                  </a:cubicBezTo>
                  <a:cubicBezTo>
                    <a:pt x="2601816" y="137537"/>
                    <a:pt x="2836843" y="78781"/>
                    <a:pt x="2985571" y="32877"/>
                  </a:cubicBezTo>
                  <a:cubicBezTo>
                    <a:pt x="3134299" y="-13027"/>
                    <a:pt x="3225188" y="-1092"/>
                    <a:pt x="3316077" y="10843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4448980" y="1914602"/>
                  <a:ext cx="344656" cy="615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GB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GB" sz="2000" b="1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8980" y="1914602"/>
                  <a:ext cx="344656" cy="615297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4211960" y="5578540"/>
                  <a:ext cx="558344" cy="6198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GB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GB" sz="2000" b="1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960" y="5578540"/>
                  <a:ext cx="558344" cy="61985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3185392" y="4049748"/>
                  <a:ext cx="34465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GB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GB" sz="20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5392" y="4049748"/>
                  <a:ext cx="344656" cy="400110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r="-517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853913" y="4079353"/>
                  <a:ext cx="34465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GB" sz="20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3913" y="4079353"/>
                  <a:ext cx="344656" cy="400110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 rot="18798654">
                  <a:off x="5012966" y="3125479"/>
                  <a:ext cx="178313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𝒂𝒓𝒄𝒔𝒊𝒏</m:t>
                        </m:r>
                        <m:r>
                          <a:rPr lang="en-GB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GB" sz="16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798654">
                  <a:off x="5012966" y="3125479"/>
                  <a:ext cx="1783131" cy="338554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322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Inverse Trig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1560" y="1052736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052736"/>
                <a:ext cx="216024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80112" y="1052736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arc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1052736"/>
                <a:ext cx="216024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ttp://pascal.net.ru/ArcCos/ArcCo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4824"/>
            <a:ext cx="2808312" cy="413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math24.net/images/graph-of-inverse-tangent-functio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844824"/>
            <a:ext cx="4102596" cy="337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859102" y="5307634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that this graph has asymptotes.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536" y="1757176"/>
            <a:ext cx="3456384" cy="42235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1890" y="1757174"/>
            <a:ext cx="4320589" cy="42235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157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D8F894-E4FD-4238-96F9-16175150CF38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F72226C-E5AE-4504-8B71-8953C0B0B02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Evaluating inverse trig functions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C213F0F-5614-4BCD-BF03-670573CCD24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C2526E-F22B-4B9B-80F1-8D17EF0F0B07}"/>
                  </a:ext>
                </a:extLst>
              </p:cNvPr>
              <p:cNvSpPr txBox="1"/>
              <p:nvPr/>
            </p:nvSpPr>
            <p:spPr>
              <a:xfrm>
                <a:off x="337479" y="846091"/>
                <a:ext cx="4969116" cy="14212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Work out, in radians, the values of:</a:t>
                </a:r>
              </a:p>
              <a:p>
                <a:pPr marL="342900" indent="-342900">
                  <a:buAutoNum type="alphaL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b="0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C2526E-F22B-4B9B-80F1-8D17EF0F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79" y="846091"/>
                <a:ext cx="4969116" cy="14212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7D4078-35A3-4BB8-AC40-382968788DAD}"/>
                  </a:ext>
                </a:extLst>
              </p:cNvPr>
              <p:cNvSpPr txBox="1"/>
              <p:nvPr/>
            </p:nvSpPr>
            <p:spPr>
              <a:xfrm>
                <a:off x="5695099" y="936622"/>
                <a:ext cx="2952328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You can simply use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 buttons on your calculator.</a:t>
                </a:r>
              </a:p>
              <a:p>
                <a:r>
                  <a:rPr lang="en-GB" sz="1400" dirty="0"/>
                  <a:t>If you don’t have a calculator, just use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400" dirty="0"/>
                  <a:t> graphs backwards.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7D4078-35A3-4BB8-AC40-382968788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099" y="936622"/>
                <a:ext cx="2952328" cy="1169551"/>
              </a:xfrm>
              <a:prstGeom prst="rect">
                <a:avLst/>
              </a:prstGeom>
              <a:blipFill>
                <a:blip r:embed="rId3"/>
                <a:stretch>
                  <a:fillRect l="-204" b="-3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EE5B22-6B43-4AA4-9C9A-67DF7522551D}"/>
                  </a:ext>
                </a:extLst>
              </p:cNvPr>
              <p:cNvSpPr txBox="1"/>
              <p:nvPr/>
            </p:nvSpPr>
            <p:spPr>
              <a:xfrm>
                <a:off x="1187624" y="2708920"/>
                <a:ext cx="3600400" cy="1497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EE5B22-6B43-4AA4-9C9A-67DF7522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708920"/>
                <a:ext cx="3600400" cy="14975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C43A59F-A2A2-4C74-8135-67FC56208ECE}"/>
              </a:ext>
            </a:extLst>
          </p:cNvPr>
          <p:cNvSpPr/>
          <p:nvPr/>
        </p:nvSpPr>
        <p:spPr>
          <a:xfrm>
            <a:off x="1798149" y="2616200"/>
            <a:ext cx="3896950" cy="7407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D6AA4-2278-464C-919C-87441EB11CFA}"/>
              </a:ext>
            </a:extLst>
          </p:cNvPr>
          <p:cNvSpPr/>
          <p:nvPr/>
        </p:nvSpPr>
        <p:spPr>
          <a:xfrm>
            <a:off x="1798149" y="3335418"/>
            <a:ext cx="3896950" cy="3657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26A609-C8DF-4A73-A07B-29196BE9F09B}"/>
              </a:ext>
            </a:extLst>
          </p:cNvPr>
          <p:cNvSpPr/>
          <p:nvPr/>
        </p:nvSpPr>
        <p:spPr>
          <a:xfrm>
            <a:off x="1798149" y="3684156"/>
            <a:ext cx="3896950" cy="7362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253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07497"/>
            <a:ext cx="6953250" cy="200977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23528" y="833488"/>
            <a:ext cx="266429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Jan 2007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One Final Problem…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31640" y="3501008"/>
                <a:ext cx="5616624" cy="2335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arcsin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3501008"/>
                <a:ext cx="5616624" cy="23352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190035" y="3429000"/>
            <a:ext cx="4793010" cy="29266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4528" y="3424546"/>
            <a:ext cx="1512168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Fewer than 10% of candidates got this part right.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7189692" y="3246301"/>
            <a:ext cx="354836" cy="54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43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6.5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46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C8526B6-9A1F-A396-23EA-E2D2D7067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40" y="908720"/>
            <a:ext cx="74961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DF14F86-7BA4-BED9-8A2C-894BB521C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78" y="908720"/>
            <a:ext cx="78105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B430FFC-C0A1-F4CC-A421-0261BFEF9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3" y="908720"/>
            <a:ext cx="76390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6A372E-CF3C-EB96-A8EE-35EE35FEF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43000"/>
            <a:ext cx="50101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B698DCA-3A3A-A576-FDE4-8A1BEE9AE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6" y="639761"/>
            <a:ext cx="8103867" cy="617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A34B4-DE09-0FF3-AF56-791F6D9E9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962800-3789-4329-2BCF-A5F2B1CCE05F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56D7B44-1C60-0C03-8931-C68C21473AFF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EB67A44-C92C-62B8-81B0-72885DB595A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39AF140-C65C-817A-8330-FF0F5D4A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52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96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61760</TotalTime>
  <Words>260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P2 Chapter 6: CoAngle Trigonometry  Arc Functions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2026-01-15T16:05:06Z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