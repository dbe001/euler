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8"/>
  </p:notesMasterIdLst>
  <p:sldIdLst>
    <p:sldId id="702" r:id="rId5"/>
    <p:sldId id="533" r:id="rId6"/>
    <p:sldId id="717" r:id="rId7"/>
    <p:sldId id="718" r:id="rId8"/>
    <p:sldId id="712" r:id="rId9"/>
    <p:sldId id="713" r:id="rId10"/>
    <p:sldId id="703" r:id="rId11"/>
    <p:sldId id="716" r:id="rId12"/>
    <p:sldId id="714" r:id="rId13"/>
    <p:sldId id="532" r:id="rId14"/>
    <p:sldId id="719" r:id="rId15"/>
    <p:sldId id="720" r:id="rId16"/>
    <p:sldId id="715" r:id="rId17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DB2B54-CFA8-49E0-9F27-2D0D9BF35689}" v="8" dt="2026-01-15T10:39:15.3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990" autoAdjust="0"/>
    <p:restoredTop sz="88534" autoAdjust="0"/>
  </p:normalViewPr>
  <p:slideViewPr>
    <p:cSldViewPr>
      <p:cViewPr varScale="1">
        <p:scale>
          <a:sx n="112" d="100"/>
          <a:sy n="112" d="100"/>
        </p:scale>
        <p:origin x="1680" y="96"/>
      </p:cViewPr>
      <p:guideLst>
        <p:guide orient="horz" pos="2160"/>
        <p:guide pos="2880"/>
      </p:guideLst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ieter Beaven" userId="9bbdb69f-69d0-4759-aa9b-5c090a2da237" providerId="ADAL" clId="{B47B330E-67D7-47E6-A6C8-686253D34652}"/>
    <pc:docChg chg="undo custSel addSld delSld modSld">
      <pc:chgData name="Dieter Beaven" userId="9bbdb69f-69d0-4759-aa9b-5c090a2da237" providerId="ADAL" clId="{B47B330E-67D7-47E6-A6C8-686253D34652}" dt="2026-01-15T10:39:15.484" v="78" actId="27636"/>
      <pc:docMkLst>
        <pc:docMk/>
      </pc:docMkLst>
      <pc:sldChg chg="addSp delSp mod">
        <pc:chgData name="Dieter Beaven" userId="9bbdb69f-69d0-4759-aa9b-5c090a2da237" providerId="ADAL" clId="{B47B330E-67D7-47E6-A6C8-686253D34652}" dt="2026-01-15T10:27:34.682" v="56" actId="22"/>
        <pc:sldMkLst>
          <pc:docMk/>
          <pc:sldMk cId="464788855" sldId="532"/>
        </pc:sldMkLst>
        <pc:picChg chg="add">
          <ac:chgData name="Dieter Beaven" userId="9bbdb69f-69d0-4759-aa9b-5c090a2da237" providerId="ADAL" clId="{B47B330E-67D7-47E6-A6C8-686253D34652}" dt="2026-01-15T10:27:34.682" v="56" actId="22"/>
          <ac:picMkLst>
            <pc:docMk/>
            <pc:sldMk cId="464788855" sldId="532"/>
            <ac:picMk id="6" creationId="{5C800441-59D9-E4C1-B21F-D2D8962EC5E4}"/>
          </ac:picMkLst>
        </pc:picChg>
      </pc:sldChg>
      <pc:sldChg chg="addSp modSp mod">
        <pc:chgData name="Dieter Beaven" userId="9bbdb69f-69d0-4759-aa9b-5c090a2da237" providerId="ADAL" clId="{B47B330E-67D7-47E6-A6C8-686253D34652}" dt="2026-01-13T16:05:20.281" v="30" actId="1076"/>
        <pc:sldMkLst>
          <pc:docMk/>
          <pc:sldMk cId="173887519" sldId="533"/>
        </pc:sldMkLst>
        <pc:picChg chg="add mod">
          <ac:chgData name="Dieter Beaven" userId="9bbdb69f-69d0-4759-aa9b-5c090a2da237" providerId="ADAL" clId="{B47B330E-67D7-47E6-A6C8-686253D34652}" dt="2026-01-13T16:05:20.281" v="30" actId="1076"/>
          <ac:picMkLst>
            <pc:docMk/>
            <pc:sldMk cId="173887519" sldId="533"/>
            <ac:picMk id="6" creationId="{504A8466-9420-BE09-627C-AF20906F4D31}"/>
          </ac:picMkLst>
        </pc:picChg>
      </pc:sldChg>
      <pc:sldChg chg="modSp mod">
        <pc:chgData name="Dieter Beaven" userId="9bbdb69f-69d0-4759-aa9b-5c090a2da237" providerId="ADAL" clId="{B47B330E-67D7-47E6-A6C8-686253D34652}" dt="2026-01-15T10:39:15.484" v="78" actId="27636"/>
        <pc:sldMkLst>
          <pc:docMk/>
          <pc:sldMk cId="3923336104" sldId="702"/>
        </pc:sldMkLst>
        <pc:spChg chg="mod">
          <ac:chgData name="Dieter Beaven" userId="9bbdb69f-69d0-4759-aa9b-5c090a2da237" providerId="ADAL" clId="{B47B330E-67D7-47E6-A6C8-686253D34652}" dt="2026-01-15T10:39:15.484" v="78" actId="27636"/>
          <ac:spMkLst>
            <pc:docMk/>
            <pc:sldMk cId="3923336104" sldId="702"/>
            <ac:spMk id="2" creationId="{00000000-0000-0000-0000-000000000000}"/>
          </ac:spMkLst>
        </pc:spChg>
      </pc:sldChg>
      <pc:sldChg chg="addSp delSp modSp mod">
        <pc:chgData name="Dieter Beaven" userId="9bbdb69f-69d0-4759-aa9b-5c090a2da237" providerId="ADAL" clId="{B47B330E-67D7-47E6-A6C8-686253D34652}" dt="2026-01-13T16:01:06.266" v="14" actId="22"/>
        <pc:sldMkLst>
          <pc:docMk/>
          <pc:sldMk cId="3196350854" sldId="703"/>
        </pc:sldMkLst>
        <pc:picChg chg="add mod">
          <ac:chgData name="Dieter Beaven" userId="9bbdb69f-69d0-4759-aa9b-5c090a2da237" providerId="ADAL" clId="{B47B330E-67D7-47E6-A6C8-686253D34652}" dt="2026-01-13T16:00:55.779" v="12" actId="1076"/>
          <ac:picMkLst>
            <pc:docMk/>
            <pc:sldMk cId="3196350854" sldId="703"/>
            <ac:picMk id="6" creationId="{495D7EA9-9244-7F76-54FE-20A00EDAF884}"/>
          </ac:picMkLst>
        </pc:picChg>
      </pc:sldChg>
      <pc:sldChg chg="addSp delSp modSp mod">
        <pc:chgData name="Dieter Beaven" userId="9bbdb69f-69d0-4759-aa9b-5c090a2da237" providerId="ADAL" clId="{B47B330E-67D7-47E6-A6C8-686253D34652}" dt="2026-01-13T15:59:10.559" v="6" actId="1076"/>
        <pc:sldMkLst>
          <pc:docMk/>
          <pc:sldMk cId="1756658491" sldId="712"/>
        </pc:sldMkLst>
        <pc:picChg chg="add mod">
          <ac:chgData name="Dieter Beaven" userId="9bbdb69f-69d0-4759-aa9b-5c090a2da237" providerId="ADAL" clId="{B47B330E-67D7-47E6-A6C8-686253D34652}" dt="2026-01-13T15:59:10.559" v="6" actId="1076"/>
          <ac:picMkLst>
            <pc:docMk/>
            <pc:sldMk cId="1756658491" sldId="712"/>
            <ac:picMk id="8" creationId="{4E8917BF-C86B-BE64-3371-240C565A4132}"/>
          </ac:picMkLst>
        </pc:picChg>
      </pc:sldChg>
      <pc:sldChg chg="addSp modSp mod">
        <pc:chgData name="Dieter Beaven" userId="9bbdb69f-69d0-4759-aa9b-5c090a2da237" providerId="ADAL" clId="{B47B330E-67D7-47E6-A6C8-686253D34652}" dt="2026-01-13T16:00:08.646" v="8" actId="1076"/>
        <pc:sldMkLst>
          <pc:docMk/>
          <pc:sldMk cId="1336369231" sldId="713"/>
        </pc:sldMkLst>
        <pc:picChg chg="add mod">
          <ac:chgData name="Dieter Beaven" userId="9bbdb69f-69d0-4759-aa9b-5c090a2da237" providerId="ADAL" clId="{B47B330E-67D7-47E6-A6C8-686253D34652}" dt="2026-01-13T16:00:08.646" v="8" actId="1076"/>
          <ac:picMkLst>
            <pc:docMk/>
            <pc:sldMk cId="1336369231" sldId="713"/>
            <ac:picMk id="6" creationId="{67918912-7EC1-CAF3-A03A-A3C991156F35}"/>
          </ac:picMkLst>
        </pc:picChg>
      </pc:sldChg>
      <pc:sldChg chg="addSp delSp modSp mod">
        <pc:chgData name="Dieter Beaven" userId="9bbdb69f-69d0-4759-aa9b-5c090a2da237" providerId="ADAL" clId="{B47B330E-67D7-47E6-A6C8-686253D34652}" dt="2026-01-15T10:29:42.812" v="63" actId="1076"/>
        <pc:sldMkLst>
          <pc:docMk/>
          <pc:sldMk cId="2534457431" sldId="714"/>
        </pc:sldMkLst>
        <pc:picChg chg="add del mod">
          <ac:chgData name="Dieter Beaven" userId="9bbdb69f-69d0-4759-aa9b-5c090a2da237" providerId="ADAL" clId="{B47B330E-67D7-47E6-A6C8-686253D34652}" dt="2026-01-15T10:25:36.043" v="53" actId="478"/>
          <ac:picMkLst>
            <pc:docMk/>
            <pc:sldMk cId="2534457431" sldId="714"/>
            <ac:picMk id="6" creationId="{FD9B8852-58EC-DBD0-E628-1B346AD88FB5}"/>
          </ac:picMkLst>
        </pc:picChg>
        <pc:picChg chg="add del mod">
          <ac:chgData name="Dieter Beaven" userId="9bbdb69f-69d0-4759-aa9b-5c090a2da237" providerId="ADAL" clId="{B47B330E-67D7-47E6-A6C8-686253D34652}" dt="2026-01-15T10:25:36.508" v="54" actId="478"/>
          <ac:picMkLst>
            <pc:docMk/>
            <pc:sldMk cId="2534457431" sldId="714"/>
            <ac:picMk id="8" creationId="{8ABBEA09-D067-B0EB-4B7F-D3DC45930991}"/>
          </ac:picMkLst>
        </pc:picChg>
        <pc:picChg chg="add del">
          <ac:chgData name="Dieter Beaven" userId="9bbdb69f-69d0-4759-aa9b-5c090a2da237" providerId="ADAL" clId="{B47B330E-67D7-47E6-A6C8-686253D34652}" dt="2026-01-15T10:27:48.889" v="57" actId="478"/>
          <ac:picMkLst>
            <pc:docMk/>
            <pc:sldMk cId="2534457431" sldId="714"/>
            <ac:picMk id="10" creationId="{81C27A1C-D01E-B0F3-B40D-F881F7EE68A4}"/>
          </ac:picMkLst>
        </pc:picChg>
        <pc:picChg chg="add mod">
          <ac:chgData name="Dieter Beaven" userId="9bbdb69f-69d0-4759-aa9b-5c090a2da237" providerId="ADAL" clId="{B47B330E-67D7-47E6-A6C8-686253D34652}" dt="2026-01-15T10:29:42.812" v="63" actId="1076"/>
          <ac:picMkLst>
            <pc:docMk/>
            <pc:sldMk cId="2534457431" sldId="714"/>
            <ac:picMk id="12" creationId="{101CB003-7401-C2F7-A98B-530E9075ADE5}"/>
          </ac:picMkLst>
        </pc:picChg>
      </pc:sldChg>
      <pc:sldChg chg="addSp delSp modSp mod">
        <pc:chgData name="Dieter Beaven" userId="9bbdb69f-69d0-4759-aa9b-5c090a2da237" providerId="ADAL" clId="{B47B330E-67D7-47E6-A6C8-686253D34652}" dt="2026-01-15T10:33:51.528" v="76" actId="1076"/>
        <pc:sldMkLst>
          <pc:docMk/>
          <pc:sldMk cId="1991394831" sldId="715"/>
        </pc:sldMkLst>
        <pc:picChg chg="add mod">
          <ac:chgData name="Dieter Beaven" userId="9bbdb69f-69d0-4759-aa9b-5c090a2da237" providerId="ADAL" clId="{B47B330E-67D7-47E6-A6C8-686253D34652}" dt="2026-01-15T10:33:51.528" v="76" actId="1076"/>
          <ac:picMkLst>
            <pc:docMk/>
            <pc:sldMk cId="1991394831" sldId="715"/>
            <ac:picMk id="6" creationId="{35D1830D-1B1C-6520-B3EA-66E3342B83F8}"/>
          </ac:picMkLst>
        </pc:picChg>
      </pc:sldChg>
      <pc:sldChg chg="addSp modSp add mod">
        <pc:chgData name="Dieter Beaven" userId="9bbdb69f-69d0-4759-aa9b-5c090a2da237" providerId="ADAL" clId="{B47B330E-67D7-47E6-A6C8-686253D34652}" dt="2026-01-13T16:01:55.768" v="16" actId="1076"/>
        <pc:sldMkLst>
          <pc:docMk/>
          <pc:sldMk cId="626343162" sldId="716"/>
        </pc:sldMkLst>
        <pc:picChg chg="add mod">
          <ac:chgData name="Dieter Beaven" userId="9bbdb69f-69d0-4759-aa9b-5c090a2da237" providerId="ADAL" clId="{B47B330E-67D7-47E6-A6C8-686253D34652}" dt="2026-01-13T16:01:55.768" v="16" actId="1076"/>
          <ac:picMkLst>
            <pc:docMk/>
            <pc:sldMk cId="626343162" sldId="716"/>
            <ac:picMk id="6" creationId="{8AED33ED-A292-F890-F70D-BAD41496EF8E}"/>
          </ac:picMkLst>
        </pc:picChg>
      </pc:sldChg>
      <pc:sldChg chg="addSp delSp modSp add mod">
        <pc:chgData name="Dieter Beaven" userId="9bbdb69f-69d0-4759-aa9b-5c090a2da237" providerId="ADAL" clId="{B47B330E-67D7-47E6-A6C8-686253D34652}" dt="2026-01-13T16:08:29.617" v="43" actId="1036"/>
        <pc:sldMkLst>
          <pc:docMk/>
          <pc:sldMk cId="992913408" sldId="717"/>
        </pc:sldMkLst>
        <pc:picChg chg="add mod">
          <ac:chgData name="Dieter Beaven" userId="9bbdb69f-69d0-4759-aa9b-5c090a2da237" providerId="ADAL" clId="{B47B330E-67D7-47E6-A6C8-686253D34652}" dt="2026-01-13T16:08:29.617" v="43" actId="1036"/>
          <ac:picMkLst>
            <pc:docMk/>
            <pc:sldMk cId="992913408" sldId="717"/>
            <ac:picMk id="14" creationId="{F9DA6FC4-2437-CAA3-E8A3-FC872BB67B6D}"/>
          </ac:picMkLst>
        </pc:picChg>
      </pc:sldChg>
      <pc:sldChg chg="addSp delSp modSp add mod">
        <pc:chgData name="Dieter Beaven" userId="9bbdb69f-69d0-4759-aa9b-5c090a2da237" providerId="ADAL" clId="{B47B330E-67D7-47E6-A6C8-686253D34652}" dt="2026-01-13T16:06:33.984" v="35" actId="1076"/>
        <pc:sldMkLst>
          <pc:docMk/>
          <pc:sldMk cId="961973593" sldId="718"/>
        </pc:sldMkLst>
        <pc:picChg chg="add mod">
          <ac:chgData name="Dieter Beaven" userId="9bbdb69f-69d0-4759-aa9b-5c090a2da237" providerId="ADAL" clId="{B47B330E-67D7-47E6-A6C8-686253D34652}" dt="2026-01-13T16:06:33.984" v="35" actId="1076"/>
          <ac:picMkLst>
            <pc:docMk/>
            <pc:sldMk cId="961973593" sldId="718"/>
            <ac:picMk id="8" creationId="{045F8280-A1F1-A720-894E-15FEE1F74E52}"/>
          </ac:picMkLst>
        </pc:picChg>
      </pc:sldChg>
      <pc:sldChg chg="addSp delSp modSp add mod">
        <pc:chgData name="Dieter Beaven" userId="9bbdb69f-69d0-4759-aa9b-5c090a2da237" providerId="ADAL" clId="{B47B330E-67D7-47E6-A6C8-686253D34652}" dt="2026-01-15T10:31:21.754" v="69" actId="1076"/>
        <pc:sldMkLst>
          <pc:docMk/>
          <pc:sldMk cId="1585969486" sldId="719"/>
        </pc:sldMkLst>
        <pc:picChg chg="add del mod">
          <ac:chgData name="Dieter Beaven" userId="9bbdb69f-69d0-4759-aa9b-5c090a2da237" providerId="ADAL" clId="{B47B330E-67D7-47E6-A6C8-686253D34652}" dt="2026-01-15T10:30:48.007" v="64" actId="478"/>
          <ac:picMkLst>
            <pc:docMk/>
            <pc:sldMk cId="1585969486" sldId="719"/>
            <ac:picMk id="6" creationId="{CD5BD5C4-07F8-6485-A256-0D482C835A22}"/>
          </ac:picMkLst>
        </pc:picChg>
        <pc:picChg chg="add del mod">
          <ac:chgData name="Dieter Beaven" userId="9bbdb69f-69d0-4759-aa9b-5c090a2da237" providerId="ADAL" clId="{B47B330E-67D7-47E6-A6C8-686253D34652}" dt="2026-01-15T10:31:17.137" v="67" actId="478"/>
          <ac:picMkLst>
            <pc:docMk/>
            <pc:sldMk cId="1585969486" sldId="719"/>
            <ac:picMk id="8" creationId="{89694567-D329-29E0-65EA-E0A1F01761DA}"/>
          </ac:picMkLst>
        </pc:picChg>
        <pc:picChg chg="add mod">
          <ac:chgData name="Dieter Beaven" userId="9bbdb69f-69d0-4759-aa9b-5c090a2da237" providerId="ADAL" clId="{B47B330E-67D7-47E6-A6C8-686253D34652}" dt="2026-01-15T10:31:21.754" v="69" actId="1076"/>
          <ac:picMkLst>
            <pc:docMk/>
            <pc:sldMk cId="1585969486" sldId="719"/>
            <ac:picMk id="10" creationId="{32618712-3768-F4B0-9C58-48B2BBA01141}"/>
          </ac:picMkLst>
        </pc:picChg>
      </pc:sldChg>
      <pc:sldChg chg="addSp modSp add mod">
        <pc:chgData name="Dieter Beaven" userId="9bbdb69f-69d0-4759-aa9b-5c090a2da237" providerId="ADAL" clId="{B47B330E-67D7-47E6-A6C8-686253D34652}" dt="2026-01-15T10:33:28.912" v="74" actId="14100"/>
        <pc:sldMkLst>
          <pc:docMk/>
          <pc:sldMk cId="3442303078" sldId="720"/>
        </pc:sldMkLst>
        <pc:picChg chg="add mod">
          <ac:chgData name="Dieter Beaven" userId="9bbdb69f-69d0-4759-aa9b-5c090a2da237" providerId="ADAL" clId="{B47B330E-67D7-47E6-A6C8-686253D34652}" dt="2026-01-15T10:33:28.912" v="74" actId="14100"/>
          <ac:picMkLst>
            <pc:docMk/>
            <pc:sldMk cId="3442303078" sldId="720"/>
            <ac:picMk id="6" creationId="{84BFC7D8-5D21-1B64-490B-98B3358F98E0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E87F4A-DD11-41AF-8B76-F2E5B6202836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2F2399-CD51-4C4C-BC34-03B9F40F9CF8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7450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81611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5171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2520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6172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200525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08912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93369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97128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66496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233991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622113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9AFE4D-3339-4F90-AB07-DAB31D79E32A}" type="datetimeFigureOut">
              <a:rPr lang="en-GB" smtClean="0"/>
              <a:pPr/>
              <a:t>15/01/2026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177B05-5D28-4021-9BD2-A7A72850B659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967452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306687"/>
          </a:xfrm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rgbClr val="92D050"/>
                </a:solidFill>
              </a:rPr>
              <a:t>P2 Chapter 1: </a:t>
            </a:r>
            <a:r>
              <a:rPr lang="en-GB" dirty="0" err="1">
                <a:solidFill>
                  <a:schemeClr val="accent5"/>
                </a:solidFill>
              </a:rPr>
              <a:t>CoAngle</a:t>
            </a:r>
            <a:r>
              <a:rPr lang="en-GB">
                <a:solidFill>
                  <a:schemeClr val="accent5"/>
                </a:solidFill>
              </a:rPr>
              <a:t> Trigonometry</a:t>
            </a:r>
            <a:br>
              <a:rPr lang="en-GB" dirty="0"/>
            </a:br>
            <a:br>
              <a:rPr lang="en-GB" dirty="0"/>
            </a:br>
            <a:r>
              <a:rPr lang="en-GB" dirty="0"/>
              <a:t>Chapter Practice</a:t>
            </a:r>
          </a:p>
        </p:txBody>
      </p:sp>
      <p:cxnSp>
        <p:nvCxnSpPr>
          <p:cNvPr id="8" name="Straight Connector 7"/>
          <p:cNvCxnSpPr/>
          <p:nvPr/>
        </p:nvCxnSpPr>
        <p:spPr>
          <a:xfrm>
            <a:off x="0" y="1268760"/>
            <a:ext cx="9144000" cy="0"/>
          </a:xfrm>
          <a:prstGeom prst="line">
            <a:avLst/>
          </a:prstGeom>
          <a:ln w="762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3336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9143074" cy="599127"/>
            <a:chOff x="0" y="13335"/>
            <a:chExt cx="9144218" cy="599127"/>
          </a:xfrm>
        </p:grpSpPr>
        <p:sp>
          <p:nvSpPr>
            <p:cNvPr id="3" name="TextBox 32"/>
            <p:cNvSpPr txBox="1"/>
            <p:nvPr/>
          </p:nvSpPr>
          <p:spPr>
            <a:xfrm>
              <a:off x="0" y="13335"/>
              <a:ext cx="9144000" cy="5991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Key Points</a:t>
              </a:r>
            </a:p>
          </p:txBody>
        </p:sp>
        <p:cxnSp>
          <p:nvCxnSpPr>
            <p:cNvPr id="4" name="Straight Connector 3"/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04A8466-9420-BE09-627C-AF20906F4D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678" y="833437"/>
            <a:ext cx="7429500" cy="5191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75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9CF03-63EB-4C38-D7B3-96DFE4487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933F3CE-F384-5FA5-2DF2-C40BF7325FD0}"/>
              </a:ext>
            </a:extLst>
          </p:cNvPr>
          <p:cNvGrpSpPr/>
          <p:nvPr/>
        </p:nvGrpSpPr>
        <p:grpSpPr>
          <a:xfrm>
            <a:off x="0" y="0"/>
            <a:ext cx="9143074" cy="599127"/>
            <a:chOff x="0" y="13335"/>
            <a:chExt cx="9144218" cy="599127"/>
          </a:xfrm>
        </p:grpSpPr>
        <p:sp>
          <p:nvSpPr>
            <p:cNvPr id="3" name="TextBox 32">
              <a:extLst>
                <a:ext uri="{FF2B5EF4-FFF2-40B4-BE49-F238E27FC236}">
                  <a16:creationId xmlns:a16="http://schemas.microsoft.com/office/drawing/2014/main" id="{2288F3A1-6E8D-4B75-6E83-CA7CE1436FA9}"/>
                </a:ext>
              </a:extLst>
            </p:cNvPr>
            <p:cNvSpPr txBox="1"/>
            <p:nvPr/>
          </p:nvSpPr>
          <p:spPr>
            <a:xfrm>
              <a:off x="0" y="13335"/>
              <a:ext cx="9144000" cy="5991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Key Points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5FF5567-1C3A-74BF-BB87-4520BC9987CD}"/>
                </a:ext>
              </a:extLst>
            </p:cNvPr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F9DA6FC4-2437-CAA3-E8A3-FC872BB67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115" y="631651"/>
            <a:ext cx="7286625" cy="6181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9134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D2BB-62AC-7A7A-C143-CF1FDE9D1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9C1E22D-FD00-2C2E-4659-6DF4F7385DC4}"/>
              </a:ext>
            </a:extLst>
          </p:cNvPr>
          <p:cNvGrpSpPr/>
          <p:nvPr/>
        </p:nvGrpSpPr>
        <p:grpSpPr>
          <a:xfrm>
            <a:off x="0" y="0"/>
            <a:ext cx="9143074" cy="599127"/>
            <a:chOff x="0" y="13335"/>
            <a:chExt cx="9144218" cy="599127"/>
          </a:xfrm>
        </p:grpSpPr>
        <p:sp>
          <p:nvSpPr>
            <p:cNvPr id="3" name="TextBox 32">
              <a:extLst>
                <a:ext uri="{FF2B5EF4-FFF2-40B4-BE49-F238E27FC236}">
                  <a16:creationId xmlns:a16="http://schemas.microsoft.com/office/drawing/2014/main" id="{9C8F1A7B-AAB1-4EC8-4D86-8F4EA0DB4098}"/>
                </a:ext>
              </a:extLst>
            </p:cNvPr>
            <p:cNvSpPr txBox="1"/>
            <p:nvPr/>
          </p:nvSpPr>
          <p:spPr>
            <a:xfrm>
              <a:off x="0" y="13335"/>
              <a:ext cx="9144000" cy="5991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Key Points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B9575883-E911-90E3-30BF-C75E1A3FF4AF}"/>
                </a:ext>
              </a:extLst>
            </p:cNvPr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045F8280-A1F1-A720-894E-15FEE1F74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78" y="692696"/>
            <a:ext cx="72771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19735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9143074" cy="599127"/>
            <a:chOff x="0" y="13335"/>
            <a:chExt cx="9144218" cy="599127"/>
          </a:xfrm>
        </p:grpSpPr>
        <p:sp>
          <p:nvSpPr>
            <p:cNvPr id="3" name="TextBox 32"/>
            <p:cNvSpPr txBox="1"/>
            <p:nvPr/>
          </p:nvSpPr>
          <p:spPr>
            <a:xfrm>
              <a:off x="0" y="13335"/>
              <a:ext cx="9144000" cy="5991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 Exercises</a:t>
              </a:r>
            </a:p>
          </p:txBody>
        </p:sp>
        <p:cxnSp>
          <p:nvCxnSpPr>
            <p:cNvPr id="4" name="Straight Connector 3"/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4E8917BF-C86B-BE64-3371-240C565A41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28" y="692696"/>
            <a:ext cx="7848600" cy="6038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6584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9143074" cy="599127"/>
            <a:chOff x="0" y="13335"/>
            <a:chExt cx="9144218" cy="599127"/>
          </a:xfrm>
        </p:grpSpPr>
        <p:sp>
          <p:nvSpPr>
            <p:cNvPr id="3" name="TextBox 32"/>
            <p:cNvSpPr txBox="1"/>
            <p:nvPr/>
          </p:nvSpPr>
          <p:spPr>
            <a:xfrm>
              <a:off x="0" y="13335"/>
              <a:ext cx="9144000" cy="5991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 Exercises</a:t>
              </a:r>
            </a:p>
          </p:txBody>
        </p:sp>
        <p:cxnSp>
          <p:nvCxnSpPr>
            <p:cNvPr id="4" name="Straight Connector 3"/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67918912-7EC1-CAF3-A03A-A3C991156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65" y="908720"/>
            <a:ext cx="7629525" cy="5172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63692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9143074" cy="599127"/>
            <a:chOff x="0" y="13335"/>
            <a:chExt cx="9144218" cy="599127"/>
          </a:xfrm>
        </p:grpSpPr>
        <p:sp>
          <p:nvSpPr>
            <p:cNvPr id="3" name="TextBox 32"/>
            <p:cNvSpPr txBox="1"/>
            <p:nvPr/>
          </p:nvSpPr>
          <p:spPr>
            <a:xfrm>
              <a:off x="0" y="13335"/>
              <a:ext cx="9144000" cy="5991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 Exercises</a:t>
              </a:r>
            </a:p>
          </p:txBody>
        </p:sp>
        <p:cxnSp>
          <p:nvCxnSpPr>
            <p:cNvPr id="4" name="Straight Connector 3"/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495D7EA9-9244-7F76-54FE-20A00EDAF8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90" y="836712"/>
            <a:ext cx="7610475" cy="5381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3508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4FB8F-15C6-DA6F-63ED-5B826DEEF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D3C485F-CB0F-D2F6-C7E0-E86AFFAA1D8E}"/>
              </a:ext>
            </a:extLst>
          </p:cNvPr>
          <p:cNvGrpSpPr/>
          <p:nvPr/>
        </p:nvGrpSpPr>
        <p:grpSpPr>
          <a:xfrm>
            <a:off x="0" y="0"/>
            <a:ext cx="9143074" cy="599127"/>
            <a:chOff x="0" y="13335"/>
            <a:chExt cx="9144218" cy="599127"/>
          </a:xfrm>
        </p:grpSpPr>
        <p:sp>
          <p:nvSpPr>
            <p:cNvPr id="3" name="TextBox 32">
              <a:extLst>
                <a:ext uri="{FF2B5EF4-FFF2-40B4-BE49-F238E27FC236}">
                  <a16:creationId xmlns:a16="http://schemas.microsoft.com/office/drawing/2014/main" id="{0B1020EA-AF7F-6884-E28A-87ECFE2CDAA4}"/>
                </a:ext>
              </a:extLst>
            </p:cNvPr>
            <p:cNvSpPr txBox="1"/>
            <p:nvPr/>
          </p:nvSpPr>
          <p:spPr>
            <a:xfrm>
              <a:off x="0" y="13335"/>
              <a:ext cx="9144000" cy="59912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 Exercises</a:t>
              </a: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CADE7FF9-F389-378A-9F58-E3B8283A69A0}"/>
                </a:ext>
              </a:extLst>
            </p:cNvPr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AED33ED-A292-F890-F70D-BAD41496E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908720"/>
            <a:ext cx="7743825" cy="4791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6343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BD2FD-8A8A-8ACB-8534-C5492C7F8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DE90EB4-42FF-6C3E-CA95-D393FA435B63}"/>
              </a:ext>
            </a:extLst>
          </p:cNvPr>
          <p:cNvGrpSpPr/>
          <p:nvPr/>
        </p:nvGrpSpPr>
        <p:grpSpPr>
          <a:xfrm>
            <a:off x="0" y="0"/>
            <a:ext cx="9143074" cy="587744"/>
            <a:chOff x="0" y="13335"/>
            <a:chExt cx="9144218" cy="587744"/>
          </a:xfrm>
        </p:grpSpPr>
        <p:sp>
          <p:nvSpPr>
            <p:cNvPr id="3" name="TextBox 32">
              <a:extLst>
                <a:ext uri="{FF2B5EF4-FFF2-40B4-BE49-F238E27FC236}">
                  <a16:creationId xmlns:a16="http://schemas.microsoft.com/office/drawing/2014/main" id="{73B72C9F-604F-68EF-6D22-9A769E9196F9}"/>
                </a:ext>
              </a:extLst>
            </p:cNvPr>
            <p:cNvSpPr txBox="1"/>
            <p:nvPr/>
          </p:nvSpPr>
          <p:spPr>
            <a:xfrm>
              <a:off x="0" y="13335"/>
              <a:ext cx="9144000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</a:t>
              </a:r>
              <a:r>
                <a:rPr lang="en-GB" sz="3200" dirty="0">
                  <a:latin typeface="+mj-lt"/>
                </a:rPr>
                <a:t> Answers</a:t>
              </a:r>
              <a:endParaRPr lang="en-GB" sz="3200" dirty="0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7A50A0A0-025A-E097-F02C-197EFDE22144}"/>
                </a:ext>
              </a:extLst>
            </p:cNvPr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01CB003-7401-C2F7-A98B-530E9075AD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53" y="764704"/>
            <a:ext cx="4371975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457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0" y="0"/>
            <a:ext cx="9143074" cy="587744"/>
            <a:chOff x="0" y="13335"/>
            <a:chExt cx="9144218" cy="587744"/>
          </a:xfrm>
        </p:grpSpPr>
        <p:sp>
          <p:nvSpPr>
            <p:cNvPr id="3" name="TextBox 32"/>
            <p:cNvSpPr txBox="1"/>
            <p:nvPr/>
          </p:nvSpPr>
          <p:spPr>
            <a:xfrm>
              <a:off x="0" y="13335"/>
              <a:ext cx="9144000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</a:t>
              </a:r>
              <a:r>
                <a:rPr lang="en-GB" sz="3200" dirty="0">
                  <a:latin typeface="+mj-lt"/>
                </a:rPr>
                <a:t> Answers</a:t>
              </a:r>
              <a:endParaRPr lang="en-GB" sz="3200" dirty="0"/>
            </a:p>
          </p:txBody>
        </p:sp>
        <p:cxnSp>
          <p:nvCxnSpPr>
            <p:cNvPr id="4" name="Straight Connector 3"/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5C800441-59D9-E4C1-B21F-D2D8962EC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3205"/>
            <a:ext cx="9144000" cy="4651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7888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A37B9-9214-E670-DA04-7045F15F0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5CCD7E4-7264-7BC0-0504-7999F850381A}"/>
              </a:ext>
            </a:extLst>
          </p:cNvPr>
          <p:cNvGrpSpPr/>
          <p:nvPr/>
        </p:nvGrpSpPr>
        <p:grpSpPr>
          <a:xfrm>
            <a:off x="0" y="0"/>
            <a:ext cx="9143074" cy="587744"/>
            <a:chOff x="0" y="13335"/>
            <a:chExt cx="9144218" cy="587744"/>
          </a:xfrm>
        </p:grpSpPr>
        <p:sp>
          <p:nvSpPr>
            <p:cNvPr id="3" name="TextBox 32">
              <a:extLst>
                <a:ext uri="{FF2B5EF4-FFF2-40B4-BE49-F238E27FC236}">
                  <a16:creationId xmlns:a16="http://schemas.microsoft.com/office/drawing/2014/main" id="{2753CA9D-CAD0-31A7-E3C7-36F32B161737}"/>
                </a:ext>
              </a:extLst>
            </p:cNvPr>
            <p:cNvSpPr txBox="1"/>
            <p:nvPr/>
          </p:nvSpPr>
          <p:spPr>
            <a:xfrm>
              <a:off x="0" y="13335"/>
              <a:ext cx="9144000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</a:t>
              </a:r>
              <a:r>
                <a:rPr lang="en-GB" sz="3200" dirty="0">
                  <a:latin typeface="+mj-lt"/>
                </a:rPr>
                <a:t> Answers</a:t>
              </a:r>
              <a:endParaRPr lang="en-GB" sz="3200" dirty="0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1598006-AD56-D25B-AEB8-FA02BF660BA8}"/>
                </a:ext>
              </a:extLst>
            </p:cNvPr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2618712-3768-F4B0-9C58-48B2BBA011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07812"/>
            <a:ext cx="9144000" cy="5362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9694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E470E-AA31-15DA-7826-8F3268459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FC605B0C-B2C9-5ACE-9BCB-DE6F49BA0D79}"/>
              </a:ext>
            </a:extLst>
          </p:cNvPr>
          <p:cNvGrpSpPr/>
          <p:nvPr/>
        </p:nvGrpSpPr>
        <p:grpSpPr>
          <a:xfrm>
            <a:off x="0" y="0"/>
            <a:ext cx="9143074" cy="587744"/>
            <a:chOff x="0" y="13335"/>
            <a:chExt cx="9144218" cy="587744"/>
          </a:xfrm>
        </p:grpSpPr>
        <p:sp>
          <p:nvSpPr>
            <p:cNvPr id="3" name="TextBox 32">
              <a:extLst>
                <a:ext uri="{FF2B5EF4-FFF2-40B4-BE49-F238E27FC236}">
                  <a16:creationId xmlns:a16="http://schemas.microsoft.com/office/drawing/2014/main" id="{E4A32735-DE71-2263-A248-77A635A7ED32}"/>
                </a:ext>
              </a:extLst>
            </p:cNvPr>
            <p:cNvSpPr txBox="1"/>
            <p:nvPr/>
          </p:nvSpPr>
          <p:spPr>
            <a:xfrm>
              <a:off x="0" y="13335"/>
              <a:ext cx="9144000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</a:t>
              </a:r>
              <a:r>
                <a:rPr lang="en-GB" sz="3200" dirty="0">
                  <a:latin typeface="+mj-lt"/>
                </a:rPr>
                <a:t> Answers</a:t>
              </a:r>
              <a:endParaRPr lang="en-GB" sz="3200" dirty="0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093B7F3-8712-14BA-BD00-D72E2C6C81B6}"/>
                </a:ext>
              </a:extLst>
            </p:cNvPr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84BFC7D8-5D21-1B64-490B-98B3358F98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12" y="692696"/>
            <a:ext cx="9106344" cy="601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030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A7B60-B20B-E00F-B13C-6ED1088352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49F6CED-8398-9851-8F57-BCEE5593C88C}"/>
              </a:ext>
            </a:extLst>
          </p:cNvPr>
          <p:cNvGrpSpPr/>
          <p:nvPr/>
        </p:nvGrpSpPr>
        <p:grpSpPr>
          <a:xfrm>
            <a:off x="0" y="0"/>
            <a:ext cx="9143074" cy="587744"/>
            <a:chOff x="0" y="13335"/>
            <a:chExt cx="9144218" cy="587744"/>
          </a:xfrm>
        </p:grpSpPr>
        <p:sp>
          <p:nvSpPr>
            <p:cNvPr id="3" name="TextBox 32">
              <a:extLst>
                <a:ext uri="{FF2B5EF4-FFF2-40B4-BE49-F238E27FC236}">
                  <a16:creationId xmlns:a16="http://schemas.microsoft.com/office/drawing/2014/main" id="{D5AADCB4-13F5-20DD-7317-3E47E4823968}"/>
                </a:ext>
              </a:extLst>
            </p:cNvPr>
            <p:cNvSpPr txBox="1"/>
            <p:nvPr/>
          </p:nvSpPr>
          <p:spPr>
            <a:xfrm>
              <a:off x="0" y="13335"/>
              <a:ext cx="9144000" cy="5847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lIns="324000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GB" sz="3200" dirty="0"/>
                <a:t>Chapter</a:t>
              </a:r>
              <a:r>
                <a:rPr lang="en-GB" sz="3200" dirty="0">
                  <a:latin typeface="+mj-lt"/>
                </a:rPr>
                <a:t> Answers</a:t>
              </a:r>
              <a:endParaRPr lang="en-GB" sz="3200" dirty="0"/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3B8BEBEF-E321-24B3-A7F2-070DD542A0F8}"/>
                </a:ext>
              </a:extLst>
            </p:cNvPr>
            <p:cNvCxnSpPr/>
            <p:nvPr/>
          </p:nvCxnSpPr>
          <p:spPr>
            <a:xfrm>
              <a:off x="218" y="601079"/>
              <a:ext cx="9144000" cy="0"/>
            </a:xfrm>
            <a:prstGeom prst="line">
              <a:avLst/>
            </a:prstGeom>
            <a:effectLst/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35D1830D-1B1C-6520-B3EA-66E3342B8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052736"/>
            <a:ext cx="5314950" cy="376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394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145CED0C8C3544A5BCCC2783BB773D" ma:contentTypeVersion="18" ma:contentTypeDescription="Create a new document." ma:contentTypeScope="" ma:versionID="071d80e8befb16289be70b0ed95d7a13">
  <xsd:schema xmlns:xsd="http://www.w3.org/2001/XMLSchema" xmlns:xs="http://www.w3.org/2001/XMLSchema" xmlns:p="http://schemas.microsoft.com/office/2006/metadata/properties" xmlns:ns2="faa1ecaf-a1aa-4fc9-8c75-2805352e1f65" xmlns:ns3="f9cd3b9a-9a6c-485a-81b7-4082693b5161" targetNamespace="http://schemas.microsoft.com/office/2006/metadata/properties" ma:root="true" ma:fieldsID="bfedc4b824bdcf7bc3afcdacf96d42fb" ns2:_="" ns3:_="">
    <xsd:import namespace="faa1ecaf-a1aa-4fc9-8c75-2805352e1f65"/>
    <xsd:import namespace="f9cd3b9a-9a6c-485a-81b7-4082693b51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aa1ecaf-a1aa-4fc9-8c75-2805352e1f6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MediaService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35c9266d-873e-4384-88ad-117b2e21bbb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9cd3b9a-9a6c-485a-81b7-4082693b516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37dd2894-802d-4a2b-8969-adc31d00c97c}" ma:internalName="TaxCatchAll" ma:showField="CatchAllData" ma:web="f9cd3b9a-9a6c-485a-81b7-4082693b51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aa1ecaf-a1aa-4fc9-8c75-2805352e1f65">
      <Terms xmlns="http://schemas.microsoft.com/office/infopath/2007/PartnerControls"/>
    </lcf76f155ced4ddcb4097134ff3c332f>
    <TaxCatchAll xmlns="f9cd3b9a-9a6c-485a-81b7-4082693b5161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DA38195-DE73-4ADB-89E9-06FC4C7B97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aa1ecaf-a1aa-4fc9-8c75-2805352e1f65"/>
    <ds:schemaRef ds:uri="f9cd3b9a-9a6c-485a-81b7-4082693b516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C9D3391-997D-4369-8C5A-9887D520139A}">
  <ds:schemaRefs>
    <ds:schemaRef ds:uri="http://purl.org/dc/dcmitype/"/>
    <ds:schemaRef ds:uri="http://purl.org/dc/elements/1.1/"/>
    <ds:schemaRef ds:uri="http://schemas.openxmlformats.org/package/2006/metadata/core-properties"/>
    <ds:schemaRef ds:uri="faa1ecaf-a1aa-4fc9-8c75-2805352e1f65"/>
    <ds:schemaRef ds:uri="http://schemas.microsoft.com/office/2006/documentManagement/types"/>
    <ds:schemaRef ds:uri="http://schemas.microsoft.com/office/infopath/2007/PartnerControls"/>
    <ds:schemaRef ds:uri="f9cd3b9a-9a6c-485a-81b7-4082693b5161"/>
    <ds:schemaRef ds:uri="http://schemas.microsoft.com/office/2006/metadata/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116367F5-30EB-4FB8-AC0F-C9698F2B8F1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29586</TotalTime>
  <Words>34</Words>
  <Application>Microsoft Office PowerPoint</Application>
  <PresentationFormat>On-screen Show (4:3)</PresentationFormat>
  <Paragraphs>13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P2 Chapter 1: CoAngle Trigonometry  Chapter Practice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RM plc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Frost J</dc:creator>
  <cp:lastModifiedBy>Dieter Beaven</cp:lastModifiedBy>
  <cp:revision>916</cp:revision>
  <dcterms:created xsi:type="dcterms:W3CDTF">2013-02-28T07:36:55Z</dcterms:created>
  <dcterms:modified xsi:type="dcterms:W3CDTF">2026-01-15T10:39:18Z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0x010100E2145CED0C8C3544A5BCCC2783BB773D</vt:lpwstr>
  </property>
</Properties>
</file>