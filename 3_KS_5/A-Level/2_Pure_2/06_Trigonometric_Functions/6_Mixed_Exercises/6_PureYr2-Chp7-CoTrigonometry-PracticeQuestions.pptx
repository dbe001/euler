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702" r:id="rId5"/>
    <p:sldId id="533" r:id="rId6"/>
    <p:sldId id="717" r:id="rId7"/>
    <p:sldId id="718" r:id="rId8"/>
    <p:sldId id="712" r:id="rId9"/>
    <p:sldId id="713" r:id="rId10"/>
    <p:sldId id="703" r:id="rId11"/>
    <p:sldId id="716" r:id="rId12"/>
    <p:sldId id="714" r:id="rId13"/>
    <p:sldId id="532" r:id="rId14"/>
    <p:sldId id="719" r:id="rId15"/>
    <p:sldId id="720" r:id="rId16"/>
    <p:sldId id="71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DB2B54-CFA8-49E0-9F27-2D0D9BF35689}" v="7" dt="2026-01-15T10:23:40.9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undo custSel addSld delSld modSld">
      <pc:chgData name="Dieter Beaven" userId="9bbdb69f-69d0-4759-aa9b-5c090a2da237" providerId="ADAL" clId="{B47B330E-67D7-47E6-A6C8-686253D34652}" dt="2026-01-15T10:33:51.528" v="76" actId="1076"/>
      <pc:docMkLst>
        <pc:docMk/>
      </pc:docMkLst>
      <pc:sldChg chg="addSp delSp mod">
        <pc:chgData name="Dieter Beaven" userId="9bbdb69f-69d0-4759-aa9b-5c090a2da237" providerId="ADAL" clId="{B47B330E-67D7-47E6-A6C8-686253D34652}" dt="2026-01-15T10:27:34.682" v="56" actId="22"/>
        <pc:sldMkLst>
          <pc:docMk/>
          <pc:sldMk cId="464788855" sldId="532"/>
        </pc:sldMkLst>
        <pc:picChg chg="add">
          <ac:chgData name="Dieter Beaven" userId="9bbdb69f-69d0-4759-aa9b-5c090a2da237" providerId="ADAL" clId="{B47B330E-67D7-47E6-A6C8-686253D34652}" dt="2026-01-15T10:27:34.682" v="56" actId="22"/>
          <ac:picMkLst>
            <pc:docMk/>
            <pc:sldMk cId="464788855" sldId="532"/>
            <ac:picMk id="6" creationId="{5C800441-59D9-E4C1-B21F-D2D8962EC5E4}"/>
          </ac:picMkLst>
        </pc:picChg>
      </pc:sldChg>
      <pc:sldChg chg="addSp modSp mod">
        <pc:chgData name="Dieter Beaven" userId="9bbdb69f-69d0-4759-aa9b-5c090a2da237" providerId="ADAL" clId="{B47B330E-67D7-47E6-A6C8-686253D34652}" dt="2026-01-13T16:05:20.281" v="30" actId="1076"/>
        <pc:sldMkLst>
          <pc:docMk/>
          <pc:sldMk cId="173887519" sldId="533"/>
        </pc:sldMkLst>
        <pc:picChg chg="add mod">
          <ac:chgData name="Dieter Beaven" userId="9bbdb69f-69d0-4759-aa9b-5c090a2da237" providerId="ADAL" clId="{B47B330E-67D7-47E6-A6C8-686253D34652}" dt="2026-01-13T16:05:20.281" v="30" actId="1076"/>
          <ac:picMkLst>
            <pc:docMk/>
            <pc:sldMk cId="173887519" sldId="533"/>
            <ac:picMk id="6" creationId="{504A8466-9420-BE09-627C-AF20906F4D31}"/>
          </ac:picMkLst>
        </pc:picChg>
      </pc:sldChg>
      <pc:sldChg chg="addSp delSp modSp mod">
        <pc:chgData name="Dieter Beaven" userId="9bbdb69f-69d0-4759-aa9b-5c090a2da237" providerId="ADAL" clId="{B47B330E-67D7-47E6-A6C8-686253D34652}" dt="2026-01-13T16:01:06.266" v="14" actId="22"/>
        <pc:sldMkLst>
          <pc:docMk/>
          <pc:sldMk cId="3196350854" sldId="703"/>
        </pc:sldMkLst>
        <pc:picChg chg="add mod">
          <ac:chgData name="Dieter Beaven" userId="9bbdb69f-69d0-4759-aa9b-5c090a2da237" providerId="ADAL" clId="{B47B330E-67D7-47E6-A6C8-686253D34652}" dt="2026-01-13T16:00:55.779" v="12" actId="1076"/>
          <ac:picMkLst>
            <pc:docMk/>
            <pc:sldMk cId="3196350854" sldId="703"/>
            <ac:picMk id="6" creationId="{495D7EA9-9244-7F76-54FE-20A00EDAF884}"/>
          </ac:picMkLst>
        </pc:picChg>
      </pc:sldChg>
      <pc:sldChg chg="addSp delSp modSp mod">
        <pc:chgData name="Dieter Beaven" userId="9bbdb69f-69d0-4759-aa9b-5c090a2da237" providerId="ADAL" clId="{B47B330E-67D7-47E6-A6C8-686253D34652}" dt="2026-01-13T15:59:10.559" v="6" actId="1076"/>
        <pc:sldMkLst>
          <pc:docMk/>
          <pc:sldMk cId="1756658491" sldId="712"/>
        </pc:sldMkLst>
        <pc:picChg chg="add mod">
          <ac:chgData name="Dieter Beaven" userId="9bbdb69f-69d0-4759-aa9b-5c090a2da237" providerId="ADAL" clId="{B47B330E-67D7-47E6-A6C8-686253D34652}" dt="2026-01-13T15:59:10.559" v="6" actId="1076"/>
          <ac:picMkLst>
            <pc:docMk/>
            <pc:sldMk cId="1756658491" sldId="712"/>
            <ac:picMk id="8" creationId="{4E8917BF-C86B-BE64-3371-240C565A4132}"/>
          </ac:picMkLst>
        </pc:picChg>
      </pc:sldChg>
      <pc:sldChg chg="addSp modSp mod">
        <pc:chgData name="Dieter Beaven" userId="9bbdb69f-69d0-4759-aa9b-5c090a2da237" providerId="ADAL" clId="{B47B330E-67D7-47E6-A6C8-686253D34652}" dt="2026-01-13T16:00:08.646" v="8" actId="1076"/>
        <pc:sldMkLst>
          <pc:docMk/>
          <pc:sldMk cId="1336369231" sldId="713"/>
        </pc:sldMkLst>
        <pc:picChg chg="add mod">
          <ac:chgData name="Dieter Beaven" userId="9bbdb69f-69d0-4759-aa9b-5c090a2da237" providerId="ADAL" clId="{B47B330E-67D7-47E6-A6C8-686253D34652}" dt="2026-01-13T16:00:08.646" v="8" actId="1076"/>
          <ac:picMkLst>
            <pc:docMk/>
            <pc:sldMk cId="1336369231" sldId="713"/>
            <ac:picMk id="6" creationId="{67918912-7EC1-CAF3-A03A-A3C991156F35}"/>
          </ac:picMkLst>
        </pc:picChg>
      </pc:sldChg>
      <pc:sldChg chg="addSp delSp modSp mod">
        <pc:chgData name="Dieter Beaven" userId="9bbdb69f-69d0-4759-aa9b-5c090a2da237" providerId="ADAL" clId="{B47B330E-67D7-47E6-A6C8-686253D34652}" dt="2026-01-15T10:29:42.812" v="63" actId="1076"/>
        <pc:sldMkLst>
          <pc:docMk/>
          <pc:sldMk cId="2534457431" sldId="714"/>
        </pc:sldMkLst>
        <pc:picChg chg="add del mod">
          <ac:chgData name="Dieter Beaven" userId="9bbdb69f-69d0-4759-aa9b-5c090a2da237" providerId="ADAL" clId="{B47B330E-67D7-47E6-A6C8-686253D34652}" dt="2026-01-15T10:25:36.043" v="53" actId="478"/>
          <ac:picMkLst>
            <pc:docMk/>
            <pc:sldMk cId="2534457431" sldId="714"/>
            <ac:picMk id="6" creationId="{FD9B8852-58EC-DBD0-E628-1B346AD88FB5}"/>
          </ac:picMkLst>
        </pc:picChg>
        <pc:picChg chg="add del mod">
          <ac:chgData name="Dieter Beaven" userId="9bbdb69f-69d0-4759-aa9b-5c090a2da237" providerId="ADAL" clId="{B47B330E-67D7-47E6-A6C8-686253D34652}" dt="2026-01-15T10:25:36.508" v="54" actId="478"/>
          <ac:picMkLst>
            <pc:docMk/>
            <pc:sldMk cId="2534457431" sldId="714"/>
            <ac:picMk id="8" creationId="{8ABBEA09-D067-B0EB-4B7F-D3DC45930991}"/>
          </ac:picMkLst>
        </pc:picChg>
        <pc:picChg chg="add del">
          <ac:chgData name="Dieter Beaven" userId="9bbdb69f-69d0-4759-aa9b-5c090a2da237" providerId="ADAL" clId="{B47B330E-67D7-47E6-A6C8-686253D34652}" dt="2026-01-15T10:27:48.889" v="57" actId="478"/>
          <ac:picMkLst>
            <pc:docMk/>
            <pc:sldMk cId="2534457431" sldId="714"/>
            <ac:picMk id="10" creationId="{81C27A1C-D01E-B0F3-B40D-F881F7EE68A4}"/>
          </ac:picMkLst>
        </pc:picChg>
        <pc:picChg chg="add mod">
          <ac:chgData name="Dieter Beaven" userId="9bbdb69f-69d0-4759-aa9b-5c090a2da237" providerId="ADAL" clId="{B47B330E-67D7-47E6-A6C8-686253D34652}" dt="2026-01-15T10:29:42.812" v="63" actId="1076"/>
          <ac:picMkLst>
            <pc:docMk/>
            <pc:sldMk cId="2534457431" sldId="714"/>
            <ac:picMk id="12" creationId="{101CB003-7401-C2F7-A98B-530E9075ADE5}"/>
          </ac:picMkLst>
        </pc:picChg>
      </pc:sldChg>
      <pc:sldChg chg="addSp delSp modSp mod">
        <pc:chgData name="Dieter Beaven" userId="9bbdb69f-69d0-4759-aa9b-5c090a2da237" providerId="ADAL" clId="{B47B330E-67D7-47E6-A6C8-686253D34652}" dt="2026-01-15T10:33:51.528" v="76" actId="1076"/>
        <pc:sldMkLst>
          <pc:docMk/>
          <pc:sldMk cId="1991394831" sldId="715"/>
        </pc:sldMkLst>
        <pc:picChg chg="add mod">
          <ac:chgData name="Dieter Beaven" userId="9bbdb69f-69d0-4759-aa9b-5c090a2da237" providerId="ADAL" clId="{B47B330E-67D7-47E6-A6C8-686253D34652}" dt="2026-01-15T10:33:51.528" v="76" actId="1076"/>
          <ac:picMkLst>
            <pc:docMk/>
            <pc:sldMk cId="1991394831" sldId="715"/>
            <ac:picMk id="6" creationId="{35D1830D-1B1C-6520-B3EA-66E3342B83F8}"/>
          </ac:picMkLst>
        </pc:picChg>
      </pc:sldChg>
      <pc:sldChg chg="addSp modSp add mod">
        <pc:chgData name="Dieter Beaven" userId="9bbdb69f-69d0-4759-aa9b-5c090a2da237" providerId="ADAL" clId="{B47B330E-67D7-47E6-A6C8-686253D34652}" dt="2026-01-13T16:01:55.768" v="16" actId="1076"/>
        <pc:sldMkLst>
          <pc:docMk/>
          <pc:sldMk cId="626343162" sldId="716"/>
        </pc:sldMkLst>
        <pc:picChg chg="add mod">
          <ac:chgData name="Dieter Beaven" userId="9bbdb69f-69d0-4759-aa9b-5c090a2da237" providerId="ADAL" clId="{B47B330E-67D7-47E6-A6C8-686253D34652}" dt="2026-01-13T16:01:55.768" v="16" actId="1076"/>
          <ac:picMkLst>
            <pc:docMk/>
            <pc:sldMk cId="626343162" sldId="716"/>
            <ac:picMk id="6" creationId="{8AED33ED-A292-F890-F70D-BAD41496EF8E}"/>
          </ac:picMkLst>
        </pc:picChg>
      </pc:sldChg>
      <pc:sldChg chg="addSp delSp modSp add mod">
        <pc:chgData name="Dieter Beaven" userId="9bbdb69f-69d0-4759-aa9b-5c090a2da237" providerId="ADAL" clId="{B47B330E-67D7-47E6-A6C8-686253D34652}" dt="2026-01-13T16:08:29.617" v="43" actId="1036"/>
        <pc:sldMkLst>
          <pc:docMk/>
          <pc:sldMk cId="992913408" sldId="717"/>
        </pc:sldMkLst>
        <pc:picChg chg="add mod">
          <ac:chgData name="Dieter Beaven" userId="9bbdb69f-69d0-4759-aa9b-5c090a2da237" providerId="ADAL" clId="{B47B330E-67D7-47E6-A6C8-686253D34652}" dt="2026-01-13T16:08:29.617" v="43" actId="1036"/>
          <ac:picMkLst>
            <pc:docMk/>
            <pc:sldMk cId="992913408" sldId="717"/>
            <ac:picMk id="14" creationId="{F9DA6FC4-2437-CAA3-E8A3-FC872BB67B6D}"/>
          </ac:picMkLst>
        </pc:picChg>
      </pc:sldChg>
      <pc:sldChg chg="addSp delSp modSp add mod">
        <pc:chgData name="Dieter Beaven" userId="9bbdb69f-69d0-4759-aa9b-5c090a2da237" providerId="ADAL" clId="{B47B330E-67D7-47E6-A6C8-686253D34652}" dt="2026-01-13T16:06:33.984" v="35" actId="1076"/>
        <pc:sldMkLst>
          <pc:docMk/>
          <pc:sldMk cId="961973593" sldId="718"/>
        </pc:sldMkLst>
        <pc:picChg chg="add mod">
          <ac:chgData name="Dieter Beaven" userId="9bbdb69f-69d0-4759-aa9b-5c090a2da237" providerId="ADAL" clId="{B47B330E-67D7-47E6-A6C8-686253D34652}" dt="2026-01-13T16:06:33.984" v="35" actId="1076"/>
          <ac:picMkLst>
            <pc:docMk/>
            <pc:sldMk cId="961973593" sldId="718"/>
            <ac:picMk id="8" creationId="{045F8280-A1F1-A720-894E-15FEE1F74E52}"/>
          </ac:picMkLst>
        </pc:picChg>
      </pc:sldChg>
      <pc:sldChg chg="addSp delSp modSp add mod">
        <pc:chgData name="Dieter Beaven" userId="9bbdb69f-69d0-4759-aa9b-5c090a2da237" providerId="ADAL" clId="{B47B330E-67D7-47E6-A6C8-686253D34652}" dt="2026-01-15T10:31:21.754" v="69" actId="1076"/>
        <pc:sldMkLst>
          <pc:docMk/>
          <pc:sldMk cId="1585969486" sldId="719"/>
        </pc:sldMkLst>
        <pc:picChg chg="add del mod">
          <ac:chgData name="Dieter Beaven" userId="9bbdb69f-69d0-4759-aa9b-5c090a2da237" providerId="ADAL" clId="{B47B330E-67D7-47E6-A6C8-686253D34652}" dt="2026-01-15T10:30:48.007" v="64" actId="478"/>
          <ac:picMkLst>
            <pc:docMk/>
            <pc:sldMk cId="1585969486" sldId="719"/>
            <ac:picMk id="6" creationId="{CD5BD5C4-07F8-6485-A256-0D482C835A22}"/>
          </ac:picMkLst>
        </pc:picChg>
        <pc:picChg chg="add del mod">
          <ac:chgData name="Dieter Beaven" userId="9bbdb69f-69d0-4759-aa9b-5c090a2da237" providerId="ADAL" clId="{B47B330E-67D7-47E6-A6C8-686253D34652}" dt="2026-01-15T10:31:17.137" v="67" actId="478"/>
          <ac:picMkLst>
            <pc:docMk/>
            <pc:sldMk cId="1585969486" sldId="719"/>
            <ac:picMk id="8" creationId="{89694567-D329-29E0-65EA-E0A1F01761DA}"/>
          </ac:picMkLst>
        </pc:picChg>
        <pc:picChg chg="add mod">
          <ac:chgData name="Dieter Beaven" userId="9bbdb69f-69d0-4759-aa9b-5c090a2da237" providerId="ADAL" clId="{B47B330E-67D7-47E6-A6C8-686253D34652}" dt="2026-01-15T10:31:21.754" v="69" actId="1076"/>
          <ac:picMkLst>
            <pc:docMk/>
            <pc:sldMk cId="1585969486" sldId="719"/>
            <ac:picMk id="10" creationId="{32618712-3768-F4B0-9C58-48B2BBA01141}"/>
          </ac:picMkLst>
        </pc:picChg>
      </pc:sldChg>
      <pc:sldChg chg="addSp modSp add mod">
        <pc:chgData name="Dieter Beaven" userId="9bbdb69f-69d0-4759-aa9b-5c090a2da237" providerId="ADAL" clId="{B47B330E-67D7-47E6-A6C8-686253D34652}" dt="2026-01-15T10:33:28.912" v="74" actId="14100"/>
        <pc:sldMkLst>
          <pc:docMk/>
          <pc:sldMk cId="3442303078" sldId="720"/>
        </pc:sldMkLst>
        <pc:picChg chg="add mod">
          <ac:chgData name="Dieter Beaven" userId="9bbdb69f-69d0-4759-aa9b-5c090a2da237" providerId="ADAL" clId="{B47B330E-67D7-47E6-A6C8-686253D34652}" dt="2026-01-15T10:33:28.912" v="74" actId="14100"/>
          <ac:picMkLst>
            <pc:docMk/>
            <pc:sldMk cId="3442303078" sldId="720"/>
            <ac:picMk id="6" creationId="{84BFC7D8-5D21-1B64-490B-98B3358F98E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15/01/2026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15/01/2026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306687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92D050"/>
                </a:solidFill>
              </a:rPr>
              <a:t>P2 </a:t>
            </a:r>
            <a:r>
              <a:rPr lang="en-GB" b="1" dirty="0">
                <a:solidFill>
                  <a:srgbClr val="92D050"/>
                </a:solidFill>
              </a:rPr>
              <a:t>Chapter 1: </a:t>
            </a:r>
            <a:r>
              <a:rPr lang="en-GB" dirty="0" err="1">
                <a:solidFill>
                  <a:schemeClr val="accent5"/>
                </a:solidFill>
              </a:rPr>
              <a:t>CoTrigonometry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Chapter Practice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336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04A8466-9420-BE09-627C-AF20906F4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78" y="833437"/>
            <a:ext cx="7429500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9CF03-63EB-4C38-D7B3-96DFE4487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933F3CE-F384-5FA5-2DF2-C40BF7325FD0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288F3A1-6E8D-4B75-6E83-CA7CE1436FA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5FF5567-1C3A-74BF-BB87-4520BC9987CD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9DA6FC4-2437-CAA3-E8A3-FC872BB67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5" y="631651"/>
            <a:ext cx="7286625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91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7D2BB-62AC-7A7A-C143-CF1FDE9D1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9C1E22D-FD00-2C2E-4659-6DF4F7385DC4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C8F1A7B-AAB1-4EC8-4D86-8F4EA0DB4098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9575883-E911-90E3-30BF-C75E1A3FF4AF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045F8280-A1F1-A720-894E-15FEE1F74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78" y="692696"/>
            <a:ext cx="72771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73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E8917BF-C86B-BE64-3371-240C565A4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28" y="692696"/>
            <a:ext cx="7848600" cy="60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58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7918912-7EC1-CAF3-A03A-A3C991156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65" y="908720"/>
            <a:ext cx="7629525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69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95D7EA9-9244-7F76-54FE-20A00EDAF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90" y="836712"/>
            <a:ext cx="7610475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50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4FB8F-15C6-DA6F-63ED-5B826DEEF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D3C485F-CB0F-D2F6-C7E0-E86AFFAA1D8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B1020EA-AF7F-6884-E28A-87ECFE2CDAA4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ADE7FF9-F389-378A-9F58-E3B8283A69A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AED33ED-A292-F890-F70D-BAD41496E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908720"/>
            <a:ext cx="7743825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343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BD2FD-8A8A-8ACB-8534-C5492C7F8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DE90EB4-42FF-6C3E-CA95-D393FA435B63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73B72C9F-604F-68EF-6D22-9A769E9196F9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A50A0A0-025A-E097-F02C-197EFDE22144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101CB003-7401-C2F7-A98B-530E9075A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53" y="764704"/>
            <a:ext cx="4371975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57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C800441-59D9-E4C1-B21F-D2D8962EC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3205"/>
            <a:ext cx="9144000" cy="465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A37B9-9214-E670-DA04-7045F15F0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5CCD7E4-7264-7BC0-0504-7999F850381A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753CA9D-CAD0-31A7-E3C7-36F32B161737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1598006-AD56-D25B-AEB8-FA02BF660BA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2618712-3768-F4B0-9C58-48B2BBA01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7812"/>
            <a:ext cx="9144000" cy="536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69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E470E-AA31-15DA-7826-8F3268459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C605B0C-B2C9-5ACE-9BCB-DE6F49BA0D79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4A32735-DE71-2263-A248-77A635A7ED32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093B7F3-8712-14BA-BD00-D72E2C6C81B6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4BFC7D8-5D21-1B64-490B-98B3358F9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" y="692696"/>
            <a:ext cx="9106344" cy="601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303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7B60-B20B-E00F-B13C-6ED108835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49F6CED-8398-9851-8F57-BCEE5593C88C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D5AADCB4-13F5-20DD-7317-3E47E4823968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B8BEBEF-E321-24B3-A7F2-070DD542A0F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5D1830D-1B1C-6520-B3EA-66E3342B8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052736"/>
            <a:ext cx="5314950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394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9D3391-997D-4369-8C5A-9887D520139A}">
  <ds:schemaRefs>
    <ds:schemaRef ds:uri="http://purl.org/dc/dcmitype/"/>
    <ds:schemaRef ds:uri="http://purl.org/dc/elements/1.1/"/>
    <ds:schemaRef ds:uri="http://schemas.openxmlformats.org/package/2006/metadata/core-properties"/>
    <ds:schemaRef ds:uri="faa1ecaf-a1aa-4fc9-8c75-2805352e1f65"/>
    <ds:schemaRef ds:uri="http://schemas.microsoft.com/office/2006/documentManagement/types"/>
    <ds:schemaRef ds:uri="http://schemas.microsoft.com/office/infopath/2007/PartnerControls"/>
    <ds:schemaRef ds:uri="f9cd3b9a-9a6c-485a-81b7-4082693b5161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DA38195-DE73-4ADB-89E9-06FC4C7B97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16367F5-30EB-4FB8-AC0F-C9698F2B8F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29586</TotalTime>
  <Words>33</Words>
  <Application>Microsoft Office PowerPoint</Application>
  <PresentationFormat>On-screen Show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P2 Chapter 1: CoTrigonometry  Chapter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916</cp:revision>
  <dcterms:created xsi:type="dcterms:W3CDTF">2013-02-28T07:36:55Z</dcterms:created>
  <dcterms:modified xsi:type="dcterms:W3CDTF">2026-01-15T10:34:01Z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