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547" r:id="rId5"/>
    <p:sldId id="670" r:id="rId6"/>
    <p:sldId id="671" r:id="rId7"/>
    <p:sldId id="672" r:id="rId8"/>
    <p:sldId id="674" r:id="rId9"/>
    <p:sldId id="675" r:id="rId10"/>
    <p:sldId id="549" r:id="rId11"/>
    <p:sldId id="543" r:id="rId12"/>
    <p:sldId id="550" r:id="rId13"/>
    <p:sldId id="551" r:id="rId14"/>
    <p:sldId id="545" r:id="rId15"/>
    <p:sldId id="676" r:id="rId16"/>
    <p:sldId id="677" r:id="rId17"/>
    <p:sldId id="678" r:id="rId18"/>
    <p:sldId id="6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7F008-0E20-46F3-ABC5-AE876342D4FF}" v="6" dt="2026-01-15T13:58:47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2D8212FC-6CF0-4EAC-9F59-B520D2D2E3F2}"/>
    <pc:docChg chg="custSel modSld">
      <pc:chgData name="Dieter Beaven" userId="9bbdb69f-69d0-4759-aa9b-5c090a2da237" providerId="ADAL" clId="{2D8212FC-6CF0-4EAC-9F59-B520D2D2E3F2}" dt="2026-01-13T14:10:12.982" v="16" actId="1076"/>
      <pc:docMkLst>
        <pc:docMk/>
      </pc:docMkLst>
      <pc:sldChg chg="addSp modSp mod">
        <pc:chgData name="Dieter Beaven" userId="9bbdb69f-69d0-4759-aa9b-5c090a2da237" providerId="ADAL" clId="{2D8212FC-6CF0-4EAC-9F59-B520D2D2E3F2}" dt="2026-01-13T14:08:54.775" v="5" actId="14100"/>
        <pc:sldMkLst>
          <pc:docMk/>
          <pc:sldMk cId="3896053727" sldId="543"/>
        </pc:sldMkLst>
        <pc:picChg chg="add mod">
          <ac:chgData name="Dieter Beaven" userId="9bbdb69f-69d0-4759-aa9b-5c090a2da237" providerId="ADAL" clId="{2D8212FC-6CF0-4EAC-9F59-B520D2D2E3F2}" dt="2026-01-13T14:08:54.775" v="5" actId="14100"/>
          <ac:picMkLst>
            <pc:docMk/>
            <pc:sldMk cId="3896053727" sldId="543"/>
            <ac:picMk id="6" creationId="{B8368C4E-B090-99F3-C920-F267E59FC280}"/>
          </ac:picMkLst>
        </pc:picChg>
      </pc:sldChg>
      <pc:sldChg chg="delSp mod">
        <pc:chgData name="Dieter Beaven" userId="9bbdb69f-69d0-4759-aa9b-5c090a2da237" providerId="ADAL" clId="{2D8212FC-6CF0-4EAC-9F59-B520D2D2E3F2}" dt="2026-01-13T14:09:39.687" v="10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2D8212FC-6CF0-4EAC-9F59-B520D2D2E3F2}" dt="2026-01-13T14:08:45.975" v="2" actId="6549"/>
        <pc:sldMkLst>
          <pc:docMk/>
          <pc:sldMk cId="3991975165" sldId="547"/>
        </pc:sldMkLst>
        <pc:spChg chg="mod">
          <ac:chgData name="Dieter Beaven" userId="9bbdb69f-69d0-4759-aa9b-5c090a2da237" providerId="ADAL" clId="{2D8212FC-6CF0-4EAC-9F59-B520D2D2E3F2}" dt="2026-01-13T14:08:45.975" v="2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2D8212FC-6CF0-4EAC-9F59-B520D2D2E3F2}" dt="2026-01-13T14:09:26.624" v="9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2D8212FC-6CF0-4EAC-9F59-B520D2D2E3F2}" dt="2026-01-13T14:09:26.624" v="9" actId="1076"/>
          <ac:picMkLst>
            <pc:docMk/>
            <pc:sldMk cId="4091202299" sldId="550"/>
            <ac:picMk id="6" creationId="{7DCD049D-FF9A-3E77-C6B1-8E462B941705}"/>
          </ac:picMkLst>
        </pc:picChg>
      </pc:sldChg>
      <pc:sldChg chg="addSp modSp mod">
        <pc:chgData name="Dieter Beaven" userId="9bbdb69f-69d0-4759-aa9b-5c090a2da237" providerId="ADAL" clId="{2D8212FC-6CF0-4EAC-9F59-B520D2D2E3F2}" dt="2026-01-13T14:10:12.982" v="16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2D8212FC-6CF0-4EAC-9F59-B520D2D2E3F2}" dt="2026-01-13T14:10:12.982" v="16" actId="1076"/>
          <ac:picMkLst>
            <pc:docMk/>
            <pc:sldMk cId="3826585799" sldId="551"/>
            <ac:picMk id="6" creationId="{1F7503A8-95C7-63FF-0F60-112FBE9E2AC8}"/>
          </ac:picMkLst>
        </pc:picChg>
      </pc:sldChg>
    </pc:docChg>
  </pc:docChgLst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1-15T13:59:48.382" v="29" actId="47"/>
      <pc:docMkLst>
        <pc:docMk/>
      </pc:docMkLst>
      <pc:sldChg chg="addSp modSp mod">
        <pc:chgData name="Dieter Beaven" userId="9bbdb69f-69d0-4759-aa9b-5c090a2da237" providerId="ADAL" clId="{B47B330E-67D7-47E6-A6C8-686253D34652}" dt="2026-01-15T13:49:44.394" v="10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1-15T13:49:44.394" v="10" actId="1076"/>
          <ac:picMkLst>
            <pc:docMk/>
            <pc:sldMk cId="3458699803" sldId="545"/>
            <ac:picMk id="6" creationId="{2D0C15D6-29B7-CB9F-0FEF-FD1F13E5B44F}"/>
          </ac:picMkLst>
        </pc:picChg>
      </pc:sldChg>
      <pc:sldChg chg="modSp mod">
        <pc:chgData name="Dieter Beaven" userId="9bbdb69f-69d0-4759-aa9b-5c090a2da237" providerId="ADAL" clId="{B47B330E-67D7-47E6-A6C8-686253D34652}" dt="2026-01-15T13:46:52.897" v="6" actId="20577"/>
        <pc:sldMkLst>
          <pc:docMk/>
          <pc:sldMk cId="3991975165" sldId="547"/>
        </pc:sldMkLst>
        <pc:spChg chg="mod">
          <ac:chgData name="Dieter Beaven" userId="9bbdb69f-69d0-4759-aa9b-5c090a2da237" providerId="ADAL" clId="{B47B330E-67D7-47E6-A6C8-686253D34652}" dt="2026-01-15T13:46:52.897" v="6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addSp delSp modSp add mod">
        <pc:chgData name="Dieter Beaven" userId="9bbdb69f-69d0-4759-aa9b-5c090a2da237" providerId="ADAL" clId="{B47B330E-67D7-47E6-A6C8-686253D34652}" dt="2026-01-15T13:53:44.237" v="14" actId="1076"/>
        <pc:sldMkLst>
          <pc:docMk/>
          <pc:sldMk cId="2668924038" sldId="676"/>
        </pc:sldMkLst>
        <pc:picChg chg="add del">
          <ac:chgData name="Dieter Beaven" userId="9bbdb69f-69d0-4759-aa9b-5c090a2da237" providerId="ADAL" clId="{B47B330E-67D7-47E6-A6C8-686253D34652}" dt="2026-01-15T13:51:40.075" v="12" actId="478"/>
          <ac:picMkLst>
            <pc:docMk/>
            <pc:sldMk cId="2668924038" sldId="676"/>
            <ac:picMk id="6" creationId="{0AA77D00-0355-8C82-C919-71D910848E66}"/>
          </ac:picMkLst>
        </pc:picChg>
        <pc:picChg chg="add mod">
          <ac:chgData name="Dieter Beaven" userId="9bbdb69f-69d0-4759-aa9b-5c090a2da237" providerId="ADAL" clId="{B47B330E-67D7-47E6-A6C8-686253D34652}" dt="2026-01-15T13:53:44.237" v="14" actId="1076"/>
          <ac:picMkLst>
            <pc:docMk/>
            <pc:sldMk cId="2668924038" sldId="676"/>
            <ac:picMk id="8" creationId="{906CADBC-1506-FA54-E459-62EA589C64D7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5T13:56:06.472" v="21" actId="1076"/>
        <pc:sldMkLst>
          <pc:docMk/>
          <pc:sldMk cId="1803949718" sldId="677"/>
        </pc:sldMkLst>
        <pc:picChg chg="add del">
          <ac:chgData name="Dieter Beaven" userId="9bbdb69f-69d0-4759-aa9b-5c090a2da237" providerId="ADAL" clId="{B47B330E-67D7-47E6-A6C8-686253D34652}" dt="2026-01-15T13:54:26.550" v="18" actId="478"/>
          <ac:picMkLst>
            <pc:docMk/>
            <pc:sldMk cId="1803949718" sldId="677"/>
            <ac:picMk id="6" creationId="{368653E9-2BA9-35A5-61AC-8338A801BD27}"/>
          </ac:picMkLst>
        </pc:picChg>
        <pc:picChg chg="add mod">
          <ac:chgData name="Dieter Beaven" userId="9bbdb69f-69d0-4759-aa9b-5c090a2da237" providerId="ADAL" clId="{B47B330E-67D7-47E6-A6C8-686253D34652}" dt="2026-01-15T13:56:06.472" v="21" actId="1076"/>
          <ac:picMkLst>
            <pc:docMk/>
            <pc:sldMk cId="1803949718" sldId="677"/>
            <ac:picMk id="8" creationId="{916F1D76-E438-7AF7-A55A-B60D04F7E845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5T13:58:42.634" v="25" actId="1076"/>
        <pc:sldMkLst>
          <pc:docMk/>
          <pc:sldMk cId="458193643" sldId="678"/>
        </pc:sldMkLst>
        <pc:picChg chg="add del">
          <ac:chgData name="Dieter Beaven" userId="9bbdb69f-69d0-4759-aa9b-5c090a2da237" providerId="ADAL" clId="{B47B330E-67D7-47E6-A6C8-686253D34652}" dt="2026-01-15T13:57:38.902" v="23" actId="478"/>
          <ac:picMkLst>
            <pc:docMk/>
            <pc:sldMk cId="458193643" sldId="678"/>
            <ac:picMk id="6" creationId="{38966CA9-A8E4-89DE-1536-E53ADF86187A}"/>
          </ac:picMkLst>
        </pc:picChg>
        <pc:picChg chg="add mod">
          <ac:chgData name="Dieter Beaven" userId="9bbdb69f-69d0-4759-aa9b-5c090a2da237" providerId="ADAL" clId="{B47B330E-67D7-47E6-A6C8-686253D34652}" dt="2026-01-15T13:58:42.634" v="25" actId="1076"/>
          <ac:picMkLst>
            <pc:docMk/>
            <pc:sldMk cId="458193643" sldId="678"/>
            <ac:picMk id="8" creationId="{E1DC14A4-C4DD-FA88-E904-0DD32C30C05D}"/>
          </ac:picMkLst>
        </pc:picChg>
      </pc:sldChg>
      <pc:sldChg chg="addSp modSp add mod">
        <pc:chgData name="Dieter Beaven" userId="9bbdb69f-69d0-4759-aa9b-5c090a2da237" providerId="ADAL" clId="{B47B330E-67D7-47E6-A6C8-686253D34652}" dt="2026-01-15T13:59:46.674" v="28" actId="1076"/>
        <pc:sldMkLst>
          <pc:docMk/>
          <pc:sldMk cId="1940458948" sldId="679"/>
        </pc:sldMkLst>
        <pc:picChg chg="add mod">
          <ac:chgData name="Dieter Beaven" userId="9bbdb69f-69d0-4759-aa9b-5c090a2da237" providerId="ADAL" clId="{B47B330E-67D7-47E6-A6C8-686253D34652}" dt="2026-01-15T13:59:46.674" v="28" actId="1076"/>
          <ac:picMkLst>
            <pc:docMk/>
            <pc:sldMk cId="1940458948" sldId="679"/>
            <ac:picMk id="6" creationId="{DF68E015-FA66-1C08-03ED-CA15D6BB54F5}"/>
          </ac:picMkLst>
        </pc:picChg>
      </pc:sldChg>
      <pc:sldChg chg="add del">
        <pc:chgData name="Dieter Beaven" userId="9bbdb69f-69d0-4759-aa9b-5c090a2da237" providerId="ADAL" clId="{B47B330E-67D7-47E6-A6C8-686253D34652}" dt="2026-01-15T13:59:48.382" v="29" actId="47"/>
        <pc:sldMkLst>
          <pc:docMk/>
          <pc:sldMk cId="423591495" sldId="6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208.png"/><Relationship Id="rId3" Type="http://schemas.openxmlformats.org/officeDocument/2006/relationships/image" Target="../media/image321.png"/><Relationship Id="rId7" Type="http://schemas.openxmlformats.org/officeDocument/2006/relationships/image" Target="../media/image361.png"/><Relationship Id="rId12" Type="http://schemas.openxmlformats.org/officeDocument/2006/relationships/image" Target="../media/image412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.png"/><Relationship Id="rId11" Type="http://schemas.openxmlformats.org/officeDocument/2006/relationships/image" Target="../media/image401.png"/><Relationship Id="rId5" Type="http://schemas.openxmlformats.org/officeDocument/2006/relationships/image" Target="../media/image341.png"/><Relationship Id="rId15" Type="http://schemas.openxmlformats.org/officeDocument/2006/relationships/image" Target="../media/image14.png"/><Relationship Id="rId10" Type="http://schemas.openxmlformats.org/officeDocument/2006/relationships/image" Target="../media/image391.png"/><Relationship Id="rId4" Type="http://schemas.openxmlformats.org/officeDocument/2006/relationships/image" Target="../media/image331.png"/><Relationship Id="rId9" Type="http://schemas.openxmlformats.org/officeDocument/2006/relationships/image" Target="../media/image381.png"/><Relationship Id="rId14" Type="http://schemas.openxmlformats.org/officeDocument/2006/relationships/image" Target="../media/image20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13" Type="http://schemas.openxmlformats.org/officeDocument/2006/relationships/image" Target="../media/image15.png"/><Relationship Id="rId3" Type="http://schemas.openxmlformats.org/officeDocument/2006/relationships/image" Target="../media/image361.png"/><Relationship Id="rId7" Type="http://schemas.openxmlformats.org/officeDocument/2006/relationships/image" Target="../media/image371.png"/><Relationship Id="rId12" Type="http://schemas.openxmlformats.org/officeDocument/2006/relationships/image" Target="../media/image461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1.png"/><Relationship Id="rId11" Type="http://schemas.openxmlformats.org/officeDocument/2006/relationships/image" Target="../media/image451.png"/><Relationship Id="rId5" Type="http://schemas.openxmlformats.org/officeDocument/2006/relationships/image" Target="../media/image321.png"/><Relationship Id="rId10" Type="http://schemas.openxmlformats.org/officeDocument/2006/relationships/image" Target="../media/image401.png"/><Relationship Id="rId4" Type="http://schemas.openxmlformats.org/officeDocument/2006/relationships/image" Target="../media/image211.png"/><Relationship Id="rId9" Type="http://schemas.openxmlformats.org/officeDocument/2006/relationships/image" Target="../media/image39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8.png"/><Relationship Id="rId8" Type="http://schemas.openxmlformats.org/officeDocument/2006/relationships/image" Target="../media/image401.png"/><Relationship Id="rId3" Type="http://schemas.openxmlformats.org/officeDocument/2006/relationships/image" Target="../media/image321.png"/><Relationship Id="rId7" Type="http://schemas.openxmlformats.org/officeDocument/2006/relationships/image" Target="../media/image391.png"/><Relationship Id="rId12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1.png"/><Relationship Id="rId5" Type="http://schemas.openxmlformats.org/officeDocument/2006/relationships/image" Target="../media/image371.png"/><Relationship Id="rId10" Type="http://schemas.openxmlformats.org/officeDocument/2006/relationships/image" Target="../media/image490.png"/><Relationship Id="rId4" Type="http://schemas.openxmlformats.org/officeDocument/2006/relationships/image" Target="../media/image341.png"/><Relationship Id="rId9" Type="http://schemas.openxmlformats.org/officeDocument/2006/relationships/image" Target="../media/image480.png"/><Relationship Id="rId14" Type="http://schemas.openxmlformats.org/officeDocument/2006/relationships/image" Target="../media/image2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12" Type="http://schemas.openxmlformats.org/officeDocument/2006/relationships/image" Target="../media/image23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11" Type="http://schemas.openxmlformats.org/officeDocument/2006/relationships/image" Target="../media/image231.png"/><Relationship Id="rId5" Type="http://schemas.openxmlformats.org/officeDocument/2006/relationships/image" Target="../media/image22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2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7.png"/><Relationship Id="rId18" Type="http://schemas.openxmlformats.org/officeDocument/2006/relationships/image" Target="../media/image253.png"/><Relationship Id="rId26" Type="http://schemas.openxmlformats.org/officeDocument/2006/relationships/image" Target="../media/image262.png"/><Relationship Id="rId3" Type="http://schemas.openxmlformats.org/officeDocument/2006/relationships/image" Target="../media/image236.png"/><Relationship Id="rId7" Type="http://schemas.openxmlformats.org/officeDocument/2006/relationships/image" Target="../media/image241.png"/><Relationship Id="rId12" Type="http://schemas.openxmlformats.org/officeDocument/2006/relationships/image" Target="../media/image246.png"/><Relationship Id="rId17" Type="http://schemas.openxmlformats.org/officeDocument/2006/relationships/image" Target="../media/image252.png"/><Relationship Id="rId25" Type="http://schemas.openxmlformats.org/officeDocument/2006/relationships/image" Target="../media/image261.png"/><Relationship Id="rId2" Type="http://schemas.openxmlformats.org/officeDocument/2006/relationships/image" Target="../media/image235.png"/><Relationship Id="rId16" Type="http://schemas.openxmlformats.org/officeDocument/2006/relationships/image" Target="../media/image251.png"/><Relationship Id="rId20" Type="http://schemas.openxmlformats.org/officeDocument/2006/relationships/image" Target="../media/image2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11" Type="http://schemas.openxmlformats.org/officeDocument/2006/relationships/image" Target="../media/image245.png"/><Relationship Id="rId5" Type="http://schemas.openxmlformats.org/officeDocument/2006/relationships/image" Target="../media/image238.png"/><Relationship Id="rId15" Type="http://schemas.openxmlformats.org/officeDocument/2006/relationships/image" Target="../media/image249.png"/><Relationship Id="rId23" Type="http://schemas.openxmlformats.org/officeDocument/2006/relationships/image" Target="../media/image258.png"/><Relationship Id="rId10" Type="http://schemas.openxmlformats.org/officeDocument/2006/relationships/image" Target="../media/image244.png"/><Relationship Id="rId19" Type="http://schemas.openxmlformats.org/officeDocument/2006/relationships/image" Target="../media/image254.png"/><Relationship Id="rId4" Type="http://schemas.openxmlformats.org/officeDocument/2006/relationships/image" Target="../media/image237.png"/><Relationship Id="rId9" Type="http://schemas.openxmlformats.org/officeDocument/2006/relationships/image" Target="../media/image243.png"/><Relationship Id="rId14" Type="http://schemas.openxmlformats.org/officeDocument/2006/relationships/image" Target="../media/image248.png"/><Relationship Id="rId22" Type="http://schemas.openxmlformats.org/officeDocument/2006/relationships/image" Target="../media/image25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2130425"/>
            <a:ext cx="8928992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6: </a:t>
            </a:r>
            <a:r>
              <a:rPr lang="en-GB" dirty="0" err="1">
                <a:solidFill>
                  <a:schemeClr val="accent5"/>
                </a:solidFill>
              </a:rPr>
              <a:t>CoAngle</a:t>
            </a:r>
            <a:r>
              <a:rPr lang="en-GB" dirty="0">
                <a:solidFill>
                  <a:schemeClr val="accent5"/>
                </a:solidFill>
              </a:rPr>
              <a:t> Trigonometry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Co-angle Graphs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1928" y="721161"/>
                <a:ext cx="88202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To draw a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start with a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then consider what happens when we reciprocate each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28" y="721161"/>
                <a:ext cx="8820254" cy="646331"/>
              </a:xfrm>
              <a:prstGeom prst="rect">
                <a:avLst/>
              </a:prstGeom>
              <a:blipFill>
                <a:blip r:embed="rId2"/>
                <a:stretch>
                  <a:fillRect l="-553" t="-4717" r="-1106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9" idx="2"/>
          </p:cNvCxnSpPr>
          <p:nvPr/>
        </p:nvCxnSpPr>
        <p:spPr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 flipH="1" flipV="1">
            <a:off x="3969614" y="1521761"/>
            <a:ext cx="16630" cy="4787559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rot="2328481">
                <a:off x="2705953" y="3258703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8481">
                <a:off x="2705953" y="3258703"/>
                <a:ext cx="114668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blipFill rotWithShape="0">
                <a:blip r:embed="rId7"/>
                <a:stretch>
                  <a:fillRect r="-48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blipFill rotWithShape="0">
                <a:blip r:embed="rId9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blipFill rotWithShape="0">
                <a:blip r:embed="rId10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blipFill rotWithShape="0">
                <a:blip r:embed="rId11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1663547" y="2952521"/>
            <a:ext cx="4560983" cy="2027107"/>
          </a:xfrm>
          <a:custGeom>
            <a:avLst/>
            <a:gdLst>
              <a:gd name="connsiteX0" fmla="*/ 0 w 4318612"/>
              <a:gd name="connsiteY0" fmla="*/ 925417 h 2016087"/>
              <a:gd name="connsiteX1" fmla="*/ 1035586 w 4318612"/>
              <a:gd name="connsiteY1" fmla="*/ 0 h 2016087"/>
              <a:gd name="connsiteX2" fmla="*/ 2269475 w 4318612"/>
              <a:gd name="connsiteY2" fmla="*/ 925417 h 2016087"/>
              <a:gd name="connsiteX3" fmla="*/ 3316077 w 4318612"/>
              <a:gd name="connsiteY3" fmla="*/ 2016087 h 2016087"/>
              <a:gd name="connsiteX4" fmla="*/ 4318612 w 4318612"/>
              <a:gd name="connsiteY4" fmla="*/ 925417 h 2016087"/>
              <a:gd name="connsiteX0" fmla="*/ 0 w 4560983"/>
              <a:gd name="connsiteY0" fmla="*/ 925417 h 2016090"/>
              <a:gd name="connsiteX1" fmla="*/ 1035586 w 4560983"/>
              <a:gd name="connsiteY1" fmla="*/ 0 h 2016090"/>
              <a:gd name="connsiteX2" fmla="*/ 2269475 w 4560983"/>
              <a:gd name="connsiteY2" fmla="*/ 925417 h 2016090"/>
              <a:gd name="connsiteX3" fmla="*/ 3316077 w 4560983"/>
              <a:gd name="connsiteY3" fmla="*/ 2016087 h 2016090"/>
              <a:gd name="connsiteX4" fmla="*/ 4560983 w 4560983"/>
              <a:gd name="connsiteY4" fmla="*/ 914400 h 2016090"/>
              <a:gd name="connsiteX0" fmla="*/ 0 w 4560983"/>
              <a:gd name="connsiteY0" fmla="*/ 925417 h 2027107"/>
              <a:gd name="connsiteX1" fmla="*/ 1035586 w 4560983"/>
              <a:gd name="connsiteY1" fmla="*/ 0 h 2027107"/>
              <a:gd name="connsiteX2" fmla="*/ 2269475 w 4560983"/>
              <a:gd name="connsiteY2" fmla="*/ 925417 h 2027107"/>
              <a:gd name="connsiteX3" fmla="*/ 3470313 w 4560983"/>
              <a:gd name="connsiteY3" fmla="*/ 2027104 h 2027107"/>
              <a:gd name="connsiteX4" fmla="*/ 4560983 w 4560983"/>
              <a:gd name="connsiteY4" fmla="*/ 914400 h 202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0983" h="2027107">
                <a:moveTo>
                  <a:pt x="0" y="925417"/>
                </a:moveTo>
                <a:cubicBezTo>
                  <a:pt x="328670" y="462708"/>
                  <a:pt x="657340" y="0"/>
                  <a:pt x="1035586" y="0"/>
                </a:cubicBezTo>
                <a:cubicBezTo>
                  <a:pt x="1413832" y="0"/>
                  <a:pt x="1863687" y="587566"/>
                  <a:pt x="2269475" y="925417"/>
                </a:cubicBezTo>
                <a:cubicBezTo>
                  <a:pt x="2675263" y="1263268"/>
                  <a:pt x="3088395" y="2028940"/>
                  <a:pt x="3470313" y="2027104"/>
                </a:cubicBezTo>
                <a:cubicBezTo>
                  <a:pt x="3852231" y="2025268"/>
                  <a:pt x="4230477" y="1459735"/>
                  <a:pt x="4560983" y="9144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 30"/>
          <p:cNvSpPr/>
          <p:nvPr/>
        </p:nvSpPr>
        <p:spPr>
          <a:xfrm>
            <a:off x="1707614" y="1454226"/>
            <a:ext cx="2137273" cy="1510234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6230176" y="1521761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 rot="10800000">
            <a:off x="4039574" y="4968607"/>
            <a:ext cx="2137273" cy="1510234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 rot="17885708">
                <a:off x="2627671" y="1868652"/>
                <a:ext cx="15692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𝐜𝐨𝐬𝐞𝐜</m:t>
                          </m:r>
                        </m:fName>
                        <m:e>
                          <m:r>
                            <a:rPr lang="en-GB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85708">
                <a:off x="2627671" y="1868652"/>
                <a:ext cx="1569265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Click to </a:t>
                </a:r>
                <a:r>
                  <a:rPr lang="en-GB" b="1" dirty="0" err="1"/>
                  <a:t>Frosketch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𝒄𝒐𝒔𝒆𝒄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blipFill>
                <a:blip r:embed="rId13"/>
                <a:stretch>
                  <a:fillRect l="-633" t="-4717" r="-633"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/>
          <p:cNvGrpSpPr/>
          <p:nvPr/>
        </p:nvGrpSpPr>
        <p:grpSpPr>
          <a:xfrm>
            <a:off x="86490" y="1728681"/>
            <a:ext cx="2220924" cy="1211466"/>
            <a:chOff x="86490" y="1728681"/>
            <a:chExt cx="2220924" cy="1211466"/>
          </a:xfrm>
        </p:grpSpPr>
        <p:sp>
          <p:nvSpPr>
            <p:cNvPr id="40" name="TextBox 39"/>
            <p:cNvSpPr txBox="1"/>
            <p:nvPr/>
          </p:nvSpPr>
          <p:spPr>
            <a:xfrm>
              <a:off x="86490" y="1728681"/>
              <a:ext cx="1351574" cy="1077218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It touches here because the reciprocal of 1 is 1.</a:t>
              </a:r>
            </a:p>
          </p:txBody>
        </p:sp>
        <p:cxnSp>
          <p:nvCxnSpPr>
            <p:cNvPr id="42" name="Straight Arrow Connector 41"/>
            <p:cNvCxnSpPr>
              <a:stCxn id="40" idx="3"/>
            </p:cNvCxnSpPr>
            <p:nvPr/>
          </p:nvCxnSpPr>
          <p:spPr>
            <a:xfrm>
              <a:off x="1438064" y="2267290"/>
              <a:ext cx="869350" cy="67285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4069452" y="1958994"/>
            <a:ext cx="1991105" cy="1662610"/>
            <a:chOff x="-225813" y="1728681"/>
            <a:chExt cx="1991105" cy="1662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86489" y="1728681"/>
                  <a:ext cx="1678803" cy="1569660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𝑐𝑜𝑠𝑒𝑐</m:t>
                      </m:r>
                    </m:oMath>
                  </a14:m>
                  <a:r>
                    <a:rPr lang="en-GB" sz="1600" dirty="0"/>
                    <a:t> isn’t defined for multiples of </a:t>
                  </a:r>
                  <a14:m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GB" sz="1600" dirty="0"/>
                    <a:t> because we can’t divide by 0. We get an asymptote.</a:t>
                  </a: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9" y="1728681"/>
                  <a:ext cx="1678803" cy="156966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46"/>
            <p:cNvCxnSpPr>
              <a:cxnSpLocks/>
              <a:stCxn id="46" idx="1"/>
            </p:cNvCxnSpPr>
            <p:nvPr/>
          </p:nvCxnSpPr>
          <p:spPr>
            <a:xfrm flipH="1">
              <a:off x="-225813" y="2513511"/>
              <a:ext cx="312302" cy="87778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1518527" y="1838070"/>
            <a:ext cx="2326360" cy="4894845"/>
            <a:chOff x="-461792" y="-1451777"/>
            <a:chExt cx="2326360" cy="4894845"/>
          </a:xfrm>
        </p:grpSpPr>
        <p:sp>
          <p:nvSpPr>
            <p:cNvPr id="51" name="TextBox 50"/>
            <p:cNvSpPr txBox="1"/>
            <p:nvPr/>
          </p:nvSpPr>
          <p:spPr>
            <a:xfrm>
              <a:off x="-461792" y="2058073"/>
              <a:ext cx="1893791" cy="1384995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Reciprocating preserves sign. When we divide by a small positive number, we get a very large positive number.</a:t>
              </a:r>
            </a:p>
          </p:txBody>
        </p:sp>
        <p:cxnSp>
          <p:nvCxnSpPr>
            <p:cNvPr id="52" name="Straight Arrow Connector 51"/>
            <p:cNvCxnSpPr>
              <a:stCxn id="51" idx="0"/>
            </p:cNvCxnSpPr>
            <p:nvPr/>
          </p:nvCxnSpPr>
          <p:spPr>
            <a:xfrm flipV="1">
              <a:off x="485104" y="-1451777"/>
              <a:ext cx="1379464" cy="350985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D11E03-9E12-49C9-9192-E82F2C16C220}"/>
                  </a:ext>
                </a:extLst>
              </p:cNvPr>
              <p:cNvSpPr txBox="1"/>
              <p:nvPr/>
            </p:nvSpPr>
            <p:spPr>
              <a:xfrm>
                <a:off x="5753100" y="4808268"/>
                <a:ext cx="327294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≠±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,±2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Range: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≤1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D11E03-9E12-49C9-9192-E82F2C16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808268"/>
                <a:ext cx="3272945" cy="646331"/>
              </a:xfrm>
              <a:prstGeom prst="rect">
                <a:avLst/>
              </a:prstGeom>
              <a:blipFill>
                <a:blip r:embed="rId15"/>
                <a:stretch>
                  <a:fillRect l="-1294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86D3D005-414A-4226-8C8B-36E12D6538F0}"/>
              </a:ext>
            </a:extLst>
          </p:cNvPr>
          <p:cNvSpPr/>
          <p:nvPr/>
        </p:nvSpPr>
        <p:spPr>
          <a:xfrm>
            <a:off x="6744351" y="4815983"/>
            <a:ext cx="2202858" cy="3056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934336-8C71-4273-90C7-ABB3BB7C069A}"/>
              </a:ext>
            </a:extLst>
          </p:cNvPr>
          <p:cNvSpPr/>
          <p:nvPr/>
        </p:nvSpPr>
        <p:spPr>
          <a:xfrm>
            <a:off x="6744351" y="5121670"/>
            <a:ext cx="2196449" cy="3329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2515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38" grpId="0"/>
      <p:bldP spid="10" grpId="0" animBg="1"/>
      <p:bldP spid="36" grpId="0" animBg="1"/>
      <p:bldP spid="36" grpId="1" animBg="1"/>
      <p:bldP spid="37" grpId="0" animBg="1"/>
      <p:bldP spid="3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r="-48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Click to </a:t>
                </a:r>
                <a:r>
                  <a:rPr lang="en-GB" b="1" dirty="0" err="1"/>
                  <a:t>Frosketch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𝒔𝒆𝒄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blipFill>
                <a:blip r:embed="rId4"/>
                <a:stretch>
                  <a:fillRect l="-633" t="-4717" r="-633"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blipFill rotWithShape="0">
                <a:blip r:embed="rId8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blipFill rotWithShape="0">
                <a:blip r:embed="rId9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blipFill rotWithShape="0">
                <a:blip r:embed="rId10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18"/>
          <p:cNvSpPr/>
          <p:nvPr/>
        </p:nvSpPr>
        <p:spPr>
          <a:xfrm>
            <a:off x="1663547" y="2963537"/>
            <a:ext cx="4572000" cy="1918156"/>
          </a:xfrm>
          <a:custGeom>
            <a:avLst/>
            <a:gdLst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60145 w 4572000"/>
              <a:gd name="connsiteY11" fmla="*/ 1057620 h 1918156"/>
              <a:gd name="connsiteX12" fmla="*/ 3415229 w 4572000"/>
              <a:gd name="connsiteY12" fmla="*/ 881350 h 1918156"/>
              <a:gd name="connsiteX13" fmla="*/ 3745735 w 4572000"/>
              <a:gd name="connsiteY13" fmla="*/ 396608 h 1918156"/>
              <a:gd name="connsiteX14" fmla="*/ 4043190 w 4572000"/>
              <a:gd name="connsiteY14" fmla="*/ 187287 h 1918156"/>
              <a:gd name="connsiteX15" fmla="*/ 4572000 w 4572000"/>
              <a:gd name="connsiteY15" fmla="*/ 66102 h 1918156"/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60145 w 4572000"/>
              <a:gd name="connsiteY11" fmla="*/ 1057620 h 1918156"/>
              <a:gd name="connsiteX12" fmla="*/ 3745735 w 4572000"/>
              <a:gd name="connsiteY12" fmla="*/ 396608 h 1918156"/>
              <a:gd name="connsiteX13" fmla="*/ 4043190 w 4572000"/>
              <a:gd name="connsiteY13" fmla="*/ 187287 h 1918156"/>
              <a:gd name="connsiteX14" fmla="*/ 4572000 w 4572000"/>
              <a:gd name="connsiteY14" fmla="*/ 66102 h 1918156"/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27095 w 4572000"/>
              <a:gd name="connsiteY11" fmla="*/ 958468 h 1918156"/>
              <a:gd name="connsiteX12" fmla="*/ 3745735 w 4572000"/>
              <a:gd name="connsiteY12" fmla="*/ 396608 h 1918156"/>
              <a:gd name="connsiteX13" fmla="*/ 4043190 w 4572000"/>
              <a:gd name="connsiteY13" fmla="*/ 187287 h 1918156"/>
              <a:gd name="connsiteX14" fmla="*/ 4572000 w 4572000"/>
              <a:gd name="connsiteY14" fmla="*/ 66102 h 191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72000" h="1918156">
                <a:moveTo>
                  <a:pt x="0" y="0"/>
                </a:moveTo>
                <a:cubicBezTo>
                  <a:pt x="64265" y="6427"/>
                  <a:pt x="128530" y="12854"/>
                  <a:pt x="220337" y="44068"/>
                </a:cubicBezTo>
                <a:cubicBezTo>
                  <a:pt x="312144" y="75282"/>
                  <a:pt x="446183" y="121186"/>
                  <a:pt x="550843" y="187287"/>
                </a:cubicBezTo>
                <a:cubicBezTo>
                  <a:pt x="655503" y="253388"/>
                  <a:pt x="756492" y="319490"/>
                  <a:pt x="848299" y="440675"/>
                </a:cubicBezTo>
                <a:cubicBezTo>
                  <a:pt x="940106" y="561860"/>
                  <a:pt x="1041094" y="787706"/>
                  <a:pt x="1101687" y="914400"/>
                </a:cubicBezTo>
                <a:cubicBezTo>
                  <a:pt x="1162280" y="1041094"/>
                  <a:pt x="1143918" y="1070473"/>
                  <a:pt x="1211855" y="1200839"/>
                </a:cubicBezTo>
                <a:cubicBezTo>
                  <a:pt x="1279792" y="1331205"/>
                  <a:pt x="1411995" y="1584593"/>
                  <a:pt x="1509311" y="1696598"/>
                </a:cubicBezTo>
                <a:cubicBezTo>
                  <a:pt x="1606627" y="1808603"/>
                  <a:pt x="1678236" y="1836145"/>
                  <a:pt x="1795749" y="1872868"/>
                </a:cubicBezTo>
                <a:cubicBezTo>
                  <a:pt x="1913262" y="1909591"/>
                  <a:pt x="2074843" y="1922444"/>
                  <a:pt x="2214390" y="1916935"/>
                </a:cubicBezTo>
                <a:cubicBezTo>
                  <a:pt x="2353937" y="1911426"/>
                  <a:pt x="2500829" y="1909590"/>
                  <a:pt x="2633031" y="1839817"/>
                </a:cubicBezTo>
                <a:cubicBezTo>
                  <a:pt x="2765233" y="1770044"/>
                  <a:pt x="2891928" y="1645185"/>
                  <a:pt x="3007605" y="1498294"/>
                </a:cubicBezTo>
                <a:cubicBezTo>
                  <a:pt x="3123282" y="1351403"/>
                  <a:pt x="3204073" y="1142082"/>
                  <a:pt x="3327095" y="958468"/>
                </a:cubicBezTo>
                <a:cubicBezTo>
                  <a:pt x="3450117" y="774854"/>
                  <a:pt x="3626386" y="525138"/>
                  <a:pt x="3745735" y="396608"/>
                </a:cubicBezTo>
                <a:cubicBezTo>
                  <a:pt x="3865084" y="268078"/>
                  <a:pt x="3905479" y="242371"/>
                  <a:pt x="4043190" y="187287"/>
                </a:cubicBezTo>
                <a:cubicBezTo>
                  <a:pt x="4180901" y="132203"/>
                  <a:pt x="4376450" y="99152"/>
                  <a:pt x="4572000" y="6610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/>
          <p:cNvGrpSpPr/>
          <p:nvPr/>
        </p:nvGrpSpPr>
        <p:grpSpPr>
          <a:xfrm>
            <a:off x="1674564" y="1344198"/>
            <a:ext cx="4527932" cy="5067619"/>
            <a:chOff x="1674564" y="1344198"/>
            <a:chExt cx="4527932" cy="5067619"/>
          </a:xfrm>
        </p:grpSpPr>
        <p:cxnSp>
          <p:nvCxnSpPr>
            <p:cNvPr id="20" name="Straight Connector 19"/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 rot="3375269">
                  <a:off x="4801436" y="1944165"/>
                  <a:ext cx="15692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375269">
                  <a:off x="4801436" y="1944165"/>
                  <a:ext cx="1569265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20141252">
                <a:off x="5149531" y="3275107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41252">
                <a:off x="5149531" y="3275107"/>
                <a:ext cx="1146682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D5F44E-04E8-457B-BE40-CB896240922A}"/>
                  </a:ext>
                </a:extLst>
              </p:cNvPr>
              <p:cNvSpPr txBox="1"/>
              <p:nvPr/>
            </p:nvSpPr>
            <p:spPr>
              <a:xfrm>
                <a:off x="5419288" y="4785408"/>
                <a:ext cx="3590488" cy="76104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≠±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,±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Range: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≤1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D5F44E-04E8-457B-BE40-CB8962409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288" y="4785408"/>
                <a:ext cx="3590488" cy="761042"/>
              </a:xfrm>
              <a:prstGeom prst="rect">
                <a:avLst/>
              </a:prstGeom>
              <a:blipFill>
                <a:blip r:embed="rId13"/>
                <a:stretch>
                  <a:fillRect l="-1180" b="-100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93DFF13-A53C-431F-9818-ADACC9D377DC}"/>
              </a:ext>
            </a:extLst>
          </p:cNvPr>
          <p:cNvSpPr/>
          <p:nvPr/>
        </p:nvSpPr>
        <p:spPr>
          <a:xfrm>
            <a:off x="6389557" y="4815281"/>
            <a:ext cx="2494383" cy="4070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5382F5-548F-4B34-8031-78A4848E4DBC}"/>
              </a:ext>
            </a:extLst>
          </p:cNvPr>
          <p:cNvSpPr/>
          <p:nvPr/>
        </p:nvSpPr>
        <p:spPr>
          <a:xfrm>
            <a:off x="6389557" y="5236770"/>
            <a:ext cx="2487743" cy="3061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605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29" grpId="1" animBg="1"/>
      <p:bldP spid="30" grpId="0" animBg="1"/>
      <p:bldP spid="3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023638" y="962605"/>
                <a:ext cx="1872208" cy="59200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Click to </a:t>
                </a:r>
                <a:r>
                  <a:rPr lang="en-GB" b="1" dirty="0" err="1"/>
                  <a:t>Brosketch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𝒄𝒐𝒕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638" y="962605"/>
                <a:ext cx="1872208" cy="592007"/>
              </a:xfrm>
              <a:prstGeom prst="rect">
                <a:avLst/>
              </a:prstGeom>
              <a:blipFill>
                <a:blip r:embed="rId13"/>
                <a:stretch>
                  <a:fillRect l="-1266" t="-4673" r="-1266" b="-2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blipFill rotWithShape="0">
                <a:blip r:embed="rId7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blipFill rotWithShape="0">
                <a:blip r:embed="rId8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19586162">
                <a:off x="3309974" y="3482460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86162">
                <a:off x="3309974" y="3482460"/>
                <a:ext cx="1146682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821010" y="1337976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4939559" y="1337976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1663547" y="1366092"/>
            <a:ext cx="1101687" cy="2478795"/>
          </a:xfrm>
          <a:custGeom>
            <a:avLst/>
            <a:gdLst>
              <a:gd name="connsiteX0" fmla="*/ 0 w 1101687"/>
              <a:gd name="connsiteY0" fmla="*/ 2478795 h 2478795"/>
              <a:gd name="connsiteX1" fmla="*/ 396607 w 1101687"/>
              <a:gd name="connsiteY1" fmla="*/ 2203373 h 2478795"/>
              <a:gd name="connsiteX2" fmla="*/ 738130 w 1101687"/>
              <a:gd name="connsiteY2" fmla="*/ 1784732 h 2478795"/>
              <a:gd name="connsiteX3" fmla="*/ 969484 w 1101687"/>
              <a:gd name="connsiteY3" fmla="*/ 1101686 h 2478795"/>
              <a:gd name="connsiteX4" fmla="*/ 1079653 w 1101687"/>
              <a:gd name="connsiteY4" fmla="*/ 297455 h 2478795"/>
              <a:gd name="connsiteX5" fmla="*/ 1101687 w 1101687"/>
              <a:gd name="connsiteY5" fmla="*/ 0 h 247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87" h="2478795">
                <a:moveTo>
                  <a:pt x="0" y="2478795"/>
                </a:moveTo>
                <a:cubicBezTo>
                  <a:pt x="136792" y="2398922"/>
                  <a:pt x="273585" y="2319050"/>
                  <a:pt x="396607" y="2203373"/>
                </a:cubicBezTo>
                <a:cubicBezTo>
                  <a:pt x="519629" y="2087696"/>
                  <a:pt x="642651" y="1968346"/>
                  <a:pt x="738130" y="1784732"/>
                </a:cubicBezTo>
                <a:cubicBezTo>
                  <a:pt x="833609" y="1601118"/>
                  <a:pt x="912564" y="1349565"/>
                  <a:pt x="969484" y="1101686"/>
                </a:cubicBezTo>
                <a:cubicBezTo>
                  <a:pt x="1026404" y="853807"/>
                  <a:pt x="1057619" y="481069"/>
                  <a:pt x="1079653" y="297455"/>
                </a:cubicBezTo>
                <a:cubicBezTo>
                  <a:pt x="1101687" y="113841"/>
                  <a:pt x="1101687" y="56920"/>
                  <a:pt x="110168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>
            <a:off x="2853369" y="1344058"/>
            <a:ext cx="2049137" cy="4759287"/>
          </a:xfrm>
          <a:custGeom>
            <a:avLst/>
            <a:gdLst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43209 w 2071171"/>
              <a:gd name="connsiteY5" fmla="*/ 2060154 h 4583017"/>
              <a:gd name="connsiteX6" fmla="*/ 1773715 w 2071171"/>
              <a:gd name="connsiteY6" fmla="*/ 1718631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73715 w 2071171"/>
              <a:gd name="connsiteY6" fmla="*/ 1718631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29648 w 2071171"/>
              <a:gd name="connsiteY6" fmla="*/ 1685580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29648 w 2071171"/>
              <a:gd name="connsiteY6" fmla="*/ 1685580 h 4583017"/>
              <a:gd name="connsiteX7" fmla="*/ 1994052 w 2071171"/>
              <a:gd name="connsiteY7" fmla="*/ 672029 h 4583017"/>
              <a:gd name="connsiteX8" fmla="*/ 2071171 w 2071171"/>
              <a:gd name="connsiteY8" fmla="*/ 0 h 4583017"/>
              <a:gd name="connsiteX0" fmla="*/ 0 w 2071171"/>
              <a:gd name="connsiteY0" fmla="*/ 4836405 h 4836405"/>
              <a:gd name="connsiteX1" fmla="*/ 132202 w 2071171"/>
              <a:gd name="connsiteY1" fmla="*/ 4010140 h 4836405"/>
              <a:gd name="connsiteX2" fmla="*/ 385590 w 2071171"/>
              <a:gd name="connsiteY2" fmla="*/ 3238959 h 4836405"/>
              <a:gd name="connsiteX3" fmla="*/ 727113 w 2071171"/>
              <a:gd name="connsiteY3" fmla="*/ 2831335 h 4836405"/>
              <a:gd name="connsiteX4" fmla="*/ 1057619 w 2071171"/>
              <a:gd name="connsiteY4" fmla="*/ 2599980 h 4836405"/>
              <a:gd name="connsiteX5" fmla="*/ 1421176 w 2071171"/>
              <a:gd name="connsiteY5" fmla="*/ 2302525 h 4836405"/>
              <a:gd name="connsiteX6" fmla="*/ 1729648 w 2071171"/>
              <a:gd name="connsiteY6" fmla="*/ 1938968 h 4836405"/>
              <a:gd name="connsiteX7" fmla="*/ 1994052 w 2071171"/>
              <a:gd name="connsiteY7" fmla="*/ 925417 h 4836405"/>
              <a:gd name="connsiteX8" fmla="*/ 2071171 w 2071171"/>
              <a:gd name="connsiteY8" fmla="*/ 0 h 4836405"/>
              <a:gd name="connsiteX0" fmla="*/ 0 w 2071171"/>
              <a:gd name="connsiteY0" fmla="*/ 4836405 h 4836405"/>
              <a:gd name="connsiteX1" fmla="*/ 132202 w 2071171"/>
              <a:gd name="connsiteY1" fmla="*/ 4010140 h 4836405"/>
              <a:gd name="connsiteX2" fmla="*/ 385590 w 2071171"/>
              <a:gd name="connsiteY2" fmla="*/ 3238959 h 4836405"/>
              <a:gd name="connsiteX3" fmla="*/ 727113 w 2071171"/>
              <a:gd name="connsiteY3" fmla="*/ 2831335 h 4836405"/>
              <a:gd name="connsiteX4" fmla="*/ 1057619 w 2071171"/>
              <a:gd name="connsiteY4" fmla="*/ 2599980 h 4836405"/>
              <a:gd name="connsiteX5" fmla="*/ 1421176 w 2071171"/>
              <a:gd name="connsiteY5" fmla="*/ 2302525 h 4836405"/>
              <a:gd name="connsiteX6" fmla="*/ 1729648 w 2071171"/>
              <a:gd name="connsiteY6" fmla="*/ 1938968 h 4836405"/>
              <a:gd name="connsiteX7" fmla="*/ 1961001 w 2071171"/>
              <a:gd name="connsiteY7" fmla="*/ 991518 h 4836405"/>
              <a:gd name="connsiteX8" fmla="*/ 2071171 w 2071171"/>
              <a:gd name="connsiteY8" fmla="*/ 0 h 4836405"/>
              <a:gd name="connsiteX0" fmla="*/ 0 w 2049137"/>
              <a:gd name="connsiteY0" fmla="*/ 4759287 h 4759287"/>
              <a:gd name="connsiteX1" fmla="*/ 132202 w 2049137"/>
              <a:gd name="connsiteY1" fmla="*/ 3933022 h 4759287"/>
              <a:gd name="connsiteX2" fmla="*/ 385590 w 2049137"/>
              <a:gd name="connsiteY2" fmla="*/ 3161841 h 4759287"/>
              <a:gd name="connsiteX3" fmla="*/ 727113 w 2049137"/>
              <a:gd name="connsiteY3" fmla="*/ 2754217 h 4759287"/>
              <a:gd name="connsiteX4" fmla="*/ 1057619 w 2049137"/>
              <a:gd name="connsiteY4" fmla="*/ 2522862 h 4759287"/>
              <a:gd name="connsiteX5" fmla="*/ 1421176 w 2049137"/>
              <a:gd name="connsiteY5" fmla="*/ 2225407 h 4759287"/>
              <a:gd name="connsiteX6" fmla="*/ 1729648 w 2049137"/>
              <a:gd name="connsiteY6" fmla="*/ 1861850 h 4759287"/>
              <a:gd name="connsiteX7" fmla="*/ 1961001 w 2049137"/>
              <a:gd name="connsiteY7" fmla="*/ 914400 h 4759287"/>
              <a:gd name="connsiteX8" fmla="*/ 2049137 w 2049137"/>
              <a:gd name="connsiteY8" fmla="*/ 0 h 475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9137" h="4759287">
                <a:moveTo>
                  <a:pt x="0" y="4759287"/>
                </a:moveTo>
                <a:cubicBezTo>
                  <a:pt x="33968" y="4479275"/>
                  <a:pt x="67937" y="4199263"/>
                  <a:pt x="132202" y="3933022"/>
                </a:cubicBezTo>
                <a:cubicBezTo>
                  <a:pt x="196467" y="3666781"/>
                  <a:pt x="286438" y="3358308"/>
                  <a:pt x="385590" y="3161841"/>
                </a:cubicBezTo>
                <a:cubicBezTo>
                  <a:pt x="484742" y="2965374"/>
                  <a:pt x="615108" y="2860713"/>
                  <a:pt x="727113" y="2754217"/>
                </a:cubicBezTo>
                <a:cubicBezTo>
                  <a:pt x="839118" y="2647721"/>
                  <a:pt x="941942" y="2610997"/>
                  <a:pt x="1057619" y="2522862"/>
                </a:cubicBezTo>
                <a:cubicBezTo>
                  <a:pt x="1173296" y="2434727"/>
                  <a:pt x="1309171" y="2335576"/>
                  <a:pt x="1421176" y="2225407"/>
                </a:cubicBezTo>
                <a:cubicBezTo>
                  <a:pt x="1533181" y="2115238"/>
                  <a:pt x="1639677" y="2080351"/>
                  <a:pt x="1729648" y="1861850"/>
                </a:cubicBezTo>
                <a:cubicBezTo>
                  <a:pt x="1819619" y="1643349"/>
                  <a:pt x="1907753" y="1224708"/>
                  <a:pt x="1961001" y="914400"/>
                </a:cubicBezTo>
                <a:cubicBezTo>
                  <a:pt x="2014249" y="604092"/>
                  <a:pt x="2046382" y="484742"/>
                  <a:pt x="204913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 17"/>
          <p:cNvSpPr/>
          <p:nvPr/>
        </p:nvSpPr>
        <p:spPr>
          <a:xfrm>
            <a:off x="4990641" y="3866920"/>
            <a:ext cx="1167788" cy="2357610"/>
          </a:xfrm>
          <a:custGeom>
            <a:avLst/>
            <a:gdLst>
              <a:gd name="connsiteX0" fmla="*/ 0 w 1167788"/>
              <a:gd name="connsiteY0" fmla="*/ 2357610 h 2357610"/>
              <a:gd name="connsiteX1" fmla="*/ 66101 w 1167788"/>
              <a:gd name="connsiteY1" fmla="*/ 1531345 h 2357610"/>
              <a:gd name="connsiteX2" fmla="*/ 220337 w 1167788"/>
              <a:gd name="connsiteY2" fmla="*/ 925417 h 2357610"/>
              <a:gd name="connsiteX3" fmla="*/ 683046 w 1167788"/>
              <a:gd name="connsiteY3" fmla="*/ 407625 h 2357610"/>
              <a:gd name="connsiteX4" fmla="*/ 1167788 w 1167788"/>
              <a:gd name="connsiteY4" fmla="*/ 0 h 2357610"/>
              <a:gd name="connsiteX0" fmla="*/ 0 w 1167788"/>
              <a:gd name="connsiteY0" fmla="*/ 2357610 h 2357610"/>
              <a:gd name="connsiteX1" fmla="*/ 66101 w 1167788"/>
              <a:gd name="connsiteY1" fmla="*/ 1531345 h 2357610"/>
              <a:gd name="connsiteX2" fmla="*/ 220337 w 1167788"/>
              <a:gd name="connsiteY2" fmla="*/ 925417 h 2357610"/>
              <a:gd name="connsiteX3" fmla="*/ 649995 w 1167788"/>
              <a:gd name="connsiteY3" fmla="*/ 374575 h 2357610"/>
              <a:gd name="connsiteX4" fmla="*/ 1167788 w 1167788"/>
              <a:gd name="connsiteY4" fmla="*/ 0 h 23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7788" h="2357610">
                <a:moveTo>
                  <a:pt x="0" y="2357610"/>
                </a:moveTo>
                <a:cubicBezTo>
                  <a:pt x="14689" y="2063827"/>
                  <a:pt x="29378" y="1770044"/>
                  <a:pt x="66101" y="1531345"/>
                </a:cubicBezTo>
                <a:cubicBezTo>
                  <a:pt x="102824" y="1292646"/>
                  <a:pt x="123021" y="1118212"/>
                  <a:pt x="220337" y="925417"/>
                </a:cubicBezTo>
                <a:cubicBezTo>
                  <a:pt x="317653" y="732622"/>
                  <a:pt x="492087" y="528811"/>
                  <a:pt x="649995" y="374575"/>
                </a:cubicBezTo>
                <a:cubicBezTo>
                  <a:pt x="807903" y="220339"/>
                  <a:pt x="1004371" y="126694"/>
                  <a:pt x="1167788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5" name="Group 34"/>
          <p:cNvGrpSpPr/>
          <p:nvPr/>
        </p:nvGrpSpPr>
        <p:grpSpPr>
          <a:xfrm>
            <a:off x="1729648" y="1351126"/>
            <a:ext cx="4422161" cy="4991528"/>
            <a:chOff x="1729648" y="1351126"/>
            <a:chExt cx="4422161" cy="4991528"/>
          </a:xfrm>
        </p:grpSpPr>
        <p:cxnSp>
          <p:nvCxnSpPr>
            <p:cNvPr id="30" name="Straight Connector 29"/>
            <p:cNvCxnSpPr/>
            <p:nvPr/>
          </p:nvCxnSpPr>
          <p:spPr>
            <a:xfrm flipV="1">
              <a:off x="3925009" y="135112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6138568" y="13855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2" name="Freeform 31"/>
            <p:cNvSpPr/>
            <p:nvPr/>
          </p:nvSpPr>
          <p:spPr>
            <a:xfrm>
              <a:off x="1729648" y="1410159"/>
              <a:ext cx="2159306" cy="4836405"/>
            </a:xfrm>
            <a:custGeom>
              <a:avLst/>
              <a:gdLst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550844 w 2159306"/>
                <a:gd name="connsiteY3" fmla="*/ 2027104 h 4836405"/>
                <a:gd name="connsiteX4" fmla="*/ 1090670 w 2159306"/>
                <a:gd name="connsiteY4" fmla="*/ 2445745 h 4836405"/>
                <a:gd name="connsiteX5" fmla="*/ 1630497 w 2159306"/>
                <a:gd name="connsiteY5" fmla="*/ 2930487 h 4836405"/>
                <a:gd name="connsiteX6" fmla="*/ 2038121 w 2159306"/>
                <a:gd name="connsiteY6" fmla="*/ 3723701 h 4836405"/>
                <a:gd name="connsiteX7" fmla="*/ 2159306 w 2159306"/>
                <a:gd name="connsiteY7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96607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306" h="4836405">
                  <a:moveTo>
                    <a:pt x="0" y="0"/>
                  </a:moveTo>
                  <a:cubicBezTo>
                    <a:pt x="33051" y="379164"/>
                    <a:pt x="55085" y="758328"/>
                    <a:pt x="121186" y="1057619"/>
                  </a:cubicBezTo>
                  <a:cubicBezTo>
                    <a:pt x="187287" y="1356911"/>
                    <a:pt x="235026" y="1564395"/>
                    <a:pt x="396607" y="1795749"/>
                  </a:cubicBezTo>
                  <a:cubicBezTo>
                    <a:pt x="558188" y="2027103"/>
                    <a:pt x="885022" y="2256622"/>
                    <a:pt x="1090670" y="2445745"/>
                  </a:cubicBezTo>
                  <a:cubicBezTo>
                    <a:pt x="1296318" y="2634868"/>
                    <a:pt x="1472588" y="2717494"/>
                    <a:pt x="1630497" y="2930487"/>
                  </a:cubicBezTo>
                  <a:cubicBezTo>
                    <a:pt x="1788406" y="3143480"/>
                    <a:pt x="1949986" y="3406048"/>
                    <a:pt x="2038121" y="3723701"/>
                  </a:cubicBezTo>
                  <a:cubicBezTo>
                    <a:pt x="2126256" y="4041354"/>
                    <a:pt x="2142781" y="4438879"/>
                    <a:pt x="2159306" y="483640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986215" y="1398313"/>
              <a:ext cx="2084079" cy="4836405"/>
            </a:xfrm>
            <a:custGeom>
              <a:avLst/>
              <a:gdLst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550844 w 2159306"/>
                <a:gd name="connsiteY3" fmla="*/ 2027104 h 4836405"/>
                <a:gd name="connsiteX4" fmla="*/ 1090670 w 2159306"/>
                <a:gd name="connsiteY4" fmla="*/ 2445745 h 4836405"/>
                <a:gd name="connsiteX5" fmla="*/ 1630497 w 2159306"/>
                <a:gd name="connsiteY5" fmla="*/ 2930487 h 4836405"/>
                <a:gd name="connsiteX6" fmla="*/ 2038121 w 2159306"/>
                <a:gd name="connsiteY6" fmla="*/ 3723701 h 4836405"/>
                <a:gd name="connsiteX7" fmla="*/ 2159306 w 2159306"/>
                <a:gd name="connsiteY7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96607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306" h="4836405">
                  <a:moveTo>
                    <a:pt x="0" y="0"/>
                  </a:moveTo>
                  <a:cubicBezTo>
                    <a:pt x="33051" y="379164"/>
                    <a:pt x="55085" y="758328"/>
                    <a:pt x="121186" y="1057619"/>
                  </a:cubicBezTo>
                  <a:cubicBezTo>
                    <a:pt x="187287" y="1356911"/>
                    <a:pt x="235026" y="1564395"/>
                    <a:pt x="396607" y="1795749"/>
                  </a:cubicBezTo>
                  <a:cubicBezTo>
                    <a:pt x="558188" y="2027103"/>
                    <a:pt x="885022" y="2256622"/>
                    <a:pt x="1090670" y="2445745"/>
                  </a:cubicBezTo>
                  <a:cubicBezTo>
                    <a:pt x="1296318" y="2634868"/>
                    <a:pt x="1472588" y="2717494"/>
                    <a:pt x="1630497" y="2930487"/>
                  </a:cubicBezTo>
                  <a:cubicBezTo>
                    <a:pt x="1788406" y="3143480"/>
                    <a:pt x="1949986" y="3406048"/>
                    <a:pt x="2038121" y="3723701"/>
                  </a:cubicBezTo>
                  <a:cubicBezTo>
                    <a:pt x="2126256" y="4041354"/>
                    <a:pt x="2142781" y="4438879"/>
                    <a:pt x="2159306" y="483640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 rot="2477860">
                  <a:off x="4337356" y="3482460"/>
                  <a:ext cx="15692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𝐜𝐨𝐭</m:t>
                            </m:r>
                          </m:fName>
                          <m:e>
                            <m: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477860">
                  <a:off x="4337356" y="3482460"/>
                  <a:ext cx="1569265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10E78-A8D1-4BB6-93EA-54CC50132A2A}"/>
                  </a:ext>
                </a:extLst>
              </p:cNvPr>
              <p:cNvSpPr txBox="1"/>
              <p:nvPr/>
            </p:nvSpPr>
            <p:spPr>
              <a:xfrm>
                <a:off x="6453408" y="4336579"/>
                <a:ext cx="2424777" cy="2126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Extra Insight:</a:t>
                </a:r>
                <a:r>
                  <a:rPr lang="en-GB" sz="1400" dirty="0"/>
                  <a:t> We might spot that the graph is </a:t>
                </a:r>
                <a:r>
                  <a:rPr lang="en-GB" sz="1400" b="1" dirty="0"/>
                  <a:t>symmetrical about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sz="1400" dirty="0"/>
                  <a:t>, etc. This is not a coincidence: the ‘proper’ definition of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90°−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,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⁡(60°)</m:t>
                    </m:r>
                  </m:oMath>
                </a14:m>
                <a:r>
                  <a:rPr lang="en-GB" sz="1400" dirty="0"/>
                  <a:t> for example, with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lang="en-GB" sz="1400" dirty="0"/>
                  <a:t> being symmetrical about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10E78-A8D1-4BB6-93EA-54CC50132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408" y="4336579"/>
                <a:ext cx="2424777" cy="2126031"/>
              </a:xfrm>
              <a:prstGeom prst="rect">
                <a:avLst/>
              </a:prstGeom>
              <a:blipFill>
                <a:blip r:embed="rId12"/>
                <a:stretch>
                  <a:fillRect l="-756" t="-287" b="-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63560D-411D-4F53-BD3A-38D951B4FBB3}"/>
                  </a:ext>
                </a:extLst>
              </p:cNvPr>
              <p:cNvSpPr txBox="1"/>
              <p:nvPr/>
            </p:nvSpPr>
            <p:spPr>
              <a:xfrm>
                <a:off x="5702358" y="2158629"/>
                <a:ext cx="319933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Range: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63560D-411D-4F53-BD3A-38D951B4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358" y="2158629"/>
                <a:ext cx="3199334" cy="646331"/>
              </a:xfrm>
              <a:prstGeom prst="rect">
                <a:avLst/>
              </a:prstGeom>
              <a:blipFill>
                <a:blip r:embed="rId14"/>
                <a:stretch>
                  <a:fillRect l="-1134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FE7E2BB4-C43E-4933-B040-9BDD9E4118BD}"/>
              </a:ext>
            </a:extLst>
          </p:cNvPr>
          <p:cNvSpPr/>
          <p:nvPr/>
        </p:nvSpPr>
        <p:spPr>
          <a:xfrm>
            <a:off x="6683835" y="2156078"/>
            <a:ext cx="2106338" cy="3106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32394-27CD-4CAA-A863-F8E58ADFEC39}"/>
              </a:ext>
            </a:extLst>
          </p:cNvPr>
          <p:cNvSpPr/>
          <p:nvPr/>
        </p:nvSpPr>
        <p:spPr>
          <a:xfrm>
            <a:off x="6683835" y="2478071"/>
            <a:ext cx="2106338" cy="3061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550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7" grpId="0"/>
      <p:bldP spid="27" grpId="0" animBg="1"/>
      <p:bldP spid="36" grpId="0" animBg="1"/>
      <p:bldP spid="36" grpId="1" animBg="1"/>
      <p:bldP spid="37" grpId="0" animBg="1"/>
      <p:bldP spid="3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C54EC1-8592-43E9-9505-20EAD33FA6E8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7B87550-3AAD-455F-BB25-483E296917E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1932C41-677C-47A1-885A-EEAF6868C58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A9A22F-6C6E-4C22-9D12-BBD5276D8603}"/>
                  </a:ext>
                </a:extLst>
              </p:cNvPr>
              <p:cNvSpPr txBox="1"/>
              <p:nvPr/>
            </p:nvSpPr>
            <p:spPr>
              <a:xfrm>
                <a:off x="310828" y="807120"/>
                <a:ext cx="8208912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</a:t>
                </a:r>
              </a:p>
              <a:p>
                <a:r>
                  <a:rPr lang="en-GB" dirty="0"/>
                  <a:t>a) 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  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On the same axes, sketch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c) State the number of solutions to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 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A9A22F-6C6E-4C22-9D12-BBD5276D8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8" y="807120"/>
                <a:ext cx="8208912" cy="1200329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9A5D2C-D7A4-447D-B23C-AF7597763504}"/>
              </a:ext>
            </a:extLst>
          </p:cNvPr>
          <p:cNvCxnSpPr/>
          <p:nvPr/>
        </p:nvCxnSpPr>
        <p:spPr>
          <a:xfrm>
            <a:off x="1363267" y="4476639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8165FF-E8CD-4ADF-BD61-CD56BD0723AD}"/>
              </a:ext>
            </a:extLst>
          </p:cNvPr>
          <p:cNvCxnSpPr>
            <a:cxnSpLocks/>
          </p:cNvCxnSpPr>
          <p:nvPr/>
        </p:nvCxnSpPr>
        <p:spPr>
          <a:xfrm flipH="1" flipV="1">
            <a:off x="3670300" y="2590800"/>
            <a:ext cx="2" cy="4013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EB3896-952F-4ADC-9C8A-696504D8A2AC}"/>
                  </a:ext>
                </a:extLst>
              </p:cNvPr>
              <p:cNvSpPr txBox="1"/>
              <p:nvPr/>
            </p:nvSpPr>
            <p:spPr>
              <a:xfrm>
                <a:off x="3502339" y="221120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EB3896-952F-4ADC-9C8A-696504D8A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339" y="2211202"/>
                <a:ext cx="344656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13866B-F575-44A1-82FB-4A4029FB9FE2}"/>
                  </a:ext>
                </a:extLst>
              </p:cNvPr>
              <p:cNvSpPr txBox="1"/>
              <p:nvPr/>
            </p:nvSpPr>
            <p:spPr>
              <a:xfrm>
                <a:off x="6638153" y="4276584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13866B-F575-44A1-82FB-4A4029FB9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153" y="4276584"/>
                <a:ext cx="34465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733B97-25A5-4CD4-A592-43952179489B}"/>
                  </a:ext>
                </a:extLst>
              </p:cNvPr>
              <p:cNvSpPr txBox="1"/>
              <p:nvPr/>
            </p:nvSpPr>
            <p:spPr>
              <a:xfrm>
                <a:off x="3336509" y="346686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733B97-25A5-4CD4-A592-43952179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509" y="3466867"/>
                <a:ext cx="34465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F8633F-153A-4DD0-9894-6C952B4AFB33}"/>
                  </a:ext>
                </a:extLst>
              </p:cNvPr>
              <p:cNvSpPr txBox="1"/>
              <p:nvPr/>
            </p:nvSpPr>
            <p:spPr>
              <a:xfrm>
                <a:off x="3189799" y="533472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F8633F-153A-4DD0-9894-6C952B4AF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9" y="5334727"/>
                <a:ext cx="344656" cy="400110"/>
              </a:xfrm>
              <a:prstGeom prst="rect">
                <a:avLst/>
              </a:prstGeom>
              <a:blipFill>
                <a:blip r:embed="rId6"/>
                <a:stretch>
                  <a:fillRect r="-473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EF2785-AC81-43F4-B35E-46D314BE2898}"/>
                  </a:ext>
                </a:extLst>
              </p:cNvPr>
              <p:cNvSpPr txBox="1"/>
              <p:nvPr/>
            </p:nvSpPr>
            <p:spPr>
              <a:xfrm>
                <a:off x="1289166" y="4511489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EF2785-AC81-43F4-B35E-46D314BE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66" y="4511489"/>
                <a:ext cx="344656" cy="400110"/>
              </a:xfrm>
              <a:prstGeom prst="rect">
                <a:avLst/>
              </a:prstGeom>
              <a:blipFill>
                <a:blip r:embed="rId7"/>
                <a:stretch>
                  <a:fillRect r="-438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161056-4090-45D0-B19E-AA7D033A38FC}"/>
                  </a:ext>
                </a:extLst>
              </p:cNvPr>
              <p:cNvSpPr txBox="1"/>
              <p:nvPr/>
            </p:nvSpPr>
            <p:spPr>
              <a:xfrm>
                <a:off x="5721859" y="4508299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161056-4090-45D0-B19E-AA7D033A3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59" y="4508299"/>
                <a:ext cx="34465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F8CC6F-3C85-42D2-8515-DEFCC4BCD994}"/>
                  </a:ext>
                </a:extLst>
              </p:cNvPr>
              <p:cNvSpPr txBox="1"/>
              <p:nvPr/>
            </p:nvSpPr>
            <p:spPr>
              <a:xfrm>
                <a:off x="2150979" y="4432209"/>
                <a:ext cx="584051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F8CC6F-3C85-42D2-8515-DEFCC4BCD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979" y="4432209"/>
                <a:ext cx="584051" cy="668516"/>
              </a:xfrm>
              <a:prstGeom prst="rect">
                <a:avLst/>
              </a:prstGeom>
              <a:blipFill>
                <a:blip r:embed="rId9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8020ED-85AE-451D-839F-7042825CE7EB}"/>
                  </a:ext>
                </a:extLst>
              </p:cNvPr>
              <p:cNvSpPr txBox="1"/>
              <p:nvPr/>
            </p:nvSpPr>
            <p:spPr>
              <a:xfrm>
                <a:off x="4476031" y="4439829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8020ED-85AE-451D-839F-7042825C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031" y="4439829"/>
                <a:ext cx="344656" cy="668516"/>
              </a:xfrm>
              <a:prstGeom prst="rect">
                <a:avLst/>
              </a:prstGeom>
              <a:blipFill>
                <a:blip r:embed="rId10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30">
            <a:extLst>
              <a:ext uri="{FF2B5EF4-FFF2-40B4-BE49-F238E27FC236}">
                <a16:creationId xmlns:a16="http://schemas.microsoft.com/office/drawing/2014/main" id="{B5F9197F-C854-41CF-AF27-AE0ED33D96A3}"/>
              </a:ext>
            </a:extLst>
          </p:cNvPr>
          <p:cNvSpPr/>
          <p:nvPr/>
        </p:nvSpPr>
        <p:spPr>
          <a:xfrm>
            <a:off x="3733800" y="2610938"/>
            <a:ext cx="2105887" cy="1084762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33">
            <a:extLst>
              <a:ext uri="{FF2B5EF4-FFF2-40B4-BE49-F238E27FC236}">
                <a16:creationId xmlns:a16="http://schemas.microsoft.com/office/drawing/2014/main" id="{A2B9D317-3B08-404E-9211-177CE706DCAC}"/>
              </a:ext>
            </a:extLst>
          </p:cNvPr>
          <p:cNvSpPr/>
          <p:nvPr/>
        </p:nvSpPr>
        <p:spPr>
          <a:xfrm rot="10800000">
            <a:off x="1449673" y="5503019"/>
            <a:ext cx="2137273" cy="1139081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F33CA8-2734-41FE-8500-4F54CDD78972}"/>
                  </a:ext>
                </a:extLst>
              </p:cNvPr>
              <p:cNvSpPr txBox="1"/>
              <p:nvPr/>
            </p:nvSpPr>
            <p:spPr>
              <a:xfrm>
                <a:off x="5685727" y="2640819"/>
                <a:ext cx="15692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cosec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F33CA8-2734-41FE-8500-4F54CDD78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727" y="2640819"/>
                <a:ext cx="1569265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376F0C-921E-4C65-9B78-D7E382EC994D}"/>
              </a:ext>
            </a:extLst>
          </p:cNvPr>
          <p:cNvCxnSpPr>
            <a:cxnSpLocks/>
          </p:cNvCxnSpPr>
          <p:nvPr/>
        </p:nvCxnSpPr>
        <p:spPr>
          <a:xfrm flipV="1">
            <a:off x="1480457" y="3512457"/>
            <a:ext cx="4426857" cy="19158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E11F1C-B4E0-4CCD-A2BB-2B17774F1BEE}"/>
                  </a:ext>
                </a:extLst>
              </p:cNvPr>
              <p:cNvSpPr txBox="1"/>
              <p:nvPr/>
            </p:nvSpPr>
            <p:spPr>
              <a:xfrm>
                <a:off x="5871008" y="3222757"/>
                <a:ext cx="9942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E11F1C-B4E0-4CCD-A2BB-2B17774F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008" y="3222757"/>
                <a:ext cx="994249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485632-9A4D-44BB-98F8-C7FEBC9AC8FB}"/>
                  </a:ext>
                </a:extLst>
              </p:cNvPr>
              <p:cNvSpPr txBox="1"/>
              <p:nvPr/>
            </p:nvSpPr>
            <p:spPr>
              <a:xfrm>
                <a:off x="5167085" y="5029927"/>
                <a:ext cx="317862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𝒄𝒐𝒔𝒆𝒄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𝒄𝒐𝒔𝒆𝒄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The lines do not intersect for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b="1" dirty="0"/>
                  <a:t> so there are no solutions.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485632-9A4D-44BB-98F8-C7FEBC9A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085" y="5029927"/>
                <a:ext cx="3178629" cy="1477328"/>
              </a:xfrm>
              <a:prstGeom prst="rect">
                <a:avLst/>
              </a:prstGeom>
              <a:blipFill>
                <a:blip r:embed="rId14"/>
                <a:stretch>
                  <a:fillRect l="-1727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63DFA95F-F0C4-49E3-967E-8C59A8AB72E9}"/>
              </a:ext>
            </a:extLst>
          </p:cNvPr>
          <p:cNvSpPr/>
          <p:nvPr/>
        </p:nvSpPr>
        <p:spPr>
          <a:xfrm>
            <a:off x="283624" y="2018666"/>
            <a:ext cx="8236115" cy="46234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814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FAF21B-2883-43E7-B31C-B260A667FB88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BF09E9A-DA61-4771-877D-B8884547BA1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889741F-8A53-4D3D-A2F1-4180928B08E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210B55-4837-49AE-853F-57F68CEEAF2F}"/>
                  </a:ext>
                </a:extLst>
              </p:cNvPr>
              <p:cNvSpPr txBox="1"/>
              <p:nvPr/>
            </p:nvSpPr>
            <p:spPr>
              <a:xfrm>
                <a:off x="310828" y="807120"/>
                <a:ext cx="820891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=−1+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210B55-4837-49AE-853F-57F68CEEA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8" y="807120"/>
                <a:ext cx="8208912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177F27-1405-4A6C-9B90-032BA93B1CBB}"/>
              </a:ext>
            </a:extLst>
          </p:cNvPr>
          <p:cNvCxnSpPr>
            <a:cxnSpLocks/>
          </p:cNvCxnSpPr>
          <p:nvPr/>
        </p:nvCxnSpPr>
        <p:spPr>
          <a:xfrm flipV="1">
            <a:off x="549567" y="2779760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B1D5E3-5EE8-40AC-9D22-367B70BCD81C}"/>
              </a:ext>
            </a:extLst>
          </p:cNvPr>
          <p:cNvCxnSpPr>
            <a:cxnSpLocks/>
          </p:cNvCxnSpPr>
          <p:nvPr/>
        </p:nvCxnSpPr>
        <p:spPr>
          <a:xfrm flipH="1" flipV="1">
            <a:off x="562267" y="1708600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161B20-16C5-4247-8034-4AE2A074F97A}"/>
                  </a:ext>
                </a:extLst>
              </p:cNvPr>
              <p:cNvSpPr txBox="1"/>
              <p:nvPr/>
            </p:nvSpPr>
            <p:spPr>
              <a:xfrm>
                <a:off x="267776" y="2135870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161B20-16C5-4247-8034-4AE2A074F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76" y="2135870"/>
                <a:ext cx="34465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147586-5B3B-4B6E-BA09-67A7FECF298B}"/>
                  </a:ext>
                </a:extLst>
              </p:cNvPr>
              <p:cNvSpPr txBox="1"/>
              <p:nvPr/>
            </p:nvSpPr>
            <p:spPr>
              <a:xfrm>
                <a:off x="392680" y="1419642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147586-5B3B-4B6E-BA09-67A7FECF2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0" y="1419642"/>
                <a:ext cx="34465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155D665-4224-4FE7-8A94-F2884050C645}"/>
              </a:ext>
            </a:extLst>
          </p:cNvPr>
          <p:cNvGrpSpPr/>
          <p:nvPr/>
        </p:nvGrpSpPr>
        <p:grpSpPr>
          <a:xfrm>
            <a:off x="569664" y="1534407"/>
            <a:ext cx="2676099" cy="2580392"/>
            <a:chOff x="1674564" y="1399142"/>
            <a:chExt cx="5857222" cy="50126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75DE75-79DD-4240-A581-993D5AC156B6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EE9E67-27D7-4B27-A592-8E7A267E4146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5F135CC6-ACF9-49A7-BA88-5578FE131349}"/>
                </a:ext>
              </a:extLst>
            </p:cNvPr>
            <p:cNvSpPr/>
            <p:nvPr/>
          </p:nvSpPr>
          <p:spPr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98FBEC7-CF19-4DB6-9B1A-95F7CE9E4816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4DCA44C7-6BC6-41F4-856A-DC362A2F38EE}"/>
                </a:ext>
              </a:extLst>
            </p:cNvPr>
            <p:cNvSpPr/>
            <p:nvPr/>
          </p:nvSpPr>
          <p:spPr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41AACE-7E73-4321-94F4-1E2BC566E90A}"/>
                    </a:ext>
                  </a:extLst>
                </p:cNvPr>
                <p:cNvSpPr txBox="1"/>
                <p:nvPr/>
              </p:nvSpPr>
              <p:spPr>
                <a:xfrm>
                  <a:off x="4919741" y="1841651"/>
                  <a:ext cx="2612045" cy="538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2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sz="12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41AACE-7E73-4321-94F4-1E2BC566E9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741" y="1841651"/>
                  <a:ext cx="2612045" cy="5380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A5FD62-8B0A-4DDE-A07C-82F528414EB7}"/>
                  </a:ext>
                </a:extLst>
              </p:cNvPr>
              <p:cNvSpPr txBox="1"/>
              <p:nvPr/>
            </p:nvSpPr>
            <p:spPr>
              <a:xfrm>
                <a:off x="221524" y="3171219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A5FD62-8B0A-4DDE-A07C-82F528414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24" y="3171219"/>
                <a:ext cx="34465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FFF0A0-A190-443F-8D78-E2916DB209AF}"/>
                  </a:ext>
                </a:extLst>
              </p:cNvPr>
              <p:cNvSpPr txBox="1"/>
              <p:nvPr/>
            </p:nvSpPr>
            <p:spPr>
              <a:xfrm>
                <a:off x="3030623" y="2627405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FFF0A0-A190-443F-8D78-E2916DB20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623" y="2627405"/>
                <a:ext cx="34465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30D0FE-CD7D-472E-922C-4C116499D2EB}"/>
                  </a:ext>
                </a:extLst>
              </p:cNvPr>
              <p:cNvSpPr txBox="1"/>
              <p:nvPr/>
            </p:nvSpPr>
            <p:spPr>
              <a:xfrm>
                <a:off x="855933" y="2777994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30D0FE-CD7D-472E-922C-4C116499D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33" y="2777994"/>
                <a:ext cx="344656" cy="276999"/>
              </a:xfrm>
              <a:prstGeom prst="rect">
                <a:avLst/>
              </a:prstGeom>
              <a:blipFill>
                <a:blip r:embed="rId8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89B71A-9062-4D7C-B0E7-5818A2A1C73B}"/>
                  </a:ext>
                </a:extLst>
              </p:cNvPr>
              <p:cNvSpPr txBox="1"/>
              <p:nvPr/>
            </p:nvSpPr>
            <p:spPr>
              <a:xfrm>
                <a:off x="1331828" y="2772287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89B71A-9062-4D7C-B0E7-5818A2A1C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28" y="2772287"/>
                <a:ext cx="344656" cy="276999"/>
              </a:xfrm>
              <a:prstGeom prst="rect">
                <a:avLst/>
              </a:prstGeom>
              <a:blipFill>
                <a:blip r:embed="rId9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A844CD5-17F7-4658-8B24-5FC48479A8C7}"/>
                  </a:ext>
                </a:extLst>
              </p:cNvPr>
              <p:cNvSpPr txBox="1"/>
              <p:nvPr/>
            </p:nvSpPr>
            <p:spPr>
              <a:xfrm>
                <a:off x="1863913" y="2769318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A844CD5-17F7-4658-8B24-5FC48479A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913" y="2769318"/>
                <a:ext cx="344656" cy="276999"/>
              </a:xfrm>
              <a:prstGeom prst="rect">
                <a:avLst/>
              </a:prstGeom>
              <a:blipFill>
                <a:blip r:embed="rId10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8E84FC-FAB9-414B-974D-FC2BF56AE350}"/>
                  </a:ext>
                </a:extLst>
              </p:cNvPr>
              <p:cNvSpPr txBox="1"/>
              <p:nvPr/>
            </p:nvSpPr>
            <p:spPr>
              <a:xfrm>
                <a:off x="2384743" y="2766143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8E84FC-FAB9-414B-974D-FC2BF56AE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743" y="2766143"/>
                <a:ext cx="344656" cy="276999"/>
              </a:xfrm>
              <a:prstGeom prst="rect">
                <a:avLst/>
              </a:prstGeom>
              <a:blipFill>
                <a:blip r:embed="rId11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1DE44D86-E41A-4279-B9D0-E0679446380D}"/>
              </a:ext>
            </a:extLst>
          </p:cNvPr>
          <p:cNvSpPr/>
          <p:nvPr/>
        </p:nvSpPr>
        <p:spPr>
          <a:xfrm>
            <a:off x="3707904" y="2492896"/>
            <a:ext cx="863987" cy="4178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F2EC848-8CD2-486A-B58D-8B60E036316C}"/>
              </a:ext>
            </a:extLst>
          </p:cNvPr>
          <p:cNvCxnSpPr>
            <a:cxnSpLocks/>
          </p:cNvCxnSpPr>
          <p:nvPr/>
        </p:nvCxnSpPr>
        <p:spPr>
          <a:xfrm flipV="1">
            <a:off x="4960390" y="2727768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3BEB06-0370-49AE-99D9-82E48EA2AD99}"/>
              </a:ext>
            </a:extLst>
          </p:cNvPr>
          <p:cNvCxnSpPr>
            <a:cxnSpLocks/>
          </p:cNvCxnSpPr>
          <p:nvPr/>
        </p:nvCxnSpPr>
        <p:spPr>
          <a:xfrm flipH="1" flipV="1">
            <a:off x="4973090" y="1656608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EE06D0-7994-46A0-8EAD-020ED492F8ED}"/>
                  </a:ext>
                </a:extLst>
              </p:cNvPr>
              <p:cNvSpPr txBox="1"/>
              <p:nvPr/>
            </p:nvSpPr>
            <p:spPr>
              <a:xfrm>
                <a:off x="4678599" y="2083878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EE06D0-7994-46A0-8EAD-020ED492F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599" y="2083878"/>
                <a:ext cx="34465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38E088-8ED1-4EC2-A2A8-98099E9C4030}"/>
                  </a:ext>
                </a:extLst>
              </p:cNvPr>
              <p:cNvSpPr txBox="1"/>
              <p:nvPr/>
            </p:nvSpPr>
            <p:spPr>
              <a:xfrm>
                <a:off x="4803503" y="1367650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38E088-8ED1-4EC2-A2A8-98099E9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503" y="1367650"/>
                <a:ext cx="34465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291D9EF-659D-4971-92BB-1008D6ED651C}"/>
              </a:ext>
            </a:extLst>
          </p:cNvPr>
          <p:cNvGrpSpPr/>
          <p:nvPr/>
        </p:nvGrpSpPr>
        <p:grpSpPr>
          <a:xfrm>
            <a:off x="4980488" y="1505544"/>
            <a:ext cx="1235270" cy="2557263"/>
            <a:chOff x="1674564" y="1444073"/>
            <a:chExt cx="5663871" cy="496774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937F6AA-6FDA-41CA-B041-62DE2A947996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42A953-042A-4927-B69D-E946A4BA046A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8A580F9C-851D-432B-A916-D7CCAE626EAD}"/>
                </a:ext>
              </a:extLst>
            </p:cNvPr>
            <p:cNvSpPr/>
            <p:nvPr/>
          </p:nvSpPr>
          <p:spPr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CD34A920-BA46-4ADE-B358-6F6B88524167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00724D0B-1943-405B-9713-ABEC64C56A44}"/>
                </a:ext>
              </a:extLst>
            </p:cNvPr>
            <p:cNvSpPr/>
            <p:nvPr/>
          </p:nvSpPr>
          <p:spPr>
            <a:xfrm rot="10800000">
              <a:off x="5267264" y="1463243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4CCE54-8356-4079-82C4-8F4A082650AA}"/>
                  </a:ext>
                </a:extLst>
              </p:cNvPr>
              <p:cNvSpPr txBox="1"/>
              <p:nvPr/>
            </p:nvSpPr>
            <p:spPr>
              <a:xfrm>
                <a:off x="4632347" y="3119227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4CCE54-8356-4079-82C4-8F4A0826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47" y="3119227"/>
                <a:ext cx="344656" cy="276999"/>
              </a:xfrm>
              <a:prstGeom prst="rect">
                <a:avLst/>
              </a:prstGeom>
              <a:blipFill>
                <a:blip r:embed="rId14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0C8121-8739-4C74-90E1-E67387C8AEEC}"/>
                  </a:ext>
                </a:extLst>
              </p:cNvPr>
              <p:cNvSpPr txBox="1"/>
              <p:nvPr/>
            </p:nvSpPr>
            <p:spPr>
              <a:xfrm>
                <a:off x="7441446" y="2575413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0C8121-8739-4C74-90E1-E67387C8A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446" y="2575413"/>
                <a:ext cx="34465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F5ACF5-8A04-4790-9642-FA3989D88A99}"/>
                  </a:ext>
                </a:extLst>
              </p:cNvPr>
              <p:cNvSpPr txBox="1"/>
              <p:nvPr/>
            </p:nvSpPr>
            <p:spPr>
              <a:xfrm>
                <a:off x="5266756" y="2726002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F5ACF5-8A04-4790-9642-FA3989D88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756" y="2726002"/>
                <a:ext cx="344656" cy="276999"/>
              </a:xfrm>
              <a:prstGeom prst="rect">
                <a:avLst/>
              </a:prstGeom>
              <a:blipFill>
                <a:blip r:embed="rId16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BA6E55-D897-4426-B08A-4297E7188446}"/>
                  </a:ext>
                </a:extLst>
              </p:cNvPr>
              <p:cNvSpPr txBox="1"/>
              <p:nvPr/>
            </p:nvSpPr>
            <p:spPr>
              <a:xfrm>
                <a:off x="5742651" y="2720295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BA6E55-D897-4426-B08A-4297E7188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651" y="2720295"/>
                <a:ext cx="344656" cy="276999"/>
              </a:xfrm>
              <a:prstGeom prst="rect">
                <a:avLst/>
              </a:prstGeom>
              <a:blipFill>
                <a:blip r:embed="rId17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1689188-8451-4FA9-B972-D8E62DC6A845}"/>
                  </a:ext>
                </a:extLst>
              </p:cNvPr>
              <p:cNvSpPr txBox="1"/>
              <p:nvPr/>
            </p:nvSpPr>
            <p:spPr>
              <a:xfrm>
                <a:off x="6274736" y="2717326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1689188-8451-4FA9-B972-D8E62DC6A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36" y="2717326"/>
                <a:ext cx="344656" cy="276999"/>
              </a:xfrm>
              <a:prstGeom prst="rect">
                <a:avLst/>
              </a:prstGeom>
              <a:blipFill>
                <a:blip r:embed="rId18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F0DC43-C4AB-4C10-A37F-1D8561A426BA}"/>
                  </a:ext>
                </a:extLst>
              </p:cNvPr>
              <p:cNvSpPr txBox="1"/>
              <p:nvPr/>
            </p:nvSpPr>
            <p:spPr>
              <a:xfrm>
                <a:off x="6795566" y="2714151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F0DC43-C4AB-4C10-A37F-1D8561A42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566" y="2714151"/>
                <a:ext cx="344656" cy="276999"/>
              </a:xfrm>
              <a:prstGeom prst="rect">
                <a:avLst/>
              </a:prstGeom>
              <a:blipFill>
                <a:blip r:embed="rId19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E396AC2-B006-48B5-921A-040B486B306E}"/>
              </a:ext>
            </a:extLst>
          </p:cNvPr>
          <p:cNvGrpSpPr/>
          <p:nvPr/>
        </p:nvGrpSpPr>
        <p:grpSpPr>
          <a:xfrm>
            <a:off x="6260685" y="1514351"/>
            <a:ext cx="1479666" cy="2580392"/>
            <a:chOff x="2757002" y="1399142"/>
            <a:chExt cx="6784466" cy="501267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3E5182F-8206-4524-9F29-49453F84E135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2952465-EE56-459B-B7CA-E9DCBA555DA9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7151A226-CE8A-4E96-B2DB-19CDCF9E263D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F9600373-2801-44E7-ABAF-2C72E00E3D88}"/>
                </a:ext>
              </a:extLst>
            </p:cNvPr>
            <p:cNvSpPr/>
            <p:nvPr/>
          </p:nvSpPr>
          <p:spPr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E267E68-672E-45C9-A606-E8CD57A64936}"/>
                    </a:ext>
                  </a:extLst>
                </p:cNvPr>
                <p:cNvSpPr txBox="1"/>
                <p:nvPr/>
              </p:nvSpPr>
              <p:spPr>
                <a:xfrm>
                  <a:off x="4919742" y="1841651"/>
                  <a:ext cx="4621726" cy="538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2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sz="12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E267E68-672E-45C9-A606-E8CD57A64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742" y="1841651"/>
                  <a:ext cx="4621726" cy="5380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989D70CB-2D73-4AC5-BDCA-EECDE6B12E16}"/>
              </a:ext>
            </a:extLst>
          </p:cNvPr>
          <p:cNvSpPr/>
          <p:nvPr/>
        </p:nvSpPr>
        <p:spPr>
          <a:xfrm rot="8820941">
            <a:off x="5617422" y="4441940"/>
            <a:ext cx="863987" cy="4178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D830F9B-DED4-43CA-8253-6496EDC8B27A}"/>
              </a:ext>
            </a:extLst>
          </p:cNvPr>
          <p:cNvCxnSpPr>
            <a:cxnSpLocks/>
          </p:cNvCxnSpPr>
          <p:nvPr/>
        </p:nvCxnSpPr>
        <p:spPr>
          <a:xfrm flipV="1">
            <a:off x="2777035" y="5367993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4FE7BB-BDA2-4D75-BB7B-D49D2840744F}"/>
              </a:ext>
            </a:extLst>
          </p:cNvPr>
          <p:cNvCxnSpPr>
            <a:cxnSpLocks/>
          </p:cNvCxnSpPr>
          <p:nvPr/>
        </p:nvCxnSpPr>
        <p:spPr>
          <a:xfrm flipH="1" flipV="1">
            <a:off x="2789735" y="4296833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52D00E-E53A-409F-A82B-0BC15E5950AA}"/>
                  </a:ext>
                </a:extLst>
              </p:cNvPr>
              <p:cNvSpPr txBox="1"/>
              <p:nvPr/>
            </p:nvSpPr>
            <p:spPr>
              <a:xfrm>
                <a:off x="2620148" y="4007875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52D00E-E53A-409F-A82B-0BC15E59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148" y="4007875"/>
                <a:ext cx="344656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3B9F20D3-9016-4180-B469-5F52A4CB7636}"/>
              </a:ext>
            </a:extLst>
          </p:cNvPr>
          <p:cNvGrpSpPr/>
          <p:nvPr/>
        </p:nvGrpSpPr>
        <p:grpSpPr>
          <a:xfrm>
            <a:off x="2768558" y="4145769"/>
            <a:ext cx="1263844" cy="2557263"/>
            <a:chOff x="1543544" y="1444073"/>
            <a:chExt cx="5794886" cy="496774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DE5A03F-427B-4C9B-9AF0-4F5A3BC5CBFB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C5E8821-2BB4-414D-857D-64F23E9B96AC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Freeform 21">
              <a:extLst>
                <a:ext uri="{FF2B5EF4-FFF2-40B4-BE49-F238E27FC236}">
                  <a16:creationId xmlns:a16="http://schemas.microsoft.com/office/drawing/2014/main" id="{946E143B-A8CE-49D0-924A-A8A7F9E8D0C2}"/>
                </a:ext>
              </a:extLst>
            </p:cNvPr>
            <p:cNvSpPr/>
            <p:nvPr/>
          </p:nvSpPr>
          <p:spPr>
            <a:xfrm>
              <a:off x="1543544" y="1627973"/>
              <a:ext cx="1024570" cy="2175699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id="{866932EC-379B-4F78-8E9D-B433B4F12DEF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Freeform 22">
              <a:extLst>
                <a:ext uri="{FF2B5EF4-FFF2-40B4-BE49-F238E27FC236}">
                  <a16:creationId xmlns:a16="http://schemas.microsoft.com/office/drawing/2014/main" id="{696DE579-46BD-4D92-AFF1-39E567E6E606}"/>
                </a:ext>
              </a:extLst>
            </p:cNvPr>
            <p:cNvSpPr/>
            <p:nvPr/>
          </p:nvSpPr>
          <p:spPr>
            <a:xfrm rot="10800000">
              <a:off x="5267259" y="1663148"/>
              <a:ext cx="2071171" cy="2127254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8A4A5A-70E3-4B21-BA1C-189BC6A58264}"/>
                  </a:ext>
                </a:extLst>
              </p:cNvPr>
              <p:cNvSpPr txBox="1"/>
              <p:nvPr/>
            </p:nvSpPr>
            <p:spPr>
              <a:xfrm>
                <a:off x="2448992" y="5759452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8A4A5A-70E3-4B21-BA1C-189BC6A5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992" y="5759452"/>
                <a:ext cx="344656" cy="276999"/>
              </a:xfrm>
              <a:prstGeom prst="rect">
                <a:avLst/>
              </a:prstGeom>
              <a:blipFill>
                <a:blip r:embed="rId25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47BAC9D-DC0D-43A2-8B67-6880CD886196}"/>
                  </a:ext>
                </a:extLst>
              </p:cNvPr>
              <p:cNvSpPr txBox="1"/>
              <p:nvPr/>
            </p:nvSpPr>
            <p:spPr>
              <a:xfrm>
                <a:off x="5258091" y="5215638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47BAC9D-DC0D-43A2-8B67-6880CD88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091" y="5215638"/>
                <a:ext cx="344656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6BB7FBC-0EC9-43BD-AC5B-4C06F84A230A}"/>
                  </a:ext>
                </a:extLst>
              </p:cNvPr>
              <p:cNvSpPr txBox="1"/>
              <p:nvPr/>
            </p:nvSpPr>
            <p:spPr>
              <a:xfrm>
                <a:off x="3083401" y="5366227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6BB7FBC-0EC9-43BD-AC5B-4C06F84A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401" y="5366227"/>
                <a:ext cx="344656" cy="276999"/>
              </a:xfrm>
              <a:prstGeom prst="rect">
                <a:avLst/>
              </a:prstGeom>
              <a:blipFill>
                <a:blip r:embed="rId16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231C6A-52C2-474C-9B1E-67E03903A852}"/>
                  </a:ext>
                </a:extLst>
              </p:cNvPr>
              <p:cNvSpPr txBox="1"/>
              <p:nvPr/>
            </p:nvSpPr>
            <p:spPr>
              <a:xfrm>
                <a:off x="3559296" y="5360520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231C6A-52C2-474C-9B1E-67E03903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96" y="5360520"/>
                <a:ext cx="344656" cy="276999"/>
              </a:xfrm>
              <a:prstGeom prst="rect">
                <a:avLst/>
              </a:prstGeom>
              <a:blipFill>
                <a:blip r:embed="rId17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8C316F-0E95-4BC5-A8EC-2170A593914A}"/>
                  </a:ext>
                </a:extLst>
              </p:cNvPr>
              <p:cNvSpPr txBox="1"/>
              <p:nvPr/>
            </p:nvSpPr>
            <p:spPr>
              <a:xfrm>
                <a:off x="4091381" y="5357551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8C316F-0E95-4BC5-A8EC-2170A5939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381" y="5357551"/>
                <a:ext cx="344656" cy="276999"/>
              </a:xfrm>
              <a:prstGeom prst="rect">
                <a:avLst/>
              </a:prstGeom>
              <a:blipFill>
                <a:blip r:embed="rId18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525034D-304B-4275-9A19-7F59665AFADF}"/>
                  </a:ext>
                </a:extLst>
              </p:cNvPr>
              <p:cNvSpPr txBox="1"/>
              <p:nvPr/>
            </p:nvSpPr>
            <p:spPr>
              <a:xfrm>
                <a:off x="4612211" y="5354376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525034D-304B-4275-9A19-7F59665AF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211" y="5354376"/>
                <a:ext cx="344656" cy="276999"/>
              </a:xfrm>
              <a:prstGeom prst="rect">
                <a:avLst/>
              </a:prstGeom>
              <a:blipFill>
                <a:blip r:embed="rId19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16872BED-B493-48A5-B865-1C488151C27D}"/>
              </a:ext>
            </a:extLst>
          </p:cNvPr>
          <p:cNvGrpSpPr/>
          <p:nvPr/>
        </p:nvGrpSpPr>
        <p:grpSpPr>
          <a:xfrm>
            <a:off x="4077330" y="4177705"/>
            <a:ext cx="1923420" cy="2557263"/>
            <a:chOff x="2757002" y="1444073"/>
            <a:chExt cx="8819138" cy="496774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C448A15-2E1E-4A18-9C98-004C774BB3DB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7B8943C-189D-445E-AD66-C550D299A4B3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Freeform 22">
              <a:extLst>
                <a:ext uri="{FF2B5EF4-FFF2-40B4-BE49-F238E27FC236}">
                  <a16:creationId xmlns:a16="http://schemas.microsoft.com/office/drawing/2014/main" id="{69A2DA9C-ADDA-4E6A-B0C0-C1FE186C9013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Freeform 23">
              <a:extLst>
                <a:ext uri="{FF2B5EF4-FFF2-40B4-BE49-F238E27FC236}">
                  <a16:creationId xmlns:a16="http://schemas.microsoft.com/office/drawing/2014/main" id="{9A912C3B-CEF8-47C8-A2A7-E864C6F7AE2B}"/>
                </a:ext>
              </a:extLst>
            </p:cNvPr>
            <p:cNvSpPr/>
            <p:nvPr/>
          </p:nvSpPr>
          <p:spPr>
            <a:xfrm>
              <a:off x="5155105" y="1675491"/>
              <a:ext cx="1134738" cy="2101765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8A6BB96-ABFC-45E0-804E-FDC4FE9511DD}"/>
                    </a:ext>
                  </a:extLst>
                </p:cNvPr>
                <p:cNvSpPr txBox="1"/>
                <p:nvPr/>
              </p:nvSpPr>
              <p:spPr>
                <a:xfrm>
                  <a:off x="5181781" y="1601109"/>
                  <a:ext cx="6394359" cy="538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2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sz="12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8A6BB96-ABFC-45E0-804E-FDC4FE951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781" y="1601109"/>
                  <a:ext cx="6394359" cy="53809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92A9555-E6FF-4DBE-A0E6-88BE264EF4C0}"/>
              </a:ext>
            </a:extLst>
          </p:cNvPr>
          <p:cNvSpPr txBox="1"/>
          <p:nvPr/>
        </p:nvSpPr>
        <p:spPr>
          <a:xfrm>
            <a:off x="6190456" y="5122713"/>
            <a:ext cx="210672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Draw the transformations stage by stage, unless you feel comfortable doing multiple transformations at once.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8C6EB2A-2538-4151-A261-80A93944C3F6}"/>
              </a:ext>
            </a:extLst>
          </p:cNvPr>
          <p:cNvSpPr/>
          <p:nvPr/>
        </p:nvSpPr>
        <p:spPr>
          <a:xfrm>
            <a:off x="310828" y="1175490"/>
            <a:ext cx="8208912" cy="5553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465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</p:childTnLst>
        </p:cTn>
      </p:par>
    </p:tnLst>
    <p:bldLst>
      <p:bldP spid="8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6.2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43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8368C4E-B090-99F3-C920-F267E59FC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8499510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DCD049D-FF9A-3E77-C6B1-8E462B941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79" y="980728"/>
            <a:ext cx="8526242" cy="528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F7503A8-95C7-63FF-0F60-112FBE9E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13" y="764704"/>
            <a:ext cx="857557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D0C15D6-29B7-CB9F-0FEF-FD1F13E5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" y="764704"/>
            <a:ext cx="891540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AC28-9604-A072-C544-D0DE4D0C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3503A4-CB7B-3E8C-7379-662BBAF9EBCD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56027D0-5D92-107A-D817-48BD9AE3D0BE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D2DD41F-F208-C434-07C5-F41AB1F49E8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06CADBC-1506-FA54-E459-62EA589C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40" y="692696"/>
            <a:ext cx="879157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24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7225-46B4-56C3-372E-35166213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5670EF-2370-E17D-09E6-8CAAD7095D90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1654ECE-0484-6445-BA56-133681BD35DA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B5A0CC-2A15-B047-6C52-897B5A3ABAB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16F1D76-E438-7AF7-A55A-B60D04F7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5" y="908720"/>
            <a:ext cx="83153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4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524B-D7B7-EA39-1F6B-F72B5F70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B534DD-E5A1-BBD7-82EC-9FB39BEE9F2F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D420D3C-1B0F-D5C7-E21B-DDE5E427B75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A7F255-00AA-69D8-8250-02FE645A29A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1DC14A4-C4DD-FA88-E904-0DD32C30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836712"/>
            <a:ext cx="68961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93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3292-057D-1EF3-ABFD-A94357BA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36FC237-5259-F839-5FB3-4C1422C6030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C897D80-63AF-36A3-597A-0F1B7B7EECD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7463D-50D9-D188-2D79-91A2349B6DC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F68E015-FA66-1C08-03ED-CA15D6BB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419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58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61764</TotalTime>
  <Words>531</Words>
  <Application>Microsoft Office PowerPoint</Application>
  <PresentationFormat>On-screen Show (4:3)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P2 Chapter 6: CoAngle Trigonometry  Co-angle Graphs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2026-01-15T13:59:52Z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