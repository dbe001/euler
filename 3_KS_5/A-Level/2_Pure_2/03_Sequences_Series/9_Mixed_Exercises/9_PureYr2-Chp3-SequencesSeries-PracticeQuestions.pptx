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702" r:id="rId5"/>
    <p:sldId id="720" r:id="rId6"/>
    <p:sldId id="533" r:id="rId7"/>
    <p:sldId id="712" r:id="rId8"/>
    <p:sldId id="713" r:id="rId9"/>
    <p:sldId id="714" r:id="rId10"/>
    <p:sldId id="715" r:id="rId11"/>
    <p:sldId id="703" r:id="rId12"/>
    <p:sldId id="716" r:id="rId13"/>
    <p:sldId id="717" r:id="rId14"/>
    <p:sldId id="532" r:id="rId15"/>
    <p:sldId id="718" r:id="rId16"/>
    <p:sldId id="71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6904693-DD2A-4A62-BD52-2109273F1217}"/>
    <pc:docChg chg="custSel modSld">
      <pc:chgData name="Dieter Beaven" userId="9bbdb69f-69d0-4759-aa9b-5c090a2da237" providerId="ADAL" clId="{D6904693-DD2A-4A62-BD52-2109273F1217}" dt="2025-04-24T16:03:46.260" v="11" actId="6549"/>
      <pc:docMkLst>
        <pc:docMk/>
      </pc:docMkLst>
      <pc:sldChg chg="delSp mod">
        <pc:chgData name="Dieter Beaven" userId="9bbdb69f-69d0-4759-aa9b-5c090a2da237" providerId="ADAL" clId="{D6904693-DD2A-4A62-BD52-2109273F1217}" dt="2025-04-24T16:03:38.545" v="4" actId="478"/>
        <pc:sldMkLst>
          <pc:docMk/>
          <pc:sldMk cId="464788855" sldId="532"/>
        </pc:sldMkLst>
      </pc:sldChg>
      <pc:sldChg chg="delSp mod">
        <pc:chgData name="Dieter Beaven" userId="9bbdb69f-69d0-4759-aa9b-5c090a2da237" providerId="ADAL" clId="{D6904693-DD2A-4A62-BD52-2109273F1217}" dt="2025-04-24T16:03:29.578" v="0" actId="478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D6904693-DD2A-4A62-BD52-2109273F1217}" dt="2025-04-24T16:03:46.260" v="11" actId="6549"/>
        <pc:sldMkLst>
          <pc:docMk/>
          <pc:sldMk cId="3923336104" sldId="702"/>
        </pc:sldMkLst>
      </pc:sldChg>
      <pc:sldChg chg="delSp mod">
        <pc:chgData name="Dieter Beaven" userId="9bbdb69f-69d0-4759-aa9b-5c090a2da237" providerId="ADAL" clId="{D6904693-DD2A-4A62-BD52-2109273F1217}" dt="2025-04-24T16:03:33.838" v="3" actId="478"/>
        <pc:sldMkLst>
          <pc:docMk/>
          <pc:sldMk cId="3196350854" sldId="703"/>
        </pc:sldMkLst>
      </pc:sldChg>
      <pc:sldChg chg="delSp mod">
        <pc:chgData name="Dieter Beaven" userId="9bbdb69f-69d0-4759-aa9b-5c090a2da237" providerId="ADAL" clId="{D6904693-DD2A-4A62-BD52-2109273F1217}" dt="2025-04-24T16:03:31.160" v="1" actId="478"/>
        <pc:sldMkLst>
          <pc:docMk/>
          <pc:sldMk cId="1756658491" sldId="712"/>
        </pc:sldMkLst>
      </pc:sldChg>
      <pc:sldChg chg="delSp mod">
        <pc:chgData name="Dieter Beaven" userId="9bbdb69f-69d0-4759-aa9b-5c090a2da237" providerId="ADAL" clId="{D6904693-DD2A-4A62-BD52-2109273F1217}" dt="2025-04-24T16:03:32.718" v="2" actId="478"/>
        <pc:sldMkLst>
          <pc:docMk/>
          <pc:sldMk cId="1336369231" sldId="713"/>
        </pc:sldMkLst>
      </pc:sldChg>
    </pc:docChg>
  </pc:docChgLst>
  <pc:docChgLst>
    <pc:chgData name="Dieter Beaven" userId="9bbdb69f-69d0-4759-aa9b-5c090a2da237" providerId="ADAL" clId="{AF4429DE-69D1-4CF8-841D-B9C26A2A5A21}"/>
    <pc:docChg chg="custSel modSld">
      <pc:chgData name="Dieter Beaven" userId="9bbdb69f-69d0-4759-aa9b-5c090a2da237" providerId="ADAL" clId="{AF4429DE-69D1-4CF8-841D-B9C26A2A5A21}" dt="2025-10-23T11:08:00.778" v="11" actId="1076"/>
      <pc:docMkLst>
        <pc:docMk/>
      </pc:docMkLst>
      <pc:sldChg chg="addSp mod">
        <pc:chgData name="Dieter Beaven" userId="9bbdb69f-69d0-4759-aa9b-5c090a2da237" providerId="ADAL" clId="{AF4429DE-69D1-4CF8-841D-B9C26A2A5A21}" dt="2025-10-23T11:04:03.481" v="0" actId="22"/>
        <pc:sldMkLst>
          <pc:docMk/>
          <pc:sldMk cId="464788855" sldId="532"/>
        </pc:sldMkLst>
        <pc:picChg chg="add">
          <ac:chgData name="Dieter Beaven" userId="9bbdb69f-69d0-4759-aa9b-5c090a2da237" providerId="ADAL" clId="{AF4429DE-69D1-4CF8-841D-B9C26A2A5A21}" dt="2025-10-23T11:04:03.481" v="0" actId="22"/>
          <ac:picMkLst>
            <pc:docMk/>
            <pc:sldMk cId="464788855" sldId="532"/>
            <ac:picMk id="6" creationId="{FA2D83B8-76CD-721E-1467-AFF7F6297273}"/>
          </ac:picMkLst>
        </pc:picChg>
      </pc:sldChg>
      <pc:sldChg chg="addSp delSp modSp mod">
        <pc:chgData name="Dieter Beaven" userId="9bbdb69f-69d0-4759-aa9b-5c090a2da237" providerId="ADAL" clId="{AF4429DE-69D1-4CF8-841D-B9C26A2A5A21}" dt="2025-10-23T11:07:09.440" v="6" actId="1076"/>
        <pc:sldMkLst>
          <pc:docMk/>
          <pc:sldMk cId="699954973" sldId="718"/>
        </pc:sldMkLst>
        <pc:picChg chg="add del">
          <ac:chgData name="Dieter Beaven" userId="9bbdb69f-69d0-4759-aa9b-5c090a2da237" providerId="ADAL" clId="{AF4429DE-69D1-4CF8-841D-B9C26A2A5A21}" dt="2025-10-23T11:05:52.732" v="4" actId="478"/>
          <ac:picMkLst>
            <pc:docMk/>
            <pc:sldMk cId="699954973" sldId="718"/>
            <ac:picMk id="6" creationId="{9EBFC709-B281-6315-5E31-B277EBAB79EA}"/>
          </ac:picMkLst>
        </pc:picChg>
        <pc:picChg chg="add mod">
          <ac:chgData name="Dieter Beaven" userId="9bbdb69f-69d0-4759-aa9b-5c090a2da237" providerId="ADAL" clId="{AF4429DE-69D1-4CF8-841D-B9C26A2A5A21}" dt="2025-10-23T11:07:09.440" v="6" actId="1076"/>
          <ac:picMkLst>
            <pc:docMk/>
            <pc:sldMk cId="699954973" sldId="718"/>
            <ac:picMk id="8" creationId="{EC06196B-714F-E016-643D-5BB31053CA20}"/>
          </ac:picMkLst>
        </pc:picChg>
      </pc:sldChg>
      <pc:sldChg chg="addSp delSp modSp mod">
        <pc:chgData name="Dieter Beaven" userId="9bbdb69f-69d0-4759-aa9b-5c090a2da237" providerId="ADAL" clId="{AF4429DE-69D1-4CF8-841D-B9C26A2A5A21}" dt="2025-10-23T11:08:00.778" v="11" actId="1076"/>
        <pc:sldMkLst>
          <pc:docMk/>
          <pc:sldMk cId="3692098078" sldId="719"/>
        </pc:sldMkLst>
        <pc:picChg chg="add del mod">
          <ac:chgData name="Dieter Beaven" userId="9bbdb69f-69d0-4759-aa9b-5c090a2da237" providerId="ADAL" clId="{AF4429DE-69D1-4CF8-841D-B9C26A2A5A21}" dt="2025-10-23T11:07:11.879" v="7" actId="478"/>
          <ac:picMkLst>
            <pc:docMk/>
            <pc:sldMk cId="3692098078" sldId="719"/>
            <ac:picMk id="6" creationId="{22BA1595-F4E3-B35C-0E69-CD74AED54E8C}"/>
          </ac:picMkLst>
        </pc:picChg>
        <pc:picChg chg="add mod">
          <ac:chgData name="Dieter Beaven" userId="9bbdb69f-69d0-4759-aa9b-5c090a2da237" providerId="ADAL" clId="{AF4429DE-69D1-4CF8-841D-B9C26A2A5A21}" dt="2025-10-23T11:08:00.778" v="11" actId="1076"/>
          <ac:picMkLst>
            <pc:docMk/>
            <pc:sldMk cId="3692098078" sldId="719"/>
            <ac:picMk id="8" creationId="{52D93B19-28BA-27A9-A4B2-8CD477FDDAF7}"/>
          </ac:picMkLst>
        </pc:picChg>
      </pc:sldChg>
    </pc:docChg>
  </pc:docChgLst>
  <pc:docChgLst>
    <pc:chgData name="Dieter Beaven" userId="9bbdb69f-69d0-4759-aa9b-5c090a2da237" providerId="ADAL" clId="{292581F2-F5AD-4DBA-99AB-4F13861933F5}"/>
    <pc:docChg chg="undo custSel modSld">
      <pc:chgData name="Dieter Beaven" userId="9bbdb69f-69d0-4759-aa9b-5c090a2da237" providerId="ADAL" clId="{292581F2-F5AD-4DBA-99AB-4F13861933F5}" dt="2025-04-29T13:48:39.324" v="9" actId="20577"/>
      <pc:docMkLst>
        <pc:docMk/>
      </pc:docMkLst>
      <pc:sldChg chg="modSp mod">
        <pc:chgData name="Dieter Beaven" userId="9bbdb69f-69d0-4759-aa9b-5c090a2da237" providerId="ADAL" clId="{292581F2-F5AD-4DBA-99AB-4F13861933F5}" dt="2025-04-29T13:48:39.324" v="9" actId="20577"/>
        <pc:sldMkLst>
          <pc:docMk/>
          <pc:sldMk cId="3923336104" sldId="702"/>
        </pc:sldMkLst>
      </pc:sldChg>
    </pc:docChg>
  </pc:docChgLst>
  <pc:docChgLst>
    <pc:chgData name="Dieter Beaven" userId="9bbdb69f-69d0-4759-aa9b-5c090a2da237" providerId="ADAL" clId="{05207F2A-3D3E-48D1-84F6-1DE81023290D}"/>
    <pc:docChg chg="custSel addSld delSld modSld">
      <pc:chgData name="Dieter Beaven" userId="9bbdb69f-69d0-4759-aa9b-5c090a2da237" providerId="ADAL" clId="{05207F2A-3D3E-48D1-84F6-1DE81023290D}" dt="2024-09-13T17:01:48.475" v="87" actId="1076"/>
      <pc:docMkLst>
        <pc:docMk/>
      </pc:docMkLst>
      <pc:sldChg chg="addSp delSp modSp mod">
        <pc:chgData name="Dieter Beaven" userId="9bbdb69f-69d0-4759-aa9b-5c090a2da237" providerId="ADAL" clId="{05207F2A-3D3E-48D1-84F6-1DE81023290D}" dt="2024-09-13T17:01:48.475" v="87" actId="1076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05207F2A-3D3E-48D1-84F6-1DE81023290D}" dt="2024-09-06T16:59:12.266" v="53" actId="103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05207F2A-3D3E-48D1-84F6-1DE81023290D}" dt="2024-09-06T16:55:32.295" v="42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05207F2A-3D3E-48D1-84F6-1DE81023290D}" dt="2024-09-13T16:59:58.312" v="78" actId="1035"/>
        <pc:sldMkLst>
          <pc:docMk/>
          <pc:sldMk cId="3196350854" sldId="703"/>
        </pc:sldMkLst>
      </pc:sldChg>
      <pc:sldChg chg="delSp del mod">
        <pc:chgData name="Dieter Beaven" userId="9bbdb69f-69d0-4759-aa9b-5c090a2da237" providerId="ADAL" clId="{05207F2A-3D3E-48D1-84F6-1DE81023290D}" dt="2024-09-13T17:00:03.007" v="79" actId="47"/>
        <pc:sldMkLst>
          <pc:docMk/>
          <pc:sldMk cId="2552052628" sldId="704"/>
        </pc:sldMkLst>
      </pc:sldChg>
      <pc:sldChg chg="delSp del mod">
        <pc:chgData name="Dieter Beaven" userId="9bbdb69f-69d0-4759-aa9b-5c090a2da237" providerId="ADAL" clId="{05207F2A-3D3E-48D1-84F6-1DE81023290D}" dt="2024-09-13T17:00:03.960" v="80" actId="47"/>
        <pc:sldMkLst>
          <pc:docMk/>
          <pc:sldMk cId="2801626350" sldId="705"/>
        </pc:sldMkLst>
      </pc:sldChg>
      <pc:sldChg chg="delSp del mod">
        <pc:chgData name="Dieter Beaven" userId="9bbdb69f-69d0-4759-aa9b-5c090a2da237" providerId="ADAL" clId="{05207F2A-3D3E-48D1-84F6-1DE81023290D}" dt="2024-09-13T17:00:04.429" v="81" actId="47"/>
        <pc:sldMkLst>
          <pc:docMk/>
          <pc:sldMk cId="3939677621" sldId="708"/>
        </pc:sldMkLst>
      </pc:sldChg>
      <pc:sldChg chg="addSp delSp modSp mod">
        <pc:chgData name="Dieter Beaven" userId="9bbdb69f-69d0-4759-aa9b-5c090a2da237" providerId="ADAL" clId="{05207F2A-3D3E-48D1-84F6-1DE81023290D}" dt="2024-09-13T16:57:14.093" v="60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05207F2A-3D3E-48D1-84F6-1DE81023290D}" dt="2024-09-13T16:58:50.522" v="67" actId="1076"/>
        <pc:sldMkLst>
          <pc:docMk/>
          <pc:sldMk cId="1336369231" sldId="713"/>
        </pc:sldMkLst>
      </pc:sldChg>
      <pc:sldChg chg="addSp modSp add mod">
        <pc:chgData name="Dieter Beaven" userId="9bbdb69f-69d0-4759-aa9b-5c090a2da237" providerId="ADAL" clId="{05207F2A-3D3E-48D1-84F6-1DE81023290D}" dt="2024-09-06T16:59:19.229" v="55" actId="1036"/>
        <pc:sldMkLst>
          <pc:docMk/>
          <pc:sldMk cId="2341366643" sldId="714"/>
        </pc:sldMkLst>
      </pc:sldChg>
    </pc:docChg>
  </pc:docChgLst>
  <pc:docChgLst>
    <pc:chgData name="Dieter Beaven" userId="9bbdb69f-69d0-4759-aa9b-5c090a2da237" providerId="ADAL" clId="{48B33EDF-ACD4-4992-8482-EF1018709AB3}"/>
    <pc:docChg chg="custSel addSld modSld sldOrd">
      <pc:chgData name="Dieter Beaven" userId="9bbdb69f-69d0-4759-aa9b-5c090a2da237" providerId="ADAL" clId="{48B33EDF-ACD4-4992-8482-EF1018709AB3}" dt="2025-08-27T10:55:29.685" v="33" actId="1076"/>
      <pc:docMkLst>
        <pc:docMk/>
      </pc:docMkLst>
      <pc:sldChg chg="addSp delSp modSp mod">
        <pc:chgData name="Dieter Beaven" userId="9bbdb69f-69d0-4759-aa9b-5c090a2da237" providerId="ADAL" clId="{48B33EDF-ACD4-4992-8482-EF1018709AB3}" dt="2025-08-27T10:55:19.312" v="31" actId="1076"/>
        <pc:sldMkLst>
          <pc:docMk/>
          <pc:sldMk cId="173887519" sldId="533"/>
        </pc:sldMkLst>
      </pc:sldChg>
      <pc:sldChg chg="addSp mod">
        <pc:chgData name="Dieter Beaven" userId="9bbdb69f-69d0-4759-aa9b-5c090a2da237" providerId="ADAL" clId="{48B33EDF-ACD4-4992-8482-EF1018709AB3}" dt="2025-08-27T10:52:03.717" v="12" actId="22"/>
        <pc:sldMkLst>
          <pc:docMk/>
          <pc:sldMk cId="3196350854" sldId="703"/>
        </pc:sldMkLst>
      </pc:sldChg>
      <pc:sldChg chg="addSp modSp mod">
        <pc:chgData name="Dieter Beaven" userId="9bbdb69f-69d0-4759-aa9b-5c090a2da237" providerId="ADAL" clId="{48B33EDF-ACD4-4992-8482-EF1018709AB3}" dt="2025-08-27T10:48:53.453" v="3" actId="1076"/>
        <pc:sldMkLst>
          <pc:docMk/>
          <pc:sldMk cId="1756658491" sldId="712"/>
        </pc:sldMkLst>
      </pc:sldChg>
      <pc:sldChg chg="addSp modSp mod">
        <pc:chgData name="Dieter Beaven" userId="9bbdb69f-69d0-4759-aa9b-5c090a2da237" providerId="ADAL" clId="{48B33EDF-ACD4-4992-8482-EF1018709AB3}" dt="2025-08-27T10:49:22.956" v="5" actId="1076"/>
        <pc:sldMkLst>
          <pc:docMk/>
          <pc:sldMk cId="1336369231" sldId="713"/>
        </pc:sldMkLst>
      </pc:sldChg>
      <pc:sldChg chg="addSp delSp modSp add mod">
        <pc:chgData name="Dieter Beaven" userId="9bbdb69f-69d0-4759-aa9b-5c090a2da237" providerId="ADAL" clId="{48B33EDF-ACD4-4992-8482-EF1018709AB3}" dt="2025-08-27T10:50:26.138" v="9" actId="22"/>
        <pc:sldMkLst>
          <pc:docMk/>
          <pc:sldMk cId="1095274264" sldId="714"/>
        </pc:sldMkLst>
      </pc:sldChg>
      <pc:sldChg chg="addSp modSp add mod">
        <pc:chgData name="Dieter Beaven" userId="9bbdb69f-69d0-4759-aa9b-5c090a2da237" providerId="ADAL" clId="{48B33EDF-ACD4-4992-8482-EF1018709AB3}" dt="2025-08-27T10:50:55.490" v="11" actId="1076"/>
        <pc:sldMkLst>
          <pc:docMk/>
          <pc:sldMk cId="4143104564" sldId="715"/>
        </pc:sldMkLst>
      </pc:sldChg>
      <pc:sldChg chg="addSp delSp modSp add mod">
        <pc:chgData name="Dieter Beaven" userId="9bbdb69f-69d0-4759-aa9b-5c090a2da237" providerId="ADAL" clId="{48B33EDF-ACD4-4992-8482-EF1018709AB3}" dt="2025-08-27T10:52:47.972" v="18" actId="1076"/>
        <pc:sldMkLst>
          <pc:docMk/>
          <pc:sldMk cId="3112541913" sldId="716"/>
        </pc:sldMkLst>
      </pc:sldChg>
      <pc:sldChg chg="addSp delSp modSp add mod">
        <pc:chgData name="Dieter Beaven" userId="9bbdb69f-69d0-4759-aa9b-5c090a2da237" providerId="ADAL" clId="{48B33EDF-ACD4-4992-8482-EF1018709AB3}" dt="2025-08-27T10:53:28.862" v="20" actId="1076"/>
        <pc:sldMkLst>
          <pc:docMk/>
          <pc:sldMk cId="1647201058" sldId="717"/>
        </pc:sldMkLst>
      </pc:sldChg>
      <pc:sldChg chg="add">
        <pc:chgData name="Dieter Beaven" userId="9bbdb69f-69d0-4759-aa9b-5c090a2da237" providerId="ADAL" clId="{48B33EDF-ACD4-4992-8482-EF1018709AB3}" dt="2025-08-27T10:53:43.247" v="21"/>
        <pc:sldMkLst>
          <pc:docMk/>
          <pc:sldMk cId="699954973" sldId="718"/>
        </pc:sldMkLst>
      </pc:sldChg>
      <pc:sldChg chg="add">
        <pc:chgData name="Dieter Beaven" userId="9bbdb69f-69d0-4759-aa9b-5c090a2da237" providerId="ADAL" clId="{48B33EDF-ACD4-4992-8482-EF1018709AB3}" dt="2025-08-27T10:53:43.401" v="22"/>
        <pc:sldMkLst>
          <pc:docMk/>
          <pc:sldMk cId="3692098078" sldId="719"/>
        </pc:sldMkLst>
      </pc:sldChg>
      <pc:sldChg chg="addSp modSp add mod ord">
        <pc:chgData name="Dieter Beaven" userId="9bbdb69f-69d0-4759-aa9b-5c090a2da237" providerId="ADAL" clId="{48B33EDF-ACD4-4992-8482-EF1018709AB3}" dt="2025-08-27T10:55:29.685" v="33" actId="1076"/>
        <pc:sldMkLst>
          <pc:docMk/>
          <pc:sldMk cId="2091564668" sldId="720"/>
        </pc:sldMkLst>
      </pc:sldChg>
    </pc:docChg>
  </pc:docChgLst>
  <pc:docChgLst>
    <pc:chgData name="Dieter Beaven" userId="9bbdb69f-69d0-4759-aa9b-5c090a2da237" providerId="ADAL" clId="{1D114AD5-718F-4CB2-983E-E11E1B1983E9}"/>
    <pc:docChg chg="undo custSel addSld delSld modSld">
      <pc:chgData name="Dieter Beaven" userId="9bbdb69f-69d0-4759-aa9b-5c090a2da237" providerId="ADAL" clId="{1D114AD5-718F-4CB2-983E-E11E1B1983E9}" dt="2024-09-24T15:43:19.967" v="28" actId="1076"/>
      <pc:docMkLst>
        <pc:docMk/>
      </pc:docMkLst>
      <pc:sldChg chg="addSp delSp mod">
        <pc:chgData name="Dieter Beaven" userId="9bbdb69f-69d0-4759-aa9b-5c090a2da237" providerId="ADAL" clId="{1D114AD5-718F-4CB2-983E-E11E1B1983E9}" dt="2024-09-24T15:38:41.536" v="6" actId="22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1D114AD5-718F-4CB2-983E-E11E1B1983E9}" dt="2024-09-24T15:43:19.967" v="28" actId="107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1D114AD5-718F-4CB2-983E-E11E1B1983E9}" dt="2024-09-24T15:38:19.545" v="1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1D114AD5-718F-4CB2-983E-E11E1B1983E9}" dt="2024-09-24T15:42:04.058" v="23" actId="1076"/>
        <pc:sldMkLst>
          <pc:docMk/>
          <pc:sldMk cId="3196350854" sldId="703"/>
        </pc:sldMkLst>
      </pc:sldChg>
      <pc:sldChg chg="addSp delSp modSp mod">
        <pc:chgData name="Dieter Beaven" userId="9bbdb69f-69d0-4759-aa9b-5c090a2da237" providerId="ADAL" clId="{1D114AD5-718F-4CB2-983E-E11E1B1983E9}" dt="2024-09-24T15:40:06.408" v="15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1D114AD5-718F-4CB2-983E-E11E1B1983E9}" dt="2024-09-24T15:41:21.835" v="20" actId="1076"/>
        <pc:sldMkLst>
          <pc:docMk/>
          <pc:sldMk cId="1336369231" sldId="713"/>
        </pc:sldMkLst>
      </pc:sldChg>
      <pc:sldChg chg="delSp del mod">
        <pc:chgData name="Dieter Beaven" userId="9bbdb69f-69d0-4759-aa9b-5c090a2da237" providerId="ADAL" clId="{1D114AD5-718F-4CB2-983E-E11E1B1983E9}" dt="2024-09-24T15:42:57.812" v="27" actId="47"/>
        <pc:sldMkLst>
          <pc:docMk/>
          <pc:sldMk cId="2341366643" sldId="714"/>
        </pc:sldMkLst>
      </pc:sldChg>
      <pc:sldChg chg="add del">
        <pc:chgData name="Dieter Beaven" userId="9bbdb69f-69d0-4759-aa9b-5c090a2da237" providerId="ADAL" clId="{1D114AD5-718F-4CB2-983E-E11E1B1983E9}" dt="2024-09-24T15:42:08.366" v="24" actId="47"/>
        <pc:sldMkLst>
          <pc:docMk/>
          <pc:sldMk cId="2435014896" sldId="7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</a:t>
            </a:r>
            <a:r>
              <a:rPr lang="en-GB" b="1">
                <a:solidFill>
                  <a:srgbClr val="92D050"/>
                </a:solidFill>
              </a:rPr>
              <a:t>Chapter 3: </a:t>
            </a:r>
            <a:r>
              <a:rPr lang="en-GB" dirty="0">
                <a:solidFill>
                  <a:schemeClr val="accent5"/>
                </a:solidFill>
              </a:rPr>
              <a:t>Sequences and Series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377BD-2001-6274-C95C-22151BD6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B4B6258-924B-292D-8BE7-37BDFDCB2E2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546A93B-D372-D677-5367-F38B2D69D08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036CD4D-7D7A-F2C0-E39B-A03616F7ACB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209ED75-B815-8BC7-C9BF-2CAC070B1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80728"/>
            <a:ext cx="743902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64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03C3154-6177-CC98-AE95-ADF178CC7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80728"/>
            <a:ext cx="76104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E85DB45-7E60-4B7B-598E-1D87F7E68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65" y="764704"/>
            <a:ext cx="778192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FD59A9C-2C52-14D7-B624-000EEA930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5" y="764704"/>
            <a:ext cx="785812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AA43-B4B3-77D1-794D-B9102596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E2EC5C-A54F-4524-5B07-E78FCF65148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718F2B1-19C0-47CF-C476-138F6E57202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A5A8D46-6902-C8C6-C02A-FAC3FCBFA00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75E8C16-78AF-585A-A9B6-288D58A98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804862"/>
            <a:ext cx="7724775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74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8C558-E563-33BF-28A2-5ED23A9B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3BAA29C-A915-DD77-AFE8-C2C1EE8249B0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75C6C17-5B80-5C7E-E339-41CC8000DB4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B4AFC31-88CB-A9F3-8D85-4B516EAD9CC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ABCB30E-A650-1778-959D-3B7E340C3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5" y="764704"/>
            <a:ext cx="766762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04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B59760A-106B-B7C0-8D6C-53F4D5224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076325"/>
            <a:ext cx="786765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3699-3B3C-3F38-37A9-2C912D06D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9E08599-3E07-8B18-FB88-FCFB5AAD40D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A8ED5F0-0161-B2D5-F295-D1792E8F3B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1A87B3-D984-C4EF-F809-7F99E612992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BBC2905-CFE1-7E2C-9596-879C3E8F4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03" y="836712"/>
            <a:ext cx="763905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41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5D83-31C5-4DFB-5637-892FC426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87D853-ACEC-ED6A-F83A-0A07C3B5F5C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5204F64-4E8B-AB1C-AC7A-46DC83B96E9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857993F-F4AA-872F-CA6C-3AAB6041E18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87A2175-375C-C0AD-CB2B-21E9FAB97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08720"/>
            <a:ext cx="77533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01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A2D83B8-76CD-721E-1467-AFF7F6297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852487"/>
            <a:ext cx="905827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D57C-7007-99E6-EC7D-4A2308C5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966BB76-367D-AF38-9BBC-56DC9006D293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9E2A904-C6AE-C497-2448-F2D48967F0B6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85B010-9ACC-D336-6775-FC2DC73F789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C06196B-714F-E016-643D-5BB31053C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80728"/>
            <a:ext cx="87153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54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6807D-9534-7BFA-96A9-C99416A3D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D88FD6-24A6-0FDE-A385-EE3D92714538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5B9DAB8-7561-1E78-D724-9741F63A52A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924339E-60D3-8BF7-6683-6B8E7F1AC6E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2D93B19-28BA-27A9-A4B2-8CD477FDD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08720"/>
            <a:ext cx="802957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98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f9cd3b9a-9a6c-485a-81b7-4082693b5161"/>
    <ds:schemaRef ds:uri="faa1ecaf-a1aa-4fc9-8c75-2805352e1f65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29566</TotalTime>
  <Words>35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P2 Chapter 3: Sequences and Series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2025-10-23T11:08:01Z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