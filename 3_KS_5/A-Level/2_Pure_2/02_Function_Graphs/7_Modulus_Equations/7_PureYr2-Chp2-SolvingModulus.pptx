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563" r:id="rId6"/>
    <p:sldId id="564" r:id="rId7"/>
    <p:sldId id="565" r:id="rId8"/>
    <p:sldId id="567" r:id="rId9"/>
    <p:sldId id="549" r:id="rId10"/>
    <p:sldId id="543" r:id="rId11"/>
    <p:sldId id="550" r:id="rId12"/>
    <p:sldId id="551" r:id="rId13"/>
    <p:sldId id="569" r:id="rId14"/>
    <p:sldId id="568" r:id="rId15"/>
    <p:sldId id="545" r:id="rId16"/>
    <p:sldId id="55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9AF6C-E202-419B-B3BC-DF88FE67AD85}" v="2" dt="2025-10-23T10:26:20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custSel addSld delSld modSld">
      <pc:chgData name="Dieter Beaven" userId="9bbdb69f-69d0-4759-aa9b-5c090a2da237" providerId="ADAL" clId="{AF4429DE-69D1-4CF8-841D-B9C26A2A5A21}" dt="2025-10-23T10:27:59.050" v="16" actId="1076"/>
      <pc:docMkLst>
        <pc:docMk/>
      </pc:docMkLst>
      <pc:sldChg chg="addSp modSp mod">
        <pc:chgData name="Dieter Beaven" userId="9bbdb69f-69d0-4759-aa9b-5c090a2da237" providerId="ADAL" clId="{AF4429DE-69D1-4CF8-841D-B9C26A2A5A21}" dt="2025-10-23T10:26:15.016" v="7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26:15.016" v="7" actId="1076"/>
          <ac:picMkLst>
            <pc:docMk/>
            <pc:sldMk cId="3458699803" sldId="545"/>
            <ac:picMk id="6" creationId="{5967744C-710F-1FD2-B39E-2AD4A41B1382}"/>
          </ac:picMkLst>
        </pc:picChg>
      </pc:sldChg>
      <pc:sldChg chg="addSp delSp modSp mod">
        <pc:chgData name="Dieter Beaven" userId="9bbdb69f-69d0-4759-aa9b-5c090a2da237" providerId="ADAL" clId="{AF4429DE-69D1-4CF8-841D-B9C26A2A5A21}" dt="2025-10-23T10:27:59.050" v="16" actId="1076"/>
        <pc:sldMkLst>
          <pc:docMk/>
          <pc:sldMk cId="2531956736" sldId="552"/>
        </pc:sldMkLst>
        <pc:picChg chg="add del mod">
          <ac:chgData name="Dieter Beaven" userId="9bbdb69f-69d0-4759-aa9b-5c090a2da237" providerId="ADAL" clId="{AF4429DE-69D1-4CF8-841D-B9C26A2A5A21}" dt="2025-10-23T10:27:39.386" v="14" actId="478"/>
          <ac:picMkLst>
            <pc:docMk/>
            <pc:sldMk cId="2531956736" sldId="552"/>
            <ac:picMk id="6" creationId="{C6C2BB96-A1E6-2FE3-C898-99061A69F4ED}"/>
          </ac:picMkLst>
        </pc:picChg>
        <pc:picChg chg="add mod">
          <ac:chgData name="Dieter Beaven" userId="9bbdb69f-69d0-4759-aa9b-5c090a2da237" providerId="ADAL" clId="{AF4429DE-69D1-4CF8-841D-B9C26A2A5A21}" dt="2025-10-23T10:27:59.050" v="16" actId="1076"/>
          <ac:picMkLst>
            <pc:docMk/>
            <pc:sldMk cId="2531956736" sldId="552"/>
            <ac:picMk id="8" creationId="{BFB1123B-4632-6576-E6FE-86AE68EA8E9D}"/>
          </ac:picMkLst>
        </pc:picChg>
      </pc:sldChg>
      <pc:sldChg chg="add del">
        <pc:chgData name="Dieter Beaven" userId="9bbdb69f-69d0-4759-aa9b-5c090a2da237" providerId="ADAL" clId="{AF4429DE-69D1-4CF8-841D-B9C26A2A5A21}" dt="2025-10-23T10:27:32.910" v="12" actId="47"/>
        <pc:sldMkLst>
          <pc:docMk/>
          <pc:sldMk cId="795330204" sldId="570"/>
        </pc:sldMkLst>
      </pc:sldChg>
      <pc:sldChg chg="add del">
        <pc:chgData name="Dieter Beaven" userId="9bbdb69f-69d0-4759-aa9b-5c090a2da237" providerId="ADAL" clId="{AF4429DE-69D1-4CF8-841D-B9C26A2A5A21}" dt="2025-10-23T10:27:33.311" v="13" actId="47"/>
        <pc:sldMkLst>
          <pc:docMk/>
          <pc:sldMk cId="1495452093" sldId="571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01C96874-C520-46A1-9A40-8E5A108F864E}"/>
    <pc:docChg chg="undo custSel addSld modSld">
      <pc:chgData name="Dieter Beaven" userId="9bbdb69f-69d0-4759-aa9b-5c090a2da237" providerId="ADAL" clId="{01C96874-C520-46A1-9A40-8E5A108F864E}" dt="2025-08-27T09:48:21.700" v="28" actId="1076"/>
      <pc:docMkLst>
        <pc:docMk/>
      </pc:docMkLst>
      <pc:sldChg chg="addSp modSp mod">
        <pc:chgData name="Dieter Beaven" userId="9bbdb69f-69d0-4759-aa9b-5c090a2da237" providerId="ADAL" clId="{01C96874-C520-46A1-9A40-8E5A108F864E}" dt="2025-08-27T09:41:02.234" v="4" actId="1035"/>
        <pc:sldMkLst>
          <pc:docMk/>
          <pc:sldMk cId="3896053727" sldId="543"/>
        </pc:sldMkLst>
      </pc:sldChg>
      <pc:sldChg chg="addSp delSp modSp mod">
        <pc:chgData name="Dieter Beaven" userId="9bbdb69f-69d0-4759-aa9b-5c090a2da237" providerId="ADAL" clId="{01C96874-C520-46A1-9A40-8E5A108F864E}" dt="2025-08-27T09:42:36.516" v="8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01C96874-C520-46A1-9A40-8E5A108F864E}" dt="2025-08-27T09:43:08.357" v="12" actId="1076"/>
        <pc:sldMkLst>
          <pc:docMk/>
          <pc:sldMk cId="3826585799" sldId="551"/>
        </pc:sldMkLst>
      </pc:sldChg>
      <pc:sldChg chg="addSp delSp modSp add mod">
        <pc:chgData name="Dieter Beaven" userId="9bbdb69f-69d0-4759-aa9b-5c090a2da237" providerId="ADAL" clId="{01C96874-C520-46A1-9A40-8E5A108F864E}" dt="2025-08-27T09:48:21.700" v="28" actId="1076"/>
        <pc:sldMkLst>
          <pc:docMk/>
          <pc:sldMk cId="2824451904" sldId="568"/>
        </pc:sldMkLst>
      </pc:sldChg>
      <pc:sldChg chg="addSp delSp modSp add mod">
        <pc:chgData name="Dieter Beaven" userId="9bbdb69f-69d0-4759-aa9b-5c090a2da237" providerId="ADAL" clId="{01C96874-C520-46A1-9A40-8E5A108F864E}" dt="2025-08-27T09:47:34.811" v="25" actId="1076"/>
        <pc:sldMkLst>
          <pc:docMk/>
          <pc:sldMk cId="3301459610" sldId="56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8AB0B80-23B7-4009-BF4F-8A021EE15273}"/>
    <pc:docChg chg="addSld delSld modSld">
      <pc:chgData name="Dieter Beaven" userId="9bbdb69f-69d0-4759-aa9b-5c090a2da237" providerId="ADAL" clId="{A8AB0B80-23B7-4009-BF4F-8A021EE15273}" dt="2025-05-13T15:09:33.344" v="39" actId="47"/>
      <pc:docMkLst>
        <pc:docMk/>
      </pc:docMkLst>
      <pc:sldChg chg="modSp mod">
        <pc:chgData name="Dieter Beaven" userId="9bbdb69f-69d0-4759-aa9b-5c090a2da237" providerId="ADAL" clId="{A8AB0B80-23B7-4009-BF4F-8A021EE15273}" dt="2025-05-13T15:08:48.384" v="26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A8AB0B80-23B7-4009-BF4F-8A021EE15273}" dt="2025-05-13T15:09:30.703" v="38" actId="1038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A8AB0B80-23B7-4009-BF4F-8A021EE15273}" dt="2025-05-13T15:09:14.146" v="31"/>
        <pc:sldMkLst>
          <pc:docMk/>
          <pc:sldMk cId="319598947" sldId="563"/>
        </pc:sldMkLst>
      </pc:sldChg>
      <pc:sldChg chg="add">
        <pc:chgData name="Dieter Beaven" userId="9bbdb69f-69d0-4759-aa9b-5c090a2da237" providerId="ADAL" clId="{A8AB0B80-23B7-4009-BF4F-8A021EE15273}" dt="2025-05-13T15:09:14.146" v="31"/>
        <pc:sldMkLst>
          <pc:docMk/>
          <pc:sldMk cId="2721398014" sldId="564"/>
        </pc:sldMkLst>
      </pc:sldChg>
      <pc:sldChg chg="add">
        <pc:chgData name="Dieter Beaven" userId="9bbdb69f-69d0-4759-aa9b-5c090a2da237" providerId="ADAL" clId="{A8AB0B80-23B7-4009-BF4F-8A021EE15273}" dt="2025-05-13T15:09:14.146" v="31"/>
        <pc:sldMkLst>
          <pc:docMk/>
          <pc:sldMk cId="2982545178" sldId="565"/>
        </pc:sldMkLst>
      </pc:sldChg>
      <pc:sldChg chg="add">
        <pc:chgData name="Dieter Beaven" userId="9bbdb69f-69d0-4759-aa9b-5c090a2da237" providerId="ADAL" clId="{A8AB0B80-23B7-4009-BF4F-8A021EE15273}" dt="2025-05-13T15:09:14.146" v="31"/>
        <pc:sldMkLst>
          <pc:docMk/>
          <pc:sldMk cId="3940556524" sldId="567"/>
        </pc:sldMkLst>
      </pc:sldChg>
      <pc:sldChg chg="add del">
        <pc:chgData name="Dieter Beaven" userId="9bbdb69f-69d0-4759-aa9b-5c090a2da237" providerId="ADAL" clId="{A8AB0B80-23B7-4009-BF4F-8A021EE15273}" dt="2025-05-13T15:09:33.344" v="39" actId="47"/>
        <pc:sldMkLst>
          <pc:docMk/>
          <pc:sldMk cId="1176956108" sldId="568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18" Type="http://schemas.openxmlformats.org/officeDocument/2006/relationships/image" Target="../media/image268.png"/><Relationship Id="rId3" Type="http://schemas.openxmlformats.org/officeDocument/2006/relationships/image" Target="../media/image253.png"/><Relationship Id="rId21" Type="http://schemas.openxmlformats.org/officeDocument/2006/relationships/image" Target="../media/image271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image" Target="../media/image252.png"/><Relationship Id="rId16" Type="http://schemas.openxmlformats.org/officeDocument/2006/relationships/image" Target="../media/image266.png"/><Relationship Id="rId20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19" Type="http://schemas.openxmlformats.org/officeDocument/2006/relationships/image" Target="../media/image269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Relationship Id="rId22" Type="http://schemas.openxmlformats.org/officeDocument/2006/relationships/image" Target="../media/image27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13" Type="http://schemas.openxmlformats.org/officeDocument/2006/relationships/image" Target="../media/image289.png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12" Type="http://schemas.openxmlformats.org/officeDocument/2006/relationships/image" Target="../media/image288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11" Type="http://schemas.openxmlformats.org/officeDocument/2006/relationships/image" Target="../media/image287.png"/><Relationship Id="rId5" Type="http://schemas.openxmlformats.org/officeDocument/2006/relationships/image" Target="../media/image281.png"/><Relationship Id="rId10" Type="http://schemas.openxmlformats.org/officeDocument/2006/relationships/image" Target="../media/image286.png"/><Relationship Id="rId4" Type="http://schemas.openxmlformats.org/officeDocument/2006/relationships/image" Target="../media/image280.png"/><Relationship Id="rId9" Type="http://schemas.openxmlformats.org/officeDocument/2006/relationships/image" Target="../media/image28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3.png"/><Relationship Id="rId5" Type="http://schemas.openxmlformats.org/officeDocument/2006/relationships/image" Target="../media/image960.png"/><Relationship Id="rId4" Type="http://schemas.openxmlformats.org/officeDocument/2006/relationships/image" Target="../media/image29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Solving Modulus Problems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Solving Modulus Problems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,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457200" indent="-457200">
                  <a:buAutoNum type="alphaLcParenBoth"/>
                </a:pPr>
                <a:r>
                  <a:rPr lang="en-GB" dirty="0"/>
                  <a:t>State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Solve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68C6FD8-FF94-4885-A98B-E3C7657B2379}"/>
              </a:ext>
            </a:extLst>
          </p:cNvPr>
          <p:cNvSpPr txBox="1"/>
          <p:nvPr/>
        </p:nvSpPr>
        <p:spPr>
          <a:xfrm>
            <a:off x="611560" y="2276872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often helpful to </a:t>
            </a:r>
            <a:r>
              <a:rPr lang="en-GB" b="1" dirty="0"/>
              <a:t>sketch the graph in stages </a:t>
            </a:r>
            <a:r>
              <a:rPr lang="en-GB" dirty="0"/>
              <a:t>as we apply more transformations: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12F351-702E-4DDA-B42B-EAF815DE542A}"/>
              </a:ext>
            </a:extLst>
          </p:cNvPr>
          <p:cNvGrpSpPr/>
          <p:nvPr/>
        </p:nvGrpSpPr>
        <p:grpSpPr>
          <a:xfrm>
            <a:off x="638336" y="2796072"/>
            <a:ext cx="2482235" cy="1833986"/>
            <a:chOff x="899592" y="2767043"/>
            <a:chExt cx="3451968" cy="252552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CB7D245-63C7-48EF-8C0F-395A2030AAF5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6F4CAD9-8AED-4824-9046-6E64F6749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6DCEB42-22B8-4C3C-A58D-A82210F87CF6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6DCEB42-22B8-4C3C-A58D-A82210F87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20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A08DF70-AFB7-4B5E-829D-DE4EDB1B952B}"/>
                    </a:ext>
                  </a:extLst>
                </p:cNvPr>
                <p:cNvSpPr txBox="1"/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A08DF70-AFB7-4B5E-829D-DE4EDB1B9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45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2F2E4A-4213-4120-B939-5B2D7E55DBAE}"/>
                </a:ext>
              </a:extLst>
            </p:cNvPr>
            <p:cNvCxnSpPr/>
            <p:nvPr/>
          </p:nvCxnSpPr>
          <p:spPr>
            <a:xfrm flipV="1">
              <a:off x="2275333" y="3284984"/>
              <a:ext cx="1318504" cy="1224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19C56A-6CEE-41E1-91CB-93E1F50F4AEA}"/>
                </a:ext>
              </a:extLst>
            </p:cNvPr>
            <p:cNvCxnSpPr/>
            <p:nvPr/>
          </p:nvCxnSpPr>
          <p:spPr>
            <a:xfrm flipH="1" flipV="1">
              <a:off x="956830" y="3284984"/>
              <a:ext cx="1318503" cy="1224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24095F-5891-45D6-B56F-5590C75F55BD}"/>
                    </a:ext>
                  </a:extLst>
                </p:cNvPr>
                <p:cNvSpPr txBox="1"/>
                <p:nvPr/>
              </p:nvSpPr>
              <p:spPr>
                <a:xfrm>
                  <a:off x="2918745" y="3593658"/>
                  <a:ext cx="1432815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24095F-5891-45D6-B56F-5590C75F5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745" y="3593658"/>
                  <a:ext cx="1432815" cy="508596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B10B42-6F08-47C8-8A1D-20DDC9694C14}"/>
                  </a:ext>
                </a:extLst>
              </p:cNvPr>
              <p:cNvSpPr txBox="1"/>
              <p:nvPr/>
            </p:nvSpPr>
            <p:spPr>
              <a:xfrm>
                <a:off x="355943" y="4635597"/>
                <a:ext cx="2602360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Start with the ‘simplest’ version of the graph,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B10B42-6F08-47C8-8A1D-20DDC9694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43" y="4635597"/>
                <a:ext cx="2602360" cy="584775"/>
              </a:xfrm>
              <a:prstGeom prst="rect">
                <a:avLst/>
              </a:prstGeom>
              <a:blipFill>
                <a:blip r:embed="rId6"/>
                <a:stretch>
                  <a:fillRect l="-696" t="-1000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A1C8EE9-91D8-4AE8-88C3-7211310A2936}"/>
              </a:ext>
            </a:extLst>
          </p:cNvPr>
          <p:cNvGrpSpPr/>
          <p:nvPr/>
        </p:nvGrpSpPr>
        <p:grpSpPr>
          <a:xfrm>
            <a:off x="3330310" y="2784342"/>
            <a:ext cx="2592025" cy="1833986"/>
            <a:chOff x="899592" y="2767043"/>
            <a:chExt cx="3604650" cy="2525528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9C84A6-745F-4F00-808C-0E3A7D5F7D50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FC08E63-0BA4-4A69-929F-0D8AA24EF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A489CE-6966-4C07-99EA-6D7BBA3E6C2E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A489CE-6966-4C07-99EA-6D7BBA3E6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20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2CB2995-1040-4174-81CB-EB797A2F9973}"/>
                    </a:ext>
                  </a:extLst>
                </p:cNvPr>
                <p:cNvSpPr txBox="1"/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2CB2995-1040-4174-81CB-EB797A2F9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45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2D9FDA1-DF19-4902-957A-1C4C88123A2F}"/>
                </a:ext>
              </a:extLst>
            </p:cNvPr>
            <p:cNvCxnSpPr/>
            <p:nvPr/>
          </p:nvCxnSpPr>
          <p:spPr>
            <a:xfrm flipV="1">
              <a:off x="2733710" y="3284984"/>
              <a:ext cx="1318505" cy="1224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C39826E-D040-47FC-9E4A-24A96CC4E8B4}"/>
                </a:ext>
              </a:extLst>
            </p:cNvPr>
            <p:cNvCxnSpPr/>
            <p:nvPr/>
          </p:nvCxnSpPr>
          <p:spPr>
            <a:xfrm flipH="1" flipV="1">
              <a:off x="1415208" y="3284984"/>
              <a:ext cx="1318503" cy="1224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D43B6A5-E8C8-4972-928C-3FE09D75BBAF}"/>
                    </a:ext>
                  </a:extLst>
                </p:cNvPr>
                <p:cNvSpPr txBox="1"/>
                <p:nvPr/>
              </p:nvSpPr>
              <p:spPr>
                <a:xfrm>
                  <a:off x="2685519" y="2846927"/>
                  <a:ext cx="1818723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D43B6A5-E8C8-4972-928C-3FE09D75B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5519" y="2846927"/>
                  <a:ext cx="1818723" cy="508596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C651BE-7C31-46C8-9162-9DAD0EA5D555}"/>
                    </a:ext>
                  </a:extLst>
                </p:cNvPr>
                <p:cNvSpPr txBox="1"/>
                <p:nvPr/>
              </p:nvSpPr>
              <p:spPr>
                <a:xfrm>
                  <a:off x="2474575" y="4473063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C651BE-7C31-46C8-9162-9DAD0EA5D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575" y="4473063"/>
                  <a:ext cx="576064" cy="50859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396DA21-B6A0-4DC8-8739-BAAF4987A574}"/>
                    </a:ext>
                  </a:extLst>
                </p:cNvPr>
                <p:cNvSpPr txBox="1"/>
                <p:nvPr/>
              </p:nvSpPr>
              <p:spPr>
                <a:xfrm>
                  <a:off x="1823258" y="3864110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396DA21-B6A0-4DC8-8739-BAAF4987A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3258" y="3864110"/>
                  <a:ext cx="576064" cy="50859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8B28A7-589F-4779-AE48-311CFBEDF5A2}"/>
              </a:ext>
            </a:extLst>
          </p:cNvPr>
          <p:cNvGrpSpPr/>
          <p:nvPr/>
        </p:nvGrpSpPr>
        <p:grpSpPr>
          <a:xfrm>
            <a:off x="5868144" y="2795567"/>
            <a:ext cx="3020675" cy="1833986"/>
            <a:chOff x="899592" y="2767043"/>
            <a:chExt cx="4200760" cy="2525528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1A6AD2E-249D-42C2-A462-72E7B7FA846C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1FD4671-4641-44D5-A9DA-67A33C3887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D09F83-EA7A-4DC5-9E0F-BF8BC84CA99D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D09F83-EA7A-4DC5-9E0F-BF8BC84CA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20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E988E9-326D-4C65-B5DB-7FA9A147A913}"/>
                    </a:ext>
                  </a:extLst>
                </p:cNvPr>
                <p:cNvSpPr txBox="1"/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E988E9-326D-4C65-B5DB-7FA9A147A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767043"/>
                  <a:ext cx="576064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45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2C09CDD-4355-4EAA-90F1-13406B104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710" y="2978248"/>
              <a:ext cx="644522" cy="15308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324856-6668-4A04-ABAE-6C0709060F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09891" y="2988742"/>
              <a:ext cx="923822" cy="15203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AED880-3F14-454F-9FA2-E92E04501D6A}"/>
                    </a:ext>
                  </a:extLst>
                </p:cNvPr>
                <p:cNvSpPr txBox="1"/>
                <p:nvPr/>
              </p:nvSpPr>
              <p:spPr>
                <a:xfrm>
                  <a:off x="3067007" y="3392577"/>
                  <a:ext cx="2033345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1AED880-3F14-454F-9FA2-E92E04501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7007" y="3392577"/>
                  <a:ext cx="2033345" cy="508596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BC8F86B-F8BA-41BC-8263-C4C0D26EFE01}"/>
                    </a:ext>
                  </a:extLst>
                </p:cNvPr>
                <p:cNvSpPr txBox="1"/>
                <p:nvPr/>
              </p:nvSpPr>
              <p:spPr>
                <a:xfrm>
                  <a:off x="2474575" y="4473063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BC8F86B-F8BA-41BC-8263-C4C0D26EF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575" y="4473063"/>
                  <a:ext cx="576064" cy="50859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A30691E-2756-4705-AA9B-7465AFEAF14C}"/>
                    </a:ext>
                  </a:extLst>
                </p:cNvPr>
                <p:cNvSpPr txBox="1"/>
                <p:nvPr/>
              </p:nvSpPr>
              <p:spPr>
                <a:xfrm>
                  <a:off x="1808472" y="3556632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A30691E-2756-4705-AA9B-7465AFEAF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8472" y="3556632"/>
                  <a:ext cx="576064" cy="50859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7FA423E-8A68-4721-B111-332741EF35B8}"/>
              </a:ext>
            </a:extLst>
          </p:cNvPr>
          <p:cNvGrpSpPr/>
          <p:nvPr/>
        </p:nvGrpSpPr>
        <p:grpSpPr>
          <a:xfrm>
            <a:off x="5858835" y="4870534"/>
            <a:ext cx="3084505" cy="1996828"/>
            <a:chOff x="899592" y="2662110"/>
            <a:chExt cx="4289527" cy="2749773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C99422C-DDB5-44A2-B123-EB46612A71A9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4D64886-A662-4ED1-8A26-4058C57B2B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B4C71BC-C23A-4AF5-9B32-B89ADAF56E47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B4C71BC-C23A-4AF5-9B32-B89ADAF56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7BCF845-55E2-4E5E-9118-19E486750B61}"/>
                    </a:ext>
                  </a:extLst>
                </p:cNvPr>
                <p:cNvSpPr txBox="1"/>
                <p:nvPr/>
              </p:nvSpPr>
              <p:spPr>
                <a:xfrm>
                  <a:off x="1976668" y="2662110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7BCF845-55E2-4E5E-9118-19E486750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662110"/>
                  <a:ext cx="576064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45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D20040B-F73C-4540-9991-E253672D46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2855" y="3519995"/>
              <a:ext cx="644522" cy="15308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19A26FA-77F5-4240-B270-AD913FCEAC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9036" y="3530488"/>
              <a:ext cx="923822" cy="15203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518C428-B17D-4F48-9375-9122D1764980}"/>
                    </a:ext>
                  </a:extLst>
                </p:cNvPr>
                <p:cNvSpPr txBox="1"/>
                <p:nvPr/>
              </p:nvSpPr>
              <p:spPr>
                <a:xfrm>
                  <a:off x="2579550" y="2899393"/>
                  <a:ext cx="2609569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518C428-B17D-4F48-9375-9122D1764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9550" y="2899393"/>
                  <a:ext cx="2609569" cy="508596"/>
                </a:xfrm>
                <a:prstGeom prst="rect">
                  <a:avLst/>
                </a:prstGeom>
                <a:blipFill>
                  <a:blip r:embed="rId1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224BE21-7470-4CE2-9AF4-1F85C640AFED}"/>
                    </a:ext>
                  </a:extLst>
                </p:cNvPr>
                <p:cNvSpPr txBox="1"/>
                <p:nvPr/>
              </p:nvSpPr>
              <p:spPr>
                <a:xfrm>
                  <a:off x="2633529" y="4903287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1,−2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224BE21-7470-4CE2-9AF4-1F85C640A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529" y="4903287"/>
                  <a:ext cx="576064" cy="508596"/>
                </a:xfrm>
                <a:prstGeom prst="rect">
                  <a:avLst/>
                </a:prstGeom>
                <a:blipFill>
                  <a:blip r:embed="rId20"/>
                  <a:stretch>
                    <a:fillRect r="-8823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7594024-A4F3-432D-A2C7-DCA76E37F3F5}"/>
                    </a:ext>
                  </a:extLst>
                </p:cNvPr>
                <p:cNvSpPr txBox="1"/>
                <p:nvPr/>
              </p:nvSpPr>
              <p:spPr>
                <a:xfrm>
                  <a:off x="1861457" y="3934390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7594024-A4F3-432D-A2C7-DCA76E37F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1457" y="3934390"/>
                  <a:ext cx="576064" cy="50859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B4C3F0D-3175-48F4-ABDA-B80921B25BEA}"/>
              </a:ext>
            </a:extLst>
          </p:cNvPr>
          <p:cNvSpPr txBox="1"/>
          <p:nvPr/>
        </p:nvSpPr>
        <p:spPr>
          <a:xfrm>
            <a:off x="3155098" y="4635596"/>
            <a:ext cx="2376264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-1 is ‘inside’ function so translate 1 right.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F2CA63-B602-4E2E-A390-9343362FCE99}"/>
                  </a:ext>
                </a:extLst>
              </p:cNvPr>
              <p:cNvSpPr txBox="1"/>
              <p:nvPr/>
            </p:nvSpPr>
            <p:spPr>
              <a:xfrm>
                <a:off x="6280894" y="4364681"/>
                <a:ext cx="2376264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3 is outside modulus function so affects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values.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CF2CA63-B602-4E2E-A390-9343362FC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894" y="4364681"/>
                <a:ext cx="2376264" cy="523220"/>
              </a:xfrm>
              <a:prstGeom prst="rect">
                <a:avLst/>
              </a:prstGeom>
              <a:blipFill>
                <a:blip r:embed="rId22"/>
                <a:stretch>
                  <a:fillRect l="-254" b="-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C68F1C83-6989-4AFA-969B-7E31DB8DF6C0}"/>
              </a:ext>
            </a:extLst>
          </p:cNvPr>
          <p:cNvSpPr txBox="1"/>
          <p:nvPr/>
        </p:nvSpPr>
        <p:spPr>
          <a:xfrm>
            <a:off x="4107088" y="6066206"/>
            <a:ext cx="237626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-2 is outside modulus function so translate 2 down.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2827DD-F471-47C1-A637-1EB1C2E9495E}"/>
              </a:ext>
            </a:extLst>
          </p:cNvPr>
          <p:cNvSpPr/>
          <p:nvPr/>
        </p:nvSpPr>
        <p:spPr>
          <a:xfrm>
            <a:off x="217612" y="2347238"/>
            <a:ext cx="264988" cy="2816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95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F1086F-DA0E-44FB-82E6-DFB69038C2A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CB761FA-84F9-40A9-933E-6751516B194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Solving Modulus Problems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8E40BBF-0C27-4802-A72F-A3433076F10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2B5600-2B35-4A47-8374-E2866905C53B}"/>
                  </a:ext>
                </a:extLst>
              </p:cNvPr>
              <p:cNvSpPr txBox="1"/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,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457200" indent="-457200">
                  <a:buAutoNum type="alphaLcParenBoth"/>
                </a:pPr>
                <a:r>
                  <a:rPr lang="en-GB" dirty="0"/>
                  <a:t>State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Solve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2B5600-2B35-4A47-8374-E2866905C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041B41C-E59E-4813-8F8D-F822F7C06E1C}"/>
              </a:ext>
            </a:extLst>
          </p:cNvPr>
          <p:cNvSpPr/>
          <p:nvPr/>
        </p:nvSpPr>
        <p:spPr>
          <a:xfrm>
            <a:off x="619742" y="2812578"/>
            <a:ext cx="264988" cy="2816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651EE3-34CC-4F68-A8E7-748BACF0B2C5}"/>
              </a:ext>
            </a:extLst>
          </p:cNvPr>
          <p:cNvGrpSpPr/>
          <p:nvPr/>
        </p:nvGrpSpPr>
        <p:grpSpPr>
          <a:xfrm>
            <a:off x="847137" y="2665245"/>
            <a:ext cx="3084505" cy="1996828"/>
            <a:chOff x="899592" y="2662110"/>
            <a:chExt cx="4289527" cy="274977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7E274A6-9E3C-4A3C-BC41-A5AB3C5FB8C5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2D8955-CA17-4972-9B6E-D16DF1EAA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009216F-E83C-47A3-A3F2-2F0B8BBB92A9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009216F-E83C-47A3-A3F2-2F0B8BBB9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204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526C47-B4C8-4569-B2E8-154079EF2F17}"/>
                    </a:ext>
                  </a:extLst>
                </p:cNvPr>
                <p:cNvSpPr txBox="1"/>
                <p:nvPr/>
              </p:nvSpPr>
              <p:spPr>
                <a:xfrm>
                  <a:off x="1976668" y="2662110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526C47-B4C8-4569-B2E8-154079EF2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662110"/>
                  <a:ext cx="57606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4772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F9E46E-5311-4639-B264-F0C0D87C0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2855" y="3519995"/>
              <a:ext cx="644522" cy="15308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E30442-684F-42E3-82CB-B49B8025E2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9036" y="3530488"/>
              <a:ext cx="923822" cy="15203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D34A1C-602F-430E-A86F-8B546B195413}"/>
                    </a:ext>
                  </a:extLst>
                </p:cNvPr>
                <p:cNvSpPr txBox="1"/>
                <p:nvPr/>
              </p:nvSpPr>
              <p:spPr>
                <a:xfrm>
                  <a:off x="2579550" y="2899393"/>
                  <a:ext cx="2609569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D34A1C-602F-430E-A86F-8B546B195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9550" y="2899393"/>
                  <a:ext cx="2609569" cy="508596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ED6D2C8-EC1C-45C3-A70B-C7C7164BDBC7}"/>
                    </a:ext>
                  </a:extLst>
                </p:cNvPr>
                <p:cNvSpPr txBox="1"/>
                <p:nvPr/>
              </p:nvSpPr>
              <p:spPr>
                <a:xfrm>
                  <a:off x="2633529" y="4903287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1,−2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ED6D2C8-EC1C-45C3-A70B-C7C7164BD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529" y="4903287"/>
                  <a:ext cx="576064" cy="508596"/>
                </a:xfrm>
                <a:prstGeom prst="rect">
                  <a:avLst/>
                </a:prstGeom>
                <a:blipFill>
                  <a:blip r:embed="rId6"/>
                  <a:stretch>
                    <a:fillRect r="-8970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F74C93-9CB6-4808-8FCC-1CD835336590}"/>
                    </a:ext>
                  </a:extLst>
                </p:cNvPr>
                <p:cNvSpPr txBox="1"/>
                <p:nvPr/>
              </p:nvSpPr>
              <p:spPr>
                <a:xfrm>
                  <a:off x="1861457" y="3934390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F74C93-9CB6-4808-8FCC-1CD8353365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1457" y="3934390"/>
                  <a:ext cx="576064" cy="50859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14EF51-8095-44F3-9C3D-F51EAA8F3FA0}"/>
                  </a:ext>
                </a:extLst>
              </p:cNvPr>
              <p:cNvSpPr txBox="1"/>
              <p:nvPr/>
            </p:nvSpPr>
            <p:spPr>
              <a:xfrm>
                <a:off x="4528132" y="2996952"/>
                <a:ext cx="381642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From the graph we observe the possible outputs (i.e.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values):</a:t>
                </a:r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≥−2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14EF51-8095-44F3-9C3D-F51EAA8F3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32" y="2996952"/>
                <a:ext cx="3816424" cy="1323439"/>
              </a:xfrm>
              <a:prstGeom prst="rect">
                <a:avLst/>
              </a:prstGeom>
              <a:blipFill>
                <a:blip r:embed="rId8"/>
                <a:stretch>
                  <a:fillRect l="-1757" t="-2765" b="-36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B9C19C3-2387-40C5-ADFA-A495B567189C}"/>
              </a:ext>
            </a:extLst>
          </p:cNvPr>
          <p:cNvSpPr/>
          <p:nvPr/>
        </p:nvSpPr>
        <p:spPr>
          <a:xfrm>
            <a:off x="4372427" y="2682127"/>
            <a:ext cx="4160013" cy="2187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139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Down 29">
            <a:extLst>
              <a:ext uri="{FF2B5EF4-FFF2-40B4-BE49-F238E27FC236}">
                <a16:creationId xmlns:a16="http://schemas.microsoft.com/office/drawing/2014/main" id="{25C11F75-5168-4D64-8822-C64D02E2CE68}"/>
              </a:ext>
            </a:extLst>
          </p:cNvPr>
          <p:cNvSpPr/>
          <p:nvPr/>
        </p:nvSpPr>
        <p:spPr>
          <a:xfrm rot="12627783">
            <a:off x="1523426" y="3878695"/>
            <a:ext cx="260037" cy="199450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4D606A-91D3-4B7A-973D-A331D21477E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A17D3AC-D888-48C6-9AC3-BE1946674DC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Solving Modulus Problems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D61073B-E12E-45FC-81AF-920CF488BAB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B5EC35-CB72-4E3F-A15A-9F44A4584DA5}"/>
                  </a:ext>
                </a:extLst>
              </p:cNvPr>
              <p:cNvSpPr txBox="1"/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Given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−2, 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,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457200" indent="-457200">
                  <a:buAutoNum type="alphaLcParenBoth"/>
                </a:pPr>
                <a:r>
                  <a:rPr lang="en-GB" dirty="0"/>
                  <a:t>State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57200" indent="-457200">
                  <a:buAutoNum type="alphaLcParenBoth"/>
                </a:pPr>
                <a:r>
                  <a:rPr lang="en-GB" dirty="0"/>
                  <a:t>Solve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B5EC35-CB72-4E3F-A15A-9F44A4584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836712"/>
                <a:ext cx="6029622" cy="1314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35B036A-83FD-493B-9F0D-164182E7195C}"/>
              </a:ext>
            </a:extLst>
          </p:cNvPr>
          <p:cNvGrpSpPr/>
          <p:nvPr/>
        </p:nvGrpSpPr>
        <p:grpSpPr>
          <a:xfrm>
            <a:off x="963251" y="2292772"/>
            <a:ext cx="4545980" cy="3081437"/>
            <a:chOff x="899592" y="2475625"/>
            <a:chExt cx="4317094" cy="289783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20E4C7-8E5F-47B3-BE15-1C49ECB8CADA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4509120"/>
              <a:ext cx="2795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3F11CFD-E01C-4BA4-A4B4-2A4FBB28E4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5333" y="3132329"/>
              <a:ext cx="0" cy="216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E21050-7433-4F02-AFF2-8011A4DF2EF1}"/>
                    </a:ext>
                  </a:extLst>
                </p:cNvPr>
                <p:cNvSpPr txBox="1"/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E21050-7433-4F02-AFF2-8011A4DF2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837" y="4340753"/>
                  <a:ext cx="5760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44D3FDB-F540-41BE-A6DC-EF8C5D13C1F4}"/>
                    </a:ext>
                  </a:extLst>
                </p:cNvPr>
                <p:cNvSpPr txBox="1"/>
                <p:nvPr/>
              </p:nvSpPr>
              <p:spPr>
                <a:xfrm>
                  <a:off x="1976668" y="2784956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44D3FDB-F540-41BE-A6DC-EF8C5D13C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668" y="2784956"/>
                  <a:ext cx="57606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6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1CC41D1-B358-4518-B022-5B814ED627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2855" y="2849219"/>
              <a:ext cx="878591" cy="22016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BDFDEA-61FF-4D28-AAE8-A0956EF4F0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38860" y="3063009"/>
              <a:ext cx="1153998" cy="19878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7043E9E-7E35-421D-A93C-741CF6253295}"/>
                    </a:ext>
                  </a:extLst>
                </p:cNvPr>
                <p:cNvSpPr txBox="1"/>
                <p:nvPr/>
              </p:nvSpPr>
              <p:spPr>
                <a:xfrm>
                  <a:off x="2607117" y="2475625"/>
                  <a:ext cx="2609569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7043E9E-7E35-421D-A93C-741CF6253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7117" y="2475625"/>
                  <a:ext cx="2609569" cy="50859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434161-6627-4013-BDAC-C4B1817261A2}"/>
                    </a:ext>
                  </a:extLst>
                </p:cNvPr>
                <p:cNvSpPr txBox="1"/>
                <p:nvPr/>
              </p:nvSpPr>
              <p:spPr>
                <a:xfrm>
                  <a:off x="2633528" y="5026132"/>
                  <a:ext cx="742053" cy="347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1,−2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434161-6627-4013-BDAC-C4B181726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528" y="5026132"/>
                  <a:ext cx="742053" cy="3473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44AFCFB-5384-46DA-A346-44BC7F7157B2}"/>
                    </a:ext>
                  </a:extLst>
                </p:cNvPr>
                <p:cNvSpPr txBox="1"/>
                <p:nvPr/>
              </p:nvSpPr>
              <p:spPr>
                <a:xfrm>
                  <a:off x="1911944" y="4024381"/>
                  <a:ext cx="576064" cy="508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44AFCFB-5384-46DA-A346-44BC7F715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1944" y="4024381"/>
                  <a:ext cx="576064" cy="50859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E159CF-9B03-4A3D-84A3-907BF58204C1}"/>
                    </a:ext>
                  </a:extLst>
                </p:cNvPr>
                <p:cNvSpPr txBox="1"/>
                <p:nvPr/>
              </p:nvSpPr>
              <p:spPr>
                <a:xfrm>
                  <a:off x="1934461" y="3611940"/>
                  <a:ext cx="576064" cy="347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E159CF-9B03-4A3D-84A3-907BF5820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461" y="3611940"/>
                  <a:ext cx="576064" cy="3473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AB56121-DAC6-45EC-9C68-2D5CFB39863A}"/>
                    </a:ext>
                  </a:extLst>
                </p:cNvPr>
                <p:cNvSpPr txBox="1"/>
                <p:nvPr/>
              </p:nvSpPr>
              <p:spPr>
                <a:xfrm>
                  <a:off x="3159862" y="2938020"/>
                  <a:ext cx="576064" cy="347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AB56121-DAC6-45EC-9C68-2D5CFB398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9862" y="2938020"/>
                  <a:ext cx="576064" cy="3473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F242AEB-7803-4DDC-BE61-712D70DEB8E1}"/>
                    </a:ext>
                  </a:extLst>
                </p:cNvPr>
                <p:cNvSpPr txBox="1"/>
                <p:nvPr/>
              </p:nvSpPr>
              <p:spPr>
                <a:xfrm>
                  <a:off x="1715806" y="3730023"/>
                  <a:ext cx="576064" cy="347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F242AEB-7803-4DDC-BE61-712D70DEB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5806" y="3730023"/>
                  <a:ext cx="576064" cy="3473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0E22F6-ACBB-476D-A8C1-4326FB834FEC}"/>
                  </a:ext>
                </a:extLst>
              </p:cNvPr>
              <p:cNvSpPr txBox="1"/>
              <p:nvPr/>
            </p:nvSpPr>
            <p:spPr>
              <a:xfrm>
                <a:off x="5392552" y="2449721"/>
                <a:ext cx="3631119" cy="199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Year 1 we saw how we could sketch the line representing each side of the equation, then find the point of intersection, i.e.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0E22F6-ACBB-476D-A8C1-4326FB83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552" y="2449721"/>
                <a:ext cx="3631119" cy="1995931"/>
              </a:xfrm>
              <a:prstGeom prst="rect">
                <a:avLst/>
              </a:prstGeom>
              <a:blipFill>
                <a:blip r:embed="rId11"/>
                <a:stretch>
                  <a:fillRect l="-1513" t="-18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8BA745-5A0F-4425-AEA7-60FC77895C1E}"/>
              </a:ext>
            </a:extLst>
          </p:cNvPr>
          <p:cNvCxnSpPr/>
          <p:nvPr/>
        </p:nvCxnSpPr>
        <p:spPr>
          <a:xfrm flipV="1">
            <a:off x="1027411" y="2838893"/>
            <a:ext cx="3152366" cy="1638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8C52522-E70A-46A1-8EEE-7E66D0AC3F12}"/>
              </a:ext>
            </a:extLst>
          </p:cNvPr>
          <p:cNvSpPr/>
          <p:nvPr/>
        </p:nvSpPr>
        <p:spPr>
          <a:xfrm rot="8409496">
            <a:off x="4432336" y="2855003"/>
            <a:ext cx="269819" cy="231943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D27FC6-71FA-4676-A837-FF7A2342383D}"/>
                  </a:ext>
                </a:extLst>
              </p:cNvPr>
              <p:cNvSpPr txBox="1"/>
              <p:nvPr/>
            </p:nvSpPr>
            <p:spPr>
              <a:xfrm>
                <a:off x="5118532" y="4573113"/>
                <a:ext cx="3710879" cy="18560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tx1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, this is the intersection of the original </a:t>
                </a:r>
                <a:r>
                  <a:rPr lang="en-GB" sz="1600" dirty="0" err="1">
                    <a:solidFill>
                      <a:schemeClr val="tx1"/>
                    </a:solidFill>
                  </a:rPr>
                  <a:t>unreflected</a:t>
                </a:r>
                <a:r>
                  <a:rPr lang="en-GB" sz="1600" dirty="0">
                    <a:solidFill>
                      <a:schemeClr val="tx1"/>
                    </a:solidFill>
                  </a:rPr>
                  <a:t> line (i.e.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) with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D27FC6-71FA-4676-A837-FF7A2342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532" y="4573113"/>
                <a:ext cx="3710879" cy="18560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497544-38A1-40B9-8808-62DE305B4F00}"/>
                  </a:ext>
                </a:extLst>
              </p:cNvPr>
              <p:cNvSpPr txBox="1"/>
              <p:nvPr/>
            </p:nvSpPr>
            <p:spPr>
              <a:xfrm>
                <a:off x="413337" y="4791307"/>
                <a:ext cx="3993610" cy="18542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tx1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, this is the intersection of the negated reflected line (i.e.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) with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497544-38A1-40B9-8808-62DE305B4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37" y="4791307"/>
                <a:ext cx="3993610" cy="18542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EF821BD7-89B8-4A51-A8BF-4A8D134CE7A0}"/>
              </a:ext>
            </a:extLst>
          </p:cNvPr>
          <p:cNvSpPr txBox="1"/>
          <p:nvPr/>
        </p:nvSpPr>
        <p:spPr>
          <a:xfrm>
            <a:off x="2197117" y="6237312"/>
            <a:ext cx="267968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 err="1"/>
              <a:t>Fro</a:t>
            </a:r>
            <a:r>
              <a:rPr lang="en-GB" sz="1400" b="1" dirty="0"/>
              <a:t> Note</a:t>
            </a:r>
            <a:r>
              <a:rPr lang="en-GB" sz="1400" dirty="0"/>
              <a:t>: Only the modulus bit is negated, not the whole equation.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52AD1B-0A33-4771-AFFE-D3CF416A2C10}"/>
              </a:ext>
            </a:extLst>
          </p:cNvPr>
          <p:cNvSpPr/>
          <p:nvPr/>
        </p:nvSpPr>
        <p:spPr>
          <a:xfrm>
            <a:off x="315555" y="2281326"/>
            <a:ext cx="8545005" cy="44872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4D021-8E41-4F43-B8C9-16E5313D3C82}"/>
              </a:ext>
            </a:extLst>
          </p:cNvPr>
          <p:cNvSpPr/>
          <p:nvPr/>
        </p:nvSpPr>
        <p:spPr>
          <a:xfrm>
            <a:off x="216433" y="2104438"/>
            <a:ext cx="264988" cy="2816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8254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73022"/>
            <a:ext cx="4076700" cy="2209800"/>
          </a:xfrm>
          <a:prstGeom prst="rect">
            <a:avLst/>
          </a:prstGeom>
        </p:spPr>
      </p:pic>
      <p:grpSp>
        <p:nvGrpSpPr>
          <p:cNvPr id="3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4" name="TextBox 3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b="1" dirty="0"/>
                <a:t>   </a:t>
              </a:r>
              <a:r>
                <a:rPr lang="en-GB" sz="3200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182455"/>
            <a:ext cx="4067947" cy="12804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95536" y="806157"/>
            <a:ext cx="187220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2008 Q3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9592" y="3363213"/>
                <a:ext cx="4032448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: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=2−</m:t>
                    </m:r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0+1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: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2−</m:t>
                    </m:r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GB" sz="16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b="0" dirty="0"/>
              </a:p>
              <a:p>
                <a:r>
                  <a:rPr lang="en-GB" sz="1600" dirty="0"/>
                  <a:t>Either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+1=2    →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−1=2      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: Graph is at its maximum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Thus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600" dirty="0"/>
                  <a:t> (alternative by symmetry, -1 is halfway between -3 and 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−1,2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363213"/>
                <a:ext cx="4032448" cy="3293209"/>
              </a:xfrm>
              <a:prstGeom prst="rect">
                <a:avLst/>
              </a:prstGeom>
              <a:blipFill>
                <a:blip r:embed="rId4"/>
                <a:stretch>
                  <a:fillRect l="-908" t="-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80112" y="2903985"/>
                <a:ext cx="3024336" cy="3752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2−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600" dirty="0"/>
                  <a:t> is not reflected: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600" dirty="0"/>
                  <a:t> is reflected: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Check:</a:t>
                </a:r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2−</m:t>
                    </m:r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 works</a:t>
                </a:r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2−</m:t>
                    </m:r>
                    <m:d>
                      <m:dPr>
                        <m:begChr m:val="|"/>
                        <m:endChr m:val="|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−6+1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e>
                    </m:d>
                  </m:oMath>
                </a14:m>
                <a:r>
                  <a:rPr lang="en-GB" sz="1600" dirty="0"/>
                  <a:t> works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2903985"/>
                <a:ext cx="3024336" cy="3752437"/>
              </a:xfrm>
              <a:prstGeom prst="rect">
                <a:avLst/>
              </a:prstGeom>
              <a:blipFill rotWithShape="0">
                <a:blip r:embed="rId5"/>
                <a:stretch>
                  <a:fillRect l="-10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67544" y="3394066"/>
            <a:ext cx="28803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0548" y="2903985"/>
            <a:ext cx="28803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576" y="3392553"/>
            <a:ext cx="4032448" cy="32007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8580" y="2903985"/>
            <a:ext cx="3369884" cy="37524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E3B1F9-9B97-4744-92AF-FF6751EDFCC3}"/>
                  </a:ext>
                </a:extLst>
              </p:cNvPr>
              <p:cNvSpPr txBox="1"/>
              <p:nvPr/>
            </p:nvSpPr>
            <p:spPr>
              <a:xfrm>
                <a:off x="3422126" y="646499"/>
                <a:ext cx="4608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You can sketch this function by starting with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200" dirty="0"/>
                  <a:t> and gradually transform it as per the previous example.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E3B1F9-9B97-4744-92AF-FF6751EDF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126" y="646499"/>
                <a:ext cx="4608512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95A19B-7D30-42E0-9A85-57D9E756FBE4}"/>
              </a:ext>
            </a:extLst>
          </p:cNvPr>
          <p:cNvCxnSpPr>
            <a:cxnSpLocks/>
          </p:cNvCxnSpPr>
          <p:nvPr/>
        </p:nvCxnSpPr>
        <p:spPr>
          <a:xfrm>
            <a:off x="6120234" y="929928"/>
            <a:ext cx="129073" cy="20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55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14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E45E59-AB6A-E7F3-A373-3166F7C7F07D}"/>
              </a:ext>
            </a:extLst>
          </p:cNvPr>
          <p:cNvSpPr txBox="1"/>
          <p:nvPr/>
        </p:nvSpPr>
        <p:spPr>
          <a:xfrm>
            <a:off x="755577" y="217292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085171-E635-E59A-63FF-CFD87C5F4CFF}"/>
                  </a:ext>
                </a:extLst>
              </p:cNvPr>
              <p:cNvSpPr txBox="1"/>
              <p:nvPr/>
            </p:nvSpPr>
            <p:spPr>
              <a:xfrm>
                <a:off x="755577" y="2676976"/>
                <a:ext cx="414940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2006 1I]</a:t>
                </a:r>
              </a:p>
              <a:p>
                <a:r>
                  <a:rPr lang="en-GB" dirty="0"/>
                  <a:t>The equation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has how many solutions?</a:t>
                </a:r>
              </a:p>
              <a:p>
                <a:endParaRPr lang="en-GB" dirty="0"/>
              </a:p>
              <a:p>
                <a:r>
                  <a:rPr lang="en-GB" b="1" dirty="0"/>
                  <a:t>0 solutions.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b="1" dirty="0"/>
                  <a:t> are each at least 0, and thus must both be 0 to add to 0. But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, but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b="1" dirty="0"/>
                  <a:t>Alternatively, if we sketch </a:t>
                </a:r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+|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b="1" dirty="0"/>
                  <a:t> we can see it never touches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-axis, and therefore has no roots.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085171-E635-E59A-63FF-CFD87C5F4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7" y="2676976"/>
                <a:ext cx="4149406" cy="3416320"/>
              </a:xfrm>
              <a:prstGeom prst="rect">
                <a:avLst/>
              </a:prstGeom>
              <a:blipFill>
                <a:blip r:embed="rId2"/>
                <a:stretch>
                  <a:fillRect l="-1322" t="-891" r="-2056" b="-1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7EE82A2-B6D1-8455-C83B-F23FA8242C6C}"/>
              </a:ext>
            </a:extLst>
          </p:cNvPr>
          <p:cNvSpPr/>
          <p:nvPr/>
        </p:nvSpPr>
        <p:spPr>
          <a:xfrm>
            <a:off x="576637" y="3613080"/>
            <a:ext cx="4427411" cy="24802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47F534F-3A82-40C3-E25D-87DA46BF9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90" y="764704"/>
            <a:ext cx="77628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AC7DCCF-53AE-5746-423F-B70B36C0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5" y="980728"/>
            <a:ext cx="7896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EA62CF8-C02C-81A8-024D-181A10BD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52736"/>
            <a:ext cx="73247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86F6-3303-ACFA-699A-CB028DD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E6C290-1EF6-7CE9-798D-D31CFE53B9F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BD1CD30-DE5F-91D1-8531-B0A3B43CB15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9694184-AB0F-412A-B227-FA9F5ED5344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7C4B097-B0F3-A9EC-3744-C584B5367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" y="764704"/>
            <a:ext cx="79629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59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0A88-5689-F382-341A-C2606D56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CDB999-E7BD-8F1E-A58F-EB4DFB4C640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D19BE9C-FD91-F97B-806F-3659AC14326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7F7CC85-F6F0-C04F-D62B-6266FD18518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A94E820-E9E2-2276-5540-2EA9ED987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908720"/>
            <a:ext cx="78295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967744C-710F-1FD2-B39E-2AD4A41B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25" y="653271"/>
            <a:ext cx="7299149" cy="620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FB1123B-4632-6576-E6FE-86AE68EA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40" y="980728"/>
            <a:ext cx="87153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61759</TotalTime>
  <Words>739</Words>
  <Application>Microsoft Office PowerPoint</Application>
  <PresentationFormat>On-screen Show (4:3)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P2 Chapter 2: Graphing Functions  Solving Modulus Problems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