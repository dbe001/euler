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702" r:id="rId5"/>
    <p:sldId id="533" r:id="rId6"/>
    <p:sldId id="720" r:id="rId7"/>
    <p:sldId id="712" r:id="rId8"/>
    <p:sldId id="713" r:id="rId9"/>
    <p:sldId id="703" r:id="rId10"/>
    <p:sldId id="714" r:id="rId11"/>
    <p:sldId id="715" r:id="rId12"/>
    <p:sldId id="716" r:id="rId13"/>
    <p:sldId id="717" r:id="rId14"/>
    <p:sldId id="718" r:id="rId15"/>
    <p:sldId id="719" r:id="rId16"/>
    <p:sldId id="532" r:id="rId17"/>
    <p:sldId id="721" r:id="rId18"/>
    <p:sldId id="72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F5DFC-8677-4AFE-920E-8434A7F2FDD6}" v="3" dt="2025-10-23T10:29:55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  <pc:docChgLst>
    <pc:chgData name="Dieter Beaven" userId="9bbdb69f-69d0-4759-aa9b-5c090a2da237" providerId="ADAL" clId="{AF4429DE-69D1-4CF8-841D-B9C26A2A5A21}"/>
    <pc:docChg chg="addSld delSld modSld">
      <pc:chgData name="Dieter Beaven" userId="9bbdb69f-69d0-4759-aa9b-5c090a2da237" providerId="ADAL" clId="{AF4429DE-69D1-4CF8-841D-B9C26A2A5A21}" dt="2025-10-23T10:36:55.341" v="18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0:33:07.081" v="5" actId="1076"/>
        <pc:sldMkLst>
          <pc:docMk/>
          <pc:sldMk cId="464788855" sldId="532"/>
        </pc:sldMkLst>
        <pc:picChg chg="add mod">
          <ac:chgData name="Dieter Beaven" userId="9bbdb69f-69d0-4759-aa9b-5c090a2da237" providerId="ADAL" clId="{AF4429DE-69D1-4CF8-841D-B9C26A2A5A21}" dt="2025-10-23T10:33:07.081" v="5" actId="1076"/>
          <ac:picMkLst>
            <pc:docMk/>
            <pc:sldMk cId="464788855" sldId="532"/>
            <ac:picMk id="6" creationId="{F4328D5A-0A8E-94CC-0CFD-2B41261D57FC}"/>
          </ac:picMkLst>
        </pc:picChg>
      </pc:sldChg>
      <pc:sldChg chg="addSp modSp add mod">
        <pc:chgData name="Dieter Beaven" userId="9bbdb69f-69d0-4759-aa9b-5c090a2da237" providerId="ADAL" clId="{AF4429DE-69D1-4CF8-841D-B9C26A2A5A21}" dt="2025-10-23T10:35:01.547" v="10" actId="1035"/>
        <pc:sldMkLst>
          <pc:docMk/>
          <pc:sldMk cId="4065000435" sldId="721"/>
        </pc:sldMkLst>
        <pc:picChg chg="add mod">
          <ac:chgData name="Dieter Beaven" userId="9bbdb69f-69d0-4759-aa9b-5c090a2da237" providerId="ADAL" clId="{AF4429DE-69D1-4CF8-841D-B9C26A2A5A21}" dt="2025-10-23T10:35:01.547" v="10" actId="1035"/>
          <ac:picMkLst>
            <pc:docMk/>
            <pc:sldMk cId="4065000435" sldId="721"/>
            <ac:picMk id="6" creationId="{9AC78F64-B4FF-D709-D4AA-988F9FD1EEB8}"/>
          </ac:picMkLst>
        </pc:picChg>
      </pc:sldChg>
      <pc:sldChg chg="addSp modSp add mod">
        <pc:chgData name="Dieter Beaven" userId="9bbdb69f-69d0-4759-aa9b-5c090a2da237" providerId="ADAL" clId="{AF4429DE-69D1-4CF8-841D-B9C26A2A5A21}" dt="2025-10-23T10:36:51.856" v="17" actId="1035"/>
        <pc:sldMkLst>
          <pc:docMk/>
          <pc:sldMk cId="1360077924" sldId="722"/>
        </pc:sldMkLst>
        <pc:picChg chg="add mod">
          <ac:chgData name="Dieter Beaven" userId="9bbdb69f-69d0-4759-aa9b-5c090a2da237" providerId="ADAL" clId="{AF4429DE-69D1-4CF8-841D-B9C26A2A5A21}" dt="2025-10-23T10:36:51.856" v="17" actId="1035"/>
          <ac:picMkLst>
            <pc:docMk/>
            <pc:sldMk cId="1360077924" sldId="722"/>
            <ac:picMk id="6" creationId="{72587C9C-D008-5261-9C79-9B55BC54417A}"/>
          </ac:picMkLst>
        </pc:picChg>
      </pc:sldChg>
      <pc:sldChg chg="add del">
        <pc:chgData name="Dieter Beaven" userId="9bbdb69f-69d0-4759-aa9b-5c090a2da237" providerId="ADAL" clId="{AF4429DE-69D1-4CF8-841D-B9C26A2A5A21}" dt="2025-10-23T10:36:55.341" v="18" actId="47"/>
        <pc:sldMkLst>
          <pc:docMk/>
          <pc:sldMk cId="510940864" sldId="723"/>
        </pc:sldMkLst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  <pc:docChgLst>
    <pc:chgData name="Dieter Beaven" userId="9bbdb69f-69d0-4759-aa9b-5c090a2da237" providerId="ADAL" clId="{35E847EA-B9E9-4499-A832-E5D1C95C3235}"/>
    <pc:docChg chg="custSel modSld">
      <pc:chgData name="Dieter Beaven" userId="9bbdb69f-69d0-4759-aa9b-5c090a2da237" providerId="ADAL" clId="{35E847EA-B9E9-4499-A832-E5D1C95C3235}" dt="2025-04-29T13:49:15.613" v="9" actId="27636"/>
      <pc:docMkLst>
        <pc:docMk/>
      </pc:docMkLst>
      <pc:sldChg chg="modSp mod">
        <pc:chgData name="Dieter Beaven" userId="9bbdb69f-69d0-4759-aa9b-5c090a2da237" providerId="ADAL" clId="{35E847EA-B9E9-4499-A832-E5D1C95C3235}" dt="2025-04-29T13:49:15.613" v="9" actId="27636"/>
        <pc:sldMkLst>
          <pc:docMk/>
          <pc:sldMk cId="3923336104" sldId="702"/>
        </pc:sldMkLst>
      </pc:sldChg>
    </pc:docChg>
  </pc:docChgLst>
  <pc:docChgLst>
    <pc:chgData name="Dieter Beaven" userId="9bbdb69f-69d0-4759-aa9b-5c090a2da237" providerId="ADAL" clId="{F827F373-06E8-496B-B1CE-026412A58A3E}"/>
    <pc:docChg chg="custSel addSld delSld modSld">
      <pc:chgData name="Dieter Beaven" userId="9bbdb69f-69d0-4759-aa9b-5c090a2da237" providerId="ADAL" clId="{F827F373-06E8-496B-B1CE-026412A58A3E}" dt="2025-08-27T10:00:14.958" v="57" actId="1035"/>
      <pc:docMkLst>
        <pc:docMk/>
      </pc:docMkLst>
      <pc:sldChg chg="addSp delSp modSp mod">
        <pc:chgData name="Dieter Beaven" userId="9bbdb69f-69d0-4759-aa9b-5c090a2da237" providerId="ADAL" clId="{F827F373-06E8-496B-B1CE-026412A58A3E}" dt="2025-08-27T09:59:56.296" v="54" actId="1035"/>
        <pc:sldMkLst>
          <pc:docMk/>
          <pc:sldMk cId="173887519" sldId="533"/>
        </pc:sldMkLst>
      </pc:sldChg>
      <pc:sldChg chg="addSp delSp mod">
        <pc:chgData name="Dieter Beaven" userId="9bbdb69f-69d0-4759-aa9b-5c090a2da237" providerId="ADAL" clId="{F827F373-06E8-496B-B1CE-026412A58A3E}" dt="2025-08-27T09:52:04.680" v="9" actId="22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F827F373-06E8-496B-B1CE-026412A58A3E}" dt="2025-08-27T09:52:47.621" v="12" actId="1076"/>
        <pc:sldMkLst>
          <pc:docMk/>
          <pc:sldMk cId="1756658491" sldId="712"/>
        </pc:sldMkLst>
      </pc:sldChg>
      <pc:sldChg chg="addSp modSp mod">
        <pc:chgData name="Dieter Beaven" userId="9bbdb69f-69d0-4759-aa9b-5c090a2da237" providerId="ADAL" clId="{F827F373-06E8-496B-B1CE-026412A58A3E}" dt="2025-08-27T09:51:05.019" v="6" actId="1076"/>
        <pc:sldMkLst>
          <pc:docMk/>
          <pc:sldMk cId="1336369231" sldId="713"/>
        </pc:sldMkLst>
      </pc:sldChg>
      <pc:sldChg chg="addSp delSp modSp add mod">
        <pc:chgData name="Dieter Beaven" userId="9bbdb69f-69d0-4759-aa9b-5c090a2da237" providerId="ADAL" clId="{F827F373-06E8-496B-B1CE-026412A58A3E}" dt="2025-08-27T09:53:32.327" v="19" actId="1076"/>
        <pc:sldMkLst>
          <pc:docMk/>
          <pc:sldMk cId="956573176" sldId="714"/>
        </pc:sldMkLst>
      </pc:sldChg>
      <pc:sldChg chg="addSp modSp add mod">
        <pc:chgData name="Dieter Beaven" userId="9bbdb69f-69d0-4759-aa9b-5c090a2da237" providerId="ADAL" clId="{F827F373-06E8-496B-B1CE-026412A58A3E}" dt="2025-08-27T09:53:55.412" v="23" actId="1036"/>
        <pc:sldMkLst>
          <pc:docMk/>
          <pc:sldMk cId="4179470523" sldId="715"/>
        </pc:sldMkLst>
      </pc:sldChg>
      <pc:sldChg chg="addSp modSp add mod">
        <pc:chgData name="Dieter Beaven" userId="9bbdb69f-69d0-4759-aa9b-5c090a2da237" providerId="ADAL" clId="{F827F373-06E8-496B-B1CE-026412A58A3E}" dt="2025-08-27T09:55:20.283" v="32" actId="1076"/>
        <pc:sldMkLst>
          <pc:docMk/>
          <pc:sldMk cId="3217370499" sldId="716"/>
        </pc:sldMkLst>
      </pc:sldChg>
      <pc:sldChg chg="addSp modSp add mod">
        <pc:chgData name="Dieter Beaven" userId="9bbdb69f-69d0-4759-aa9b-5c090a2da237" providerId="ADAL" clId="{F827F373-06E8-496B-B1CE-026412A58A3E}" dt="2025-08-27T09:55:17.628" v="31" actId="1076"/>
        <pc:sldMkLst>
          <pc:docMk/>
          <pc:sldMk cId="3473795944" sldId="717"/>
        </pc:sldMkLst>
      </pc:sldChg>
      <pc:sldChg chg="addSp modSp add mod">
        <pc:chgData name="Dieter Beaven" userId="9bbdb69f-69d0-4759-aa9b-5c090a2da237" providerId="ADAL" clId="{F827F373-06E8-496B-B1CE-026412A58A3E}" dt="2025-08-27T09:55:55.456" v="34" actId="1076"/>
        <pc:sldMkLst>
          <pc:docMk/>
          <pc:sldMk cId="3949733192" sldId="718"/>
        </pc:sldMkLst>
      </pc:sldChg>
      <pc:sldChg chg="addSp add mod">
        <pc:chgData name="Dieter Beaven" userId="9bbdb69f-69d0-4759-aa9b-5c090a2da237" providerId="ADAL" clId="{F827F373-06E8-496B-B1CE-026412A58A3E}" dt="2025-08-27T09:56:36.639" v="35" actId="22"/>
        <pc:sldMkLst>
          <pc:docMk/>
          <pc:sldMk cId="2829290914" sldId="719"/>
        </pc:sldMkLst>
      </pc:sldChg>
      <pc:sldChg chg="add del">
        <pc:chgData name="Dieter Beaven" userId="9bbdb69f-69d0-4759-aa9b-5c090a2da237" providerId="ADAL" clId="{F827F373-06E8-496B-B1CE-026412A58A3E}" dt="2025-08-27T09:56:40.198" v="36" actId="47"/>
        <pc:sldMkLst>
          <pc:docMk/>
          <pc:sldMk cId="1009835935" sldId="720"/>
        </pc:sldMkLst>
      </pc:sldChg>
      <pc:sldChg chg="addSp delSp modSp add mod">
        <pc:chgData name="Dieter Beaven" userId="9bbdb69f-69d0-4759-aa9b-5c090a2da237" providerId="ADAL" clId="{F827F373-06E8-496B-B1CE-026412A58A3E}" dt="2025-08-27T10:00:14.958" v="57" actId="1035"/>
        <pc:sldMkLst>
          <pc:docMk/>
          <pc:sldMk cId="1940160245" sldId="7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 fontScale="90000"/>
          </a:bodyPr>
          <a:lstStyle/>
          <a:p>
            <a:r>
              <a:rPr lang="en-GB" b="1">
                <a:solidFill>
                  <a:srgbClr val="92D050"/>
                </a:solidFill>
              </a:rPr>
              <a:t>P2 Chapter 2: </a:t>
            </a:r>
            <a:r>
              <a:rPr lang="en-GB">
                <a:solidFill>
                  <a:schemeClr val="accent5"/>
                </a:solidFill>
              </a:rPr>
              <a:t>Graphing </a:t>
            </a:r>
            <a:r>
              <a:rPr lang="en-GB" dirty="0">
                <a:solidFill>
                  <a:schemeClr val="accent5"/>
                </a:solidFill>
              </a:rPr>
              <a:t>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A8641DD-98F1-56B7-F6E0-ACDD3301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90" y="836712"/>
            <a:ext cx="73818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35E5-8933-41BD-82BE-9F4FCC92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B5F8C9-9C6E-9BBB-1EEA-3A489627D9F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AD4DA1C-BD10-2167-245C-E910EC6A959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C818872-6ECA-F087-2A98-43DDDD3A0A1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B6249F1-145F-0B9B-B61E-4093F4742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7" y="980728"/>
            <a:ext cx="740092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6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43DA5DD-E1E1-C1D6-49F7-634277EE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" y="908720"/>
            <a:ext cx="78486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8E900EF-C76E-FF79-37C4-60C6AAA45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0" y="836712"/>
            <a:ext cx="77247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5F73214-1720-6FD2-BF3F-E76E57F91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1076325"/>
            <a:ext cx="78390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BE501-3097-6617-CF80-6F11178E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1457E2-68AF-0947-6179-DAE26DF12FF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3F208CA-B773-A1D8-7DC0-580BC245EDC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8E4839-4439-701C-0E49-0C7C9F09149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D503B0C-1C29-310B-1B7A-289AB27E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" y="914400"/>
            <a:ext cx="7848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7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FD28E-DC84-3DFC-CE0A-EC06F982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304CAB-34AE-0003-FE8B-8DA053A4463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C310F95-7742-7C63-BC70-3BF3B84264B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B0CE552-69E8-53F6-9C6A-6194FC28141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51E0BF4-392D-17C4-336D-EA88BA1A3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47886"/>
            <a:ext cx="757237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70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11B3-A462-A214-41FF-DD8747B8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C8BB78-27F1-D8A6-4DEC-477C532CFC5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4831D33-5498-7347-373C-28F31CDE734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3D0D200-D2A3-CF7B-2CD3-D979FC558B9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E0676AF-C2E8-4C74-B0ED-6DFFBA6C5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0" y="908720"/>
            <a:ext cx="77247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7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E0E14-8EB3-34E0-A297-97CE393F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0E4474-DA2E-CD38-9B9F-DBDE81BECEF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A644B01-CA8F-2454-6C2D-6CF6B2700D4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47789FD-A2C3-BC8C-1CE9-92CC5BAC9B2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DAAC313-CF71-2B41-1FC7-0C688821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" y="1052736"/>
            <a:ext cx="79057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95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370A-5269-F0A7-35EE-C4D3F841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2A97CF1-C416-ADA3-7E49-BA01C76DDB0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DBF988C-7C2C-4435-E0B8-1D96B837BED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C252B24-4E26-0A9E-51BA-2AD16953B7D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0A09E1E-3B8D-FDC1-6D09-2F967C8D0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3" y="908720"/>
            <a:ext cx="76771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3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8ACA-B492-D9EA-1648-3DC704D4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6EB7A-D7AE-AA46-0D72-AE98A1787DD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38D4DA5-8454-4606-A55B-F3028AB4914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A96ABD7-41DD-9406-1593-F2EA13E006A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E2D9DAE-39FE-FC5C-77BD-5BB34D3D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052512"/>
            <a:ext cx="76390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90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4328D5A-0A8E-94CC-0CFD-2B41261D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44" y="642097"/>
            <a:ext cx="8005712" cy="619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44AD-E6D7-D5EC-7FFC-46D10BC0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4B22FB1-F891-5B31-2E60-C45BF2097F0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412833B-0F66-6020-5E9F-0A5FB90DCB9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411A798-E99B-D63F-ECDC-8755EB75E6E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AC78F64-B4FF-D709-D4AA-988F9FD1E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32" y="620688"/>
            <a:ext cx="7900936" cy="621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0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D1F5-587C-E562-0E28-527F9C00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505779A-E9F2-66D9-F241-543359F5230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B9254BC-1F78-9A90-8F29-E2455E166231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30076CC-388C-D3C1-0CB9-7D21FB01952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2587C9C-D008-5261-9C79-9B55BC544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7" y="620688"/>
            <a:ext cx="8753225" cy="622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7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29573</TotalTime>
  <Words>38</Words>
  <Application>Microsoft Office PowerPoint</Application>
  <PresentationFormat>On-screen Show (4:3)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P2 Chapter 2: Graphing Functions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2025-10-23T10:37:01Z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