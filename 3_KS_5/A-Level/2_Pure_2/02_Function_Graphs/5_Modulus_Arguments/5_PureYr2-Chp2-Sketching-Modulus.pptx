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547" r:id="rId5"/>
    <p:sldId id="554" r:id="rId6"/>
    <p:sldId id="556" r:id="rId7"/>
    <p:sldId id="557" r:id="rId8"/>
    <p:sldId id="558" r:id="rId9"/>
    <p:sldId id="549" r:id="rId10"/>
    <p:sldId id="543" r:id="rId11"/>
    <p:sldId id="550" r:id="rId12"/>
    <p:sldId id="551" r:id="rId13"/>
    <p:sldId id="545" r:id="rId14"/>
    <p:sldId id="552" r:id="rId15"/>
    <p:sldId id="55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3106A-0FE3-492B-8E73-9DB69A7718BA}" v="2" dt="2025-10-23T10:13:51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661ACF9B-2B4E-4AF6-8DE7-E76E512AF199}"/>
    <pc:docChg chg="addSld modSld">
      <pc:chgData name="Dieter Beaven" userId="9bbdb69f-69d0-4759-aa9b-5c090a2da237" providerId="ADAL" clId="{661ACF9B-2B4E-4AF6-8DE7-E76E512AF199}" dt="2025-05-13T15:06:32.244" v="41" actId="20577"/>
      <pc:docMkLst>
        <pc:docMk/>
      </pc:docMkLst>
      <pc:sldChg chg="modSp mod">
        <pc:chgData name="Dieter Beaven" userId="9bbdb69f-69d0-4759-aa9b-5c090a2da237" providerId="ADAL" clId="{661ACF9B-2B4E-4AF6-8DE7-E76E512AF199}" dt="2025-05-13T15:06:32.244" v="41" actId="20577"/>
        <pc:sldMkLst>
          <pc:docMk/>
          <pc:sldMk cId="3991975165" sldId="547"/>
        </pc:sldMkLst>
      </pc:sldChg>
      <pc:sldChg chg="addSp modSp mod modAnim">
        <pc:chgData name="Dieter Beaven" userId="9bbdb69f-69d0-4759-aa9b-5c090a2da237" providerId="ADAL" clId="{661ACF9B-2B4E-4AF6-8DE7-E76E512AF199}" dt="2025-05-13T15:06:08.179" v="10" actId="1035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661ACF9B-2B4E-4AF6-8DE7-E76E512AF199}" dt="2025-05-13T15:05:36.063" v="0"/>
        <pc:sldMkLst>
          <pc:docMk/>
          <pc:sldMk cId="3649550241" sldId="554"/>
        </pc:sldMkLst>
      </pc:sldChg>
      <pc:sldChg chg="add">
        <pc:chgData name="Dieter Beaven" userId="9bbdb69f-69d0-4759-aa9b-5c090a2da237" providerId="ADAL" clId="{661ACF9B-2B4E-4AF6-8DE7-E76E512AF199}" dt="2025-05-13T15:05:36.063" v="0"/>
        <pc:sldMkLst>
          <pc:docMk/>
          <pc:sldMk cId="1272725638" sldId="556"/>
        </pc:sldMkLst>
      </pc:sldChg>
      <pc:sldChg chg="add">
        <pc:chgData name="Dieter Beaven" userId="9bbdb69f-69d0-4759-aa9b-5c090a2da237" providerId="ADAL" clId="{661ACF9B-2B4E-4AF6-8DE7-E76E512AF199}" dt="2025-05-13T15:05:36.063" v="0"/>
        <pc:sldMkLst>
          <pc:docMk/>
          <pc:sldMk cId="3445895464" sldId="557"/>
        </pc:sldMkLst>
      </pc:sldChg>
      <pc:sldChg chg="add">
        <pc:chgData name="Dieter Beaven" userId="9bbdb69f-69d0-4759-aa9b-5c090a2da237" providerId="ADAL" clId="{661ACF9B-2B4E-4AF6-8DE7-E76E512AF199}" dt="2025-05-13T15:05:36.063" v="0"/>
        <pc:sldMkLst>
          <pc:docMk/>
          <pc:sldMk cId="3475686357" sldId="558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custSel addSld delSld modSld">
      <pc:chgData name="Dieter Beaven" userId="9bbdb69f-69d0-4759-aa9b-5c090a2da237" providerId="ADAL" clId="{AF4429DE-69D1-4CF8-841D-B9C26A2A5A21}" dt="2025-10-23T10:18:33.593" v="31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0:13:48.138" v="5" actId="1035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13:48.138" v="5" actId="1035"/>
          <ac:picMkLst>
            <pc:docMk/>
            <pc:sldMk cId="3458699803" sldId="545"/>
            <ac:picMk id="6" creationId="{0DE7CBB5-28FE-802F-C7F8-D2584C9E0BBA}"/>
          </ac:picMkLst>
        </pc:picChg>
      </pc:sldChg>
      <pc:sldChg chg="addSp delSp modSp mod">
        <pc:chgData name="Dieter Beaven" userId="9bbdb69f-69d0-4759-aa9b-5c090a2da237" providerId="ADAL" clId="{AF4429DE-69D1-4CF8-841D-B9C26A2A5A21}" dt="2025-10-23T10:17:28.737" v="29" actId="14100"/>
        <pc:sldMkLst>
          <pc:docMk/>
          <pc:sldMk cId="2531956736" sldId="552"/>
        </pc:sldMkLst>
        <pc:picChg chg="add del mod">
          <ac:chgData name="Dieter Beaven" userId="9bbdb69f-69d0-4759-aa9b-5c090a2da237" providerId="ADAL" clId="{AF4429DE-69D1-4CF8-841D-B9C26A2A5A21}" dt="2025-10-23T10:16:28.495" v="15" actId="478"/>
          <ac:picMkLst>
            <pc:docMk/>
            <pc:sldMk cId="2531956736" sldId="552"/>
            <ac:picMk id="6" creationId="{FE545949-8424-4830-AB99-09D3C2807754}"/>
          </ac:picMkLst>
        </pc:picChg>
        <pc:picChg chg="add mod">
          <ac:chgData name="Dieter Beaven" userId="9bbdb69f-69d0-4759-aa9b-5c090a2da237" providerId="ADAL" clId="{AF4429DE-69D1-4CF8-841D-B9C26A2A5A21}" dt="2025-10-23T10:17:28.737" v="29" actId="14100"/>
          <ac:picMkLst>
            <pc:docMk/>
            <pc:sldMk cId="2531956736" sldId="552"/>
            <ac:picMk id="8" creationId="{0AA3C825-BB37-4F18-37C4-780C17A4779E}"/>
          </ac:picMkLst>
        </pc:picChg>
      </pc:sldChg>
      <pc:sldChg chg="addSp add mod">
        <pc:chgData name="Dieter Beaven" userId="9bbdb69f-69d0-4759-aa9b-5c090a2da237" providerId="ADAL" clId="{AF4429DE-69D1-4CF8-841D-B9C26A2A5A21}" dt="2025-10-23T10:18:31.470" v="30" actId="22"/>
        <pc:sldMkLst>
          <pc:docMk/>
          <pc:sldMk cId="1310053814" sldId="559"/>
        </pc:sldMkLst>
        <pc:picChg chg="add">
          <ac:chgData name="Dieter Beaven" userId="9bbdb69f-69d0-4759-aa9b-5c090a2da237" providerId="ADAL" clId="{AF4429DE-69D1-4CF8-841D-B9C26A2A5A21}" dt="2025-10-23T10:18:31.470" v="30" actId="22"/>
          <ac:picMkLst>
            <pc:docMk/>
            <pc:sldMk cId="1310053814" sldId="559"/>
            <ac:picMk id="6" creationId="{C7F7774D-70E8-8405-8A99-420EACB5F768}"/>
          </ac:picMkLst>
        </pc:picChg>
      </pc:sldChg>
      <pc:sldChg chg="add del">
        <pc:chgData name="Dieter Beaven" userId="9bbdb69f-69d0-4759-aa9b-5c090a2da237" providerId="ADAL" clId="{AF4429DE-69D1-4CF8-841D-B9C26A2A5A21}" dt="2025-10-23T10:18:33.593" v="31" actId="47"/>
        <pc:sldMkLst>
          <pc:docMk/>
          <pc:sldMk cId="1754459423" sldId="560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1A93DA95-2D0F-4266-98F9-58FD253B9B4F}"/>
    <pc:docChg chg="modSld">
      <pc:chgData name="Dieter Beaven" userId="9bbdb69f-69d0-4759-aa9b-5c090a2da237" providerId="ADAL" clId="{1A93DA95-2D0F-4266-98F9-58FD253B9B4F}" dt="2025-08-27T09:37:51.745" v="11" actId="1076"/>
      <pc:docMkLst>
        <pc:docMk/>
      </pc:docMkLst>
      <pc:sldChg chg="addSp modSp mod">
        <pc:chgData name="Dieter Beaven" userId="9bbdb69f-69d0-4759-aa9b-5c090a2da237" providerId="ADAL" clId="{1A93DA95-2D0F-4266-98F9-58FD253B9B4F}" dt="2025-08-27T09:36:57.670" v="9" actId="1037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1A93DA95-2D0F-4266-98F9-58FD253B9B4F}" dt="2025-08-27T09:36:40.898" v="2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1A93DA95-2D0F-4266-98F9-58FD253B9B4F}" dt="2025-08-27T09:37:51.745" v="11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image" Target="../media/image170.png"/><Relationship Id="rId16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8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Sketching Modulus Functions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F0D617-822D-45AE-9C2E-0FA9F8CCC19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F8AE46F2-9B11-4A20-B9D6-BAC92FCA81E2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Sketching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GB" sz="3200" dirty="0"/>
                    <a:t> and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F8AE46F2-9B11-4A20-B9D6-BAC92FCA8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38ACCFA-2CBF-411A-9DC9-70C114B2DF6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7E12A7-7445-4636-8016-6ED4D40431F0}"/>
              </a:ext>
            </a:extLst>
          </p:cNvPr>
          <p:cNvCxnSpPr>
            <a:cxnSpLocks/>
          </p:cNvCxnSpPr>
          <p:nvPr/>
        </p:nvCxnSpPr>
        <p:spPr>
          <a:xfrm>
            <a:off x="399390" y="3680294"/>
            <a:ext cx="47099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1FBEA2-DC7F-4535-B0C0-717E9D788697}"/>
              </a:ext>
            </a:extLst>
          </p:cNvPr>
          <p:cNvCxnSpPr>
            <a:cxnSpLocks/>
          </p:cNvCxnSpPr>
          <p:nvPr/>
        </p:nvCxnSpPr>
        <p:spPr>
          <a:xfrm flipV="1">
            <a:off x="2555776" y="1340768"/>
            <a:ext cx="0" cy="424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1A684E-679A-43BB-8010-DB631EAA0EE7}"/>
                  </a:ext>
                </a:extLst>
              </p:cNvPr>
              <p:cNvSpPr txBox="1"/>
              <p:nvPr/>
            </p:nvSpPr>
            <p:spPr>
              <a:xfrm>
                <a:off x="4949899" y="349616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1A684E-679A-43BB-8010-DB631EAA0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899" y="3496167"/>
                <a:ext cx="5760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FE01F-C6A8-4FC9-83DC-BAA351DAF086}"/>
                  </a:ext>
                </a:extLst>
              </p:cNvPr>
              <p:cNvSpPr txBox="1"/>
              <p:nvPr/>
            </p:nvSpPr>
            <p:spPr>
              <a:xfrm>
                <a:off x="2267744" y="950851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FE01F-C6A8-4FC9-83DC-BAA351DAF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950851"/>
                <a:ext cx="57606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2C7580-5844-4C37-9D6D-5DBA61DF7CE6}"/>
                  </a:ext>
                </a:extLst>
              </p:cNvPr>
              <p:cNvSpPr txBox="1"/>
              <p:nvPr/>
            </p:nvSpPr>
            <p:spPr>
              <a:xfrm>
                <a:off x="3728049" y="3659029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2C7580-5844-4C37-9D6D-5DBA61DF7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049" y="3659029"/>
                <a:ext cx="5760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CC52E2-ECDA-4793-B4B3-3997384C7B9D}"/>
                  </a:ext>
                </a:extLst>
              </p:cNvPr>
              <p:cNvSpPr txBox="1"/>
              <p:nvPr/>
            </p:nvSpPr>
            <p:spPr>
              <a:xfrm>
                <a:off x="1681048" y="3660071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CC52E2-ECDA-4793-B4B3-3997384C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048" y="3660071"/>
                <a:ext cx="5760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C61E8B2-F05B-47BC-99AD-CC28C308387D}"/>
              </a:ext>
            </a:extLst>
          </p:cNvPr>
          <p:cNvSpPr/>
          <p:nvPr/>
        </p:nvSpPr>
        <p:spPr>
          <a:xfrm>
            <a:off x="1185534" y="1762584"/>
            <a:ext cx="3668233" cy="2785730"/>
          </a:xfrm>
          <a:custGeom>
            <a:avLst/>
            <a:gdLst>
              <a:gd name="connsiteX0" fmla="*/ 0 w 3668233"/>
              <a:gd name="connsiteY0" fmla="*/ 0 h 2785730"/>
              <a:gd name="connsiteX1" fmla="*/ 1871331 w 3668233"/>
              <a:gd name="connsiteY1" fmla="*/ 2785730 h 2785730"/>
              <a:gd name="connsiteX2" fmla="*/ 3668233 w 3668233"/>
              <a:gd name="connsiteY2" fmla="*/ 0 h 278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8233" h="2785730">
                <a:moveTo>
                  <a:pt x="0" y="0"/>
                </a:moveTo>
                <a:cubicBezTo>
                  <a:pt x="629979" y="1392865"/>
                  <a:pt x="1259959" y="2785730"/>
                  <a:pt x="1871331" y="2785730"/>
                </a:cubicBezTo>
                <a:cubicBezTo>
                  <a:pt x="2482703" y="2785730"/>
                  <a:pt x="3075468" y="1392865"/>
                  <a:pt x="366823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2C009-C663-4A47-9B61-AC0AC0C47C36}"/>
                  </a:ext>
                </a:extLst>
              </p:cNvPr>
              <p:cNvSpPr txBox="1"/>
              <p:nvPr/>
            </p:nvSpPr>
            <p:spPr>
              <a:xfrm>
                <a:off x="4022993" y="1362033"/>
                <a:ext cx="1133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2C009-C663-4A47-9B61-AC0AC0C4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993" y="1362033"/>
                <a:ext cx="1133797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8949A9-08A8-47EA-BFA7-5C67B1E9000D}"/>
                  </a:ext>
                </a:extLst>
              </p:cNvPr>
              <p:cNvSpPr txBox="1"/>
              <p:nvPr/>
            </p:nvSpPr>
            <p:spPr>
              <a:xfrm>
                <a:off x="5652120" y="900368"/>
                <a:ext cx="3024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is a sketch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−3)(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8949A9-08A8-47EA-BFA7-5C67B1E9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900368"/>
                <a:ext cx="3024336" cy="646331"/>
              </a:xfrm>
              <a:prstGeom prst="rect">
                <a:avLst/>
              </a:prstGeom>
              <a:blipFill>
                <a:blip r:embed="rId8"/>
                <a:stretch>
                  <a:fillRect l="-1613" t="-5660" r="-403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510E02-F62A-42DE-BB28-2755EB1593F0}"/>
                  </a:ext>
                </a:extLst>
              </p:cNvPr>
              <p:cNvSpPr txBox="1"/>
              <p:nvPr/>
            </p:nvSpPr>
            <p:spPr>
              <a:xfrm>
                <a:off x="4951805" y="2081856"/>
                <a:ext cx="288032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arenR"/>
                </a:pPr>
                <a:r>
                  <a:rPr lang="en-GB" sz="2400" dirty="0"/>
                  <a:t>Sketch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br>
                  <a:rPr lang="en-GB" sz="2400" dirty="0"/>
                </a:br>
                <a:endParaRPr lang="en-GB" sz="1000" dirty="0"/>
              </a:p>
              <a:p>
                <a:pPr marL="342900" indent="-342900">
                  <a:buAutoNum type="alphaLcParenR"/>
                </a:pPr>
                <a:r>
                  <a:rPr lang="en-GB" sz="2400" dirty="0"/>
                  <a:t>Sketch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510E02-F62A-42DE-BB28-2755EB159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805" y="2081856"/>
                <a:ext cx="2880320" cy="1015663"/>
              </a:xfrm>
              <a:prstGeom prst="rect">
                <a:avLst/>
              </a:prstGeom>
              <a:blipFill>
                <a:blip r:embed="rId9"/>
                <a:stretch>
                  <a:fillRect b="-208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C8B116-1953-4038-B998-7A8B77936E34}"/>
                  </a:ext>
                </a:extLst>
              </p:cNvPr>
              <p:cNvSpPr txBox="1"/>
              <p:nvPr/>
            </p:nvSpPr>
            <p:spPr>
              <a:xfrm>
                <a:off x="2071998" y="4184786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C8B116-1953-4038-B998-7A8B77936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998" y="4184786"/>
                <a:ext cx="57606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ADED87B9-79D6-4EB8-9B26-BAF928A6A900}"/>
              </a:ext>
            </a:extLst>
          </p:cNvPr>
          <p:cNvSpPr/>
          <p:nvPr/>
        </p:nvSpPr>
        <p:spPr>
          <a:xfrm>
            <a:off x="7832125" y="2070474"/>
            <a:ext cx="1109857" cy="4898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Sketch 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983DBF-0ED7-4460-8AAE-A6335876067A}"/>
              </a:ext>
            </a:extLst>
          </p:cNvPr>
          <p:cNvSpPr/>
          <p:nvPr/>
        </p:nvSpPr>
        <p:spPr>
          <a:xfrm>
            <a:off x="7832125" y="2560320"/>
            <a:ext cx="1109857" cy="53719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Sketch &gt;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7417F1-A070-4563-B336-0430807C1703}"/>
              </a:ext>
            </a:extLst>
          </p:cNvPr>
          <p:cNvGrpSpPr/>
          <p:nvPr/>
        </p:nvGrpSpPr>
        <p:grpSpPr>
          <a:xfrm>
            <a:off x="1201479" y="1765005"/>
            <a:ext cx="3657600" cy="1924493"/>
            <a:chOff x="1201479" y="1765005"/>
            <a:chExt cx="3657600" cy="192449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DD35E3-EB23-49D1-A38D-47DCB8B38F1B}"/>
                </a:ext>
              </a:extLst>
            </p:cNvPr>
            <p:cNvSpPr/>
            <p:nvPr/>
          </p:nvSpPr>
          <p:spPr>
            <a:xfrm>
              <a:off x="1201479" y="1775637"/>
              <a:ext cx="935665" cy="1913861"/>
            </a:xfrm>
            <a:custGeom>
              <a:avLst/>
              <a:gdLst>
                <a:gd name="connsiteX0" fmla="*/ 935665 w 935665"/>
                <a:gd name="connsiteY0" fmla="*/ 1913861 h 1913861"/>
                <a:gd name="connsiteX1" fmla="*/ 520995 w 935665"/>
                <a:gd name="connsiteY1" fmla="*/ 1116419 h 1913861"/>
                <a:gd name="connsiteX2" fmla="*/ 0 w 935665"/>
                <a:gd name="connsiteY2" fmla="*/ 0 h 1913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5665" h="1913861">
                  <a:moveTo>
                    <a:pt x="935665" y="1913861"/>
                  </a:moveTo>
                  <a:cubicBezTo>
                    <a:pt x="806302" y="1674628"/>
                    <a:pt x="676939" y="1435396"/>
                    <a:pt x="520995" y="1116419"/>
                  </a:cubicBezTo>
                  <a:cubicBezTo>
                    <a:pt x="365051" y="797442"/>
                    <a:pt x="182525" y="398721"/>
                    <a:pt x="0" y="0"/>
                  </a:cubicBezTo>
                </a:path>
              </a:pathLst>
            </a:custGeom>
            <a:ln w="762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216AAEB-F037-440E-BF57-1F53109E6840}"/>
                </a:ext>
              </a:extLst>
            </p:cNvPr>
            <p:cNvSpPr/>
            <p:nvPr/>
          </p:nvSpPr>
          <p:spPr>
            <a:xfrm>
              <a:off x="3965944" y="1765005"/>
              <a:ext cx="893135" cy="1924493"/>
            </a:xfrm>
            <a:custGeom>
              <a:avLst/>
              <a:gdLst>
                <a:gd name="connsiteX0" fmla="*/ 0 w 893135"/>
                <a:gd name="connsiteY0" fmla="*/ 1924493 h 1924493"/>
                <a:gd name="connsiteX1" fmla="*/ 467833 w 893135"/>
                <a:gd name="connsiteY1" fmla="*/ 1010093 h 1924493"/>
                <a:gd name="connsiteX2" fmla="*/ 893135 w 893135"/>
                <a:gd name="connsiteY2" fmla="*/ 0 h 1924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3135" h="1924493">
                  <a:moveTo>
                    <a:pt x="0" y="1924493"/>
                  </a:moveTo>
                  <a:cubicBezTo>
                    <a:pt x="159488" y="1627667"/>
                    <a:pt x="318977" y="1330842"/>
                    <a:pt x="467833" y="1010093"/>
                  </a:cubicBezTo>
                  <a:cubicBezTo>
                    <a:pt x="616689" y="689344"/>
                    <a:pt x="754912" y="344672"/>
                    <a:pt x="893135" y="0"/>
                  </a:cubicBezTo>
                </a:path>
              </a:pathLst>
            </a:custGeom>
            <a:ln w="762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347B78-085C-4ACD-AC6E-4C4907F9D51F}"/>
                </a:ext>
              </a:extLst>
            </p:cNvPr>
            <p:cNvSpPr/>
            <p:nvPr/>
          </p:nvSpPr>
          <p:spPr>
            <a:xfrm flipV="1">
              <a:off x="2137144" y="2808415"/>
              <a:ext cx="1839432" cy="871879"/>
            </a:xfrm>
            <a:custGeom>
              <a:avLst/>
              <a:gdLst>
                <a:gd name="connsiteX0" fmla="*/ 0 w 1839432"/>
                <a:gd name="connsiteY0" fmla="*/ 0 h 871875"/>
                <a:gd name="connsiteX1" fmla="*/ 914400 w 1839432"/>
                <a:gd name="connsiteY1" fmla="*/ 871870 h 871875"/>
                <a:gd name="connsiteX2" fmla="*/ 1839432 w 1839432"/>
                <a:gd name="connsiteY2" fmla="*/ 10633 h 871875"/>
                <a:gd name="connsiteX0" fmla="*/ 0 w 1839432"/>
                <a:gd name="connsiteY0" fmla="*/ 0 h 871879"/>
                <a:gd name="connsiteX1" fmla="*/ 914400 w 1839432"/>
                <a:gd name="connsiteY1" fmla="*/ 871870 h 871879"/>
                <a:gd name="connsiteX2" fmla="*/ 1839432 w 1839432"/>
                <a:gd name="connsiteY2" fmla="*/ 10633 h 87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9432" h="871879">
                  <a:moveTo>
                    <a:pt x="0" y="0"/>
                  </a:moveTo>
                  <a:cubicBezTo>
                    <a:pt x="303914" y="435049"/>
                    <a:pt x="607828" y="870098"/>
                    <a:pt x="914400" y="871870"/>
                  </a:cubicBezTo>
                  <a:cubicBezTo>
                    <a:pt x="1220972" y="873642"/>
                    <a:pt x="1434509" y="633523"/>
                    <a:pt x="1839432" y="10633"/>
                  </a:cubicBezTo>
                </a:path>
              </a:pathLst>
            </a:custGeom>
            <a:ln w="762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7E91F3D-05CB-4641-8A30-82A2B73092C5}"/>
                  </a:ext>
                </a:extLst>
              </p:cNvPr>
              <p:cNvSpPr txBox="1"/>
              <p:nvPr/>
            </p:nvSpPr>
            <p:spPr>
              <a:xfrm>
                <a:off x="2962166" y="2421678"/>
                <a:ext cx="1365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7E91F3D-05CB-4641-8A30-82A2B7309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66" y="2421678"/>
                <a:ext cx="1365611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A5E0A6-AC29-4059-87B5-A1F22772554D}"/>
                  </a:ext>
                </a:extLst>
              </p:cNvPr>
              <p:cNvSpPr txBox="1"/>
              <p:nvPr/>
            </p:nvSpPr>
            <p:spPr>
              <a:xfrm>
                <a:off x="429851" y="5034703"/>
                <a:ext cx="3206046" cy="156966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|…|</m:t>
                    </m:r>
                  </m:oMath>
                </a14:m>
                <a:r>
                  <a:rPr lang="en-GB" sz="1600" dirty="0"/>
                  <a:t> is outside the function so affects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value. Any negative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values will be made positive, so any parts of the graph below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-axis are flipped upwards.</a:t>
                </a:r>
              </a:p>
              <a:p>
                <a:r>
                  <a:rPr lang="en-GB" sz="1600" b="1" dirty="0"/>
                  <a:t>Ensure the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600" b="1" dirty="0"/>
                  <a:t>-intercept is indicated.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A5E0A6-AC29-4059-87B5-A1F227725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51" y="5034703"/>
                <a:ext cx="3206046" cy="1569660"/>
              </a:xfrm>
              <a:prstGeom prst="rect">
                <a:avLst/>
              </a:prstGeom>
              <a:blipFill>
                <a:blip r:embed="rId12"/>
                <a:stretch>
                  <a:fillRect l="-756" t="-383"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32D30CA-D15A-4BD5-86FE-BA0AAA7F3CBE}"/>
              </a:ext>
            </a:extLst>
          </p:cNvPr>
          <p:cNvGrpSpPr/>
          <p:nvPr/>
        </p:nvGrpSpPr>
        <p:grpSpPr>
          <a:xfrm>
            <a:off x="290519" y="1790700"/>
            <a:ext cx="4624381" cy="2807382"/>
            <a:chOff x="290519" y="1790700"/>
            <a:chExt cx="4624381" cy="280738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E67AAEE-E4BB-40A8-9E6C-7EAB196D792B}"/>
                </a:ext>
              </a:extLst>
            </p:cNvPr>
            <p:cNvSpPr/>
            <p:nvPr/>
          </p:nvSpPr>
          <p:spPr>
            <a:xfrm>
              <a:off x="2603500" y="1790700"/>
              <a:ext cx="2311400" cy="2794995"/>
            </a:xfrm>
            <a:custGeom>
              <a:avLst/>
              <a:gdLst>
                <a:gd name="connsiteX0" fmla="*/ 2311400 w 2311400"/>
                <a:gd name="connsiteY0" fmla="*/ 0 h 2794995"/>
                <a:gd name="connsiteX1" fmla="*/ 1778000 w 2311400"/>
                <a:gd name="connsiteY1" fmla="*/ 1193800 h 2794995"/>
                <a:gd name="connsiteX2" fmla="*/ 1397000 w 2311400"/>
                <a:gd name="connsiteY2" fmla="*/ 1930400 h 2794995"/>
                <a:gd name="connsiteX3" fmla="*/ 1066800 w 2311400"/>
                <a:gd name="connsiteY3" fmla="*/ 2413000 h 2794995"/>
                <a:gd name="connsiteX4" fmla="*/ 774700 w 2311400"/>
                <a:gd name="connsiteY4" fmla="*/ 2692400 h 2794995"/>
                <a:gd name="connsiteX5" fmla="*/ 495300 w 2311400"/>
                <a:gd name="connsiteY5" fmla="*/ 2794000 h 2794995"/>
                <a:gd name="connsiteX6" fmla="*/ 152400 w 2311400"/>
                <a:gd name="connsiteY6" fmla="*/ 2641600 h 2794995"/>
                <a:gd name="connsiteX7" fmla="*/ 0 w 2311400"/>
                <a:gd name="connsiteY7" fmla="*/ 2514600 h 279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1400" h="2794995">
                  <a:moveTo>
                    <a:pt x="2311400" y="0"/>
                  </a:moveTo>
                  <a:cubicBezTo>
                    <a:pt x="2120900" y="436033"/>
                    <a:pt x="1930400" y="872067"/>
                    <a:pt x="1778000" y="1193800"/>
                  </a:cubicBezTo>
                  <a:cubicBezTo>
                    <a:pt x="1625600" y="1515533"/>
                    <a:pt x="1515533" y="1727200"/>
                    <a:pt x="1397000" y="1930400"/>
                  </a:cubicBezTo>
                  <a:cubicBezTo>
                    <a:pt x="1278467" y="2133600"/>
                    <a:pt x="1170517" y="2286000"/>
                    <a:pt x="1066800" y="2413000"/>
                  </a:cubicBezTo>
                  <a:cubicBezTo>
                    <a:pt x="963083" y="2540000"/>
                    <a:pt x="869950" y="2628900"/>
                    <a:pt x="774700" y="2692400"/>
                  </a:cubicBezTo>
                  <a:cubicBezTo>
                    <a:pt x="679450" y="2755900"/>
                    <a:pt x="599017" y="2802467"/>
                    <a:pt x="495300" y="2794000"/>
                  </a:cubicBezTo>
                  <a:cubicBezTo>
                    <a:pt x="391583" y="2785533"/>
                    <a:pt x="234950" y="2688167"/>
                    <a:pt x="152400" y="2641600"/>
                  </a:cubicBezTo>
                  <a:cubicBezTo>
                    <a:pt x="69850" y="2595033"/>
                    <a:pt x="34925" y="2554816"/>
                    <a:pt x="0" y="2514600"/>
                  </a:cubicBezTo>
                </a:path>
              </a:pathLst>
            </a:custGeom>
            <a:ln w="762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6D26B8-BF41-4A96-A6E6-DA28AA71E29F}"/>
                </a:ext>
              </a:extLst>
            </p:cNvPr>
            <p:cNvSpPr/>
            <p:nvPr/>
          </p:nvSpPr>
          <p:spPr>
            <a:xfrm flipH="1">
              <a:off x="290519" y="1803087"/>
              <a:ext cx="2311400" cy="2794995"/>
            </a:xfrm>
            <a:custGeom>
              <a:avLst/>
              <a:gdLst>
                <a:gd name="connsiteX0" fmla="*/ 2311400 w 2311400"/>
                <a:gd name="connsiteY0" fmla="*/ 0 h 2794995"/>
                <a:gd name="connsiteX1" fmla="*/ 1778000 w 2311400"/>
                <a:gd name="connsiteY1" fmla="*/ 1193800 h 2794995"/>
                <a:gd name="connsiteX2" fmla="*/ 1397000 w 2311400"/>
                <a:gd name="connsiteY2" fmla="*/ 1930400 h 2794995"/>
                <a:gd name="connsiteX3" fmla="*/ 1066800 w 2311400"/>
                <a:gd name="connsiteY3" fmla="*/ 2413000 h 2794995"/>
                <a:gd name="connsiteX4" fmla="*/ 774700 w 2311400"/>
                <a:gd name="connsiteY4" fmla="*/ 2692400 h 2794995"/>
                <a:gd name="connsiteX5" fmla="*/ 495300 w 2311400"/>
                <a:gd name="connsiteY5" fmla="*/ 2794000 h 2794995"/>
                <a:gd name="connsiteX6" fmla="*/ 152400 w 2311400"/>
                <a:gd name="connsiteY6" fmla="*/ 2641600 h 2794995"/>
                <a:gd name="connsiteX7" fmla="*/ 0 w 2311400"/>
                <a:gd name="connsiteY7" fmla="*/ 2514600 h 279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1400" h="2794995">
                  <a:moveTo>
                    <a:pt x="2311400" y="0"/>
                  </a:moveTo>
                  <a:cubicBezTo>
                    <a:pt x="2120900" y="436033"/>
                    <a:pt x="1930400" y="872067"/>
                    <a:pt x="1778000" y="1193800"/>
                  </a:cubicBezTo>
                  <a:cubicBezTo>
                    <a:pt x="1625600" y="1515533"/>
                    <a:pt x="1515533" y="1727200"/>
                    <a:pt x="1397000" y="1930400"/>
                  </a:cubicBezTo>
                  <a:cubicBezTo>
                    <a:pt x="1278467" y="2133600"/>
                    <a:pt x="1170517" y="2286000"/>
                    <a:pt x="1066800" y="2413000"/>
                  </a:cubicBezTo>
                  <a:cubicBezTo>
                    <a:pt x="963083" y="2540000"/>
                    <a:pt x="869950" y="2628900"/>
                    <a:pt x="774700" y="2692400"/>
                  </a:cubicBezTo>
                  <a:cubicBezTo>
                    <a:pt x="679450" y="2755900"/>
                    <a:pt x="599017" y="2802467"/>
                    <a:pt x="495300" y="2794000"/>
                  </a:cubicBezTo>
                  <a:cubicBezTo>
                    <a:pt x="391583" y="2785533"/>
                    <a:pt x="234950" y="2688167"/>
                    <a:pt x="152400" y="2641600"/>
                  </a:cubicBezTo>
                  <a:cubicBezTo>
                    <a:pt x="69850" y="2595033"/>
                    <a:pt x="34925" y="2554816"/>
                    <a:pt x="0" y="2514600"/>
                  </a:cubicBezTo>
                </a:path>
              </a:pathLst>
            </a:custGeom>
            <a:ln w="762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BDA10E-73D7-47E7-9B67-945AFE61D67A}"/>
                  </a:ext>
                </a:extLst>
              </p:cNvPr>
              <p:cNvSpPr txBox="1"/>
              <p:nvPr/>
            </p:nvSpPr>
            <p:spPr>
              <a:xfrm>
                <a:off x="750448" y="367419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BDA10E-73D7-47E7-9B67-945AFE61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48" y="3674190"/>
                <a:ext cx="5760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DDD78A-FC69-457E-A1F9-45D0657531F5}"/>
                  </a:ext>
                </a:extLst>
              </p:cNvPr>
              <p:cNvSpPr txBox="1"/>
              <p:nvPr/>
            </p:nvSpPr>
            <p:spPr>
              <a:xfrm>
                <a:off x="3785041" y="5034702"/>
                <a:ext cx="5234917" cy="132343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GB" sz="1600" dirty="0"/>
                  <a:t> for example, this becomes +3 before being fed into the function, therefore we actually use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would have been 3 instead of the original -3.</a:t>
                </a:r>
              </a:p>
              <a:p>
                <a:r>
                  <a:rPr lang="en-GB" sz="1600" dirty="0"/>
                  <a:t>The result is that the graph left of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 is discarded and the graph right of it copied over by reflection in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3DDD78A-FC69-457E-A1F9-45D065753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041" y="5034702"/>
                <a:ext cx="5234917" cy="1323439"/>
              </a:xfrm>
              <a:prstGeom prst="rect">
                <a:avLst/>
              </a:prstGeom>
              <a:blipFill>
                <a:blip r:embed="rId14"/>
                <a:stretch>
                  <a:fillRect l="-463" t="-452" r="-1159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B755CF-1160-410C-834D-3EA37AF4E2FB}"/>
                  </a:ext>
                </a:extLst>
              </p:cNvPr>
              <p:cNvSpPr txBox="1"/>
              <p:nvPr/>
            </p:nvSpPr>
            <p:spPr>
              <a:xfrm>
                <a:off x="262464" y="4121090"/>
                <a:ext cx="1365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B755CF-1160-410C-834D-3EA37AF4E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4" y="4121090"/>
                <a:ext cx="1365611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FCD18D-5D9C-47B5-81AA-B6BAA3C579AA}"/>
                  </a:ext>
                </a:extLst>
              </p:cNvPr>
              <p:cNvSpPr txBox="1"/>
              <p:nvPr/>
            </p:nvSpPr>
            <p:spPr>
              <a:xfrm>
                <a:off x="2160898" y="283795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FCD18D-5D9C-47B5-81AA-B6BAA3C57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898" y="2837955"/>
                <a:ext cx="57606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55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30" grpId="0"/>
      <p:bldP spid="31" grpId="0" animBg="1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b="1" dirty="0"/>
                <a:t>   </a:t>
              </a:r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2" y="987375"/>
            <a:ext cx="8955639" cy="5191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536" y="806157"/>
            <a:ext cx="266429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2012 Q4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44" y="4869160"/>
            <a:ext cx="1110691" cy="4320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Sketch &gt;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83" y="6178642"/>
            <a:ext cx="8544775" cy="5498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67744" y="5482426"/>
            <a:ext cx="1110691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Sketch &gt;</a:t>
            </a:r>
          </a:p>
        </p:txBody>
      </p:sp>
      <p:sp>
        <p:nvSpPr>
          <p:cNvPr id="11" name="Freeform 10"/>
          <p:cNvSpPr/>
          <p:nvPr/>
        </p:nvSpPr>
        <p:spPr>
          <a:xfrm>
            <a:off x="2781300" y="1466850"/>
            <a:ext cx="2590800" cy="1376912"/>
          </a:xfrm>
          <a:custGeom>
            <a:avLst/>
            <a:gdLst>
              <a:gd name="connsiteX0" fmla="*/ 2590800 w 2590800"/>
              <a:gd name="connsiteY0" fmla="*/ 0 h 1376912"/>
              <a:gd name="connsiteX1" fmla="*/ 2419350 w 2590800"/>
              <a:gd name="connsiteY1" fmla="*/ 219075 h 1376912"/>
              <a:gd name="connsiteX2" fmla="*/ 2257425 w 2590800"/>
              <a:gd name="connsiteY2" fmla="*/ 371475 h 1376912"/>
              <a:gd name="connsiteX3" fmla="*/ 1990725 w 2590800"/>
              <a:gd name="connsiteY3" fmla="*/ 476250 h 1376912"/>
              <a:gd name="connsiteX4" fmla="*/ 1600200 w 2590800"/>
              <a:gd name="connsiteY4" fmla="*/ 523875 h 1376912"/>
              <a:gd name="connsiteX5" fmla="*/ 1295400 w 2590800"/>
              <a:gd name="connsiteY5" fmla="*/ 523875 h 1376912"/>
              <a:gd name="connsiteX6" fmla="*/ 1057275 w 2590800"/>
              <a:gd name="connsiteY6" fmla="*/ 571500 h 1376912"/>
              <a:gd name="connsiteX7" fmla="*/ 847725 w 2590800"/>
              <a:gd name="connsiteY7" fmla="*/ 695325 h 1376912"/>
              <a:gd name="connsiteX8" fmla="*/ 590550 w 2590800"/>
              <a:gd name="connsiteY8" fmla="*/ 942975 h 1376912"/>
              <a:gd name="connsiteX9" fmla="*/ 476250 w 2590800"/>
              <a:gd name="connsiteY9" fmla="*/ 1143000 h 1376912"/>
              <a:gd name="connsiteX10" fmla="*/ 361950 w 2590800"/>
              <a:gd name="connsiteY10" fmla="*/ 1362075 h 1376912"/>
              <a:gd name="connsiteX11" fmla="*/ 352425 w 2590800"/>
              <a:gd name="connsiteY11" fmla="*/ 1343025 h 1376912"/>
              <a:gd name="connsiteX12" fmla="*/ 285750 w 2590800"/>
              <a:gd name="connsiteY12" fmla="*/ 1228725 h 1376912"/>
              <a:gd name="connsiteX13" fmla="*/ 114300 w 2590800"/>
              <a:gd name="connsiteY13" fmla="*/ 838200 h 1376912"/>
              <a:gd name="connsiteX14" fmla="*/ 0 w 2590800"/>
              <a:gd name="connsiteY14" fmla="*/ 400050 h 1376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0800" h="1376912">
                <a:moveTo>
                  <a:pt x="2590800" y="0"/>
                </a:moveTo>
                <a:cubicBezTo>
                  <a:pt x="2532856" y="78581"/>
                  <a:pt x="2474912" y="157163"/>
                  <a:pt x="2419350" y="219075"/>
                </a:cubicBezTo>
                <a:cubicBezTo>
                  <a:pt x="2363787" y="280988"/>
                  <a:pt x="2328862" y="328613"/>
                  <a:pt x="2257425" y="371475"/>
                </a:cubicBezTo>
                <a:cubicBezTo>
                  <a:pt x="2185988" y="414337"/>
                  <a:pt x="2100262" y="450850"/>
                  <a:pt x="1990725" y="476250"/>
                </a:cubicBezTo>
                <a:cubicBezTo>
                  <a:pt x="1881187" y="501650"/>
                  <a:pt x="1716087" y="515938"/>
                  <a:pt x="1600200" y="523875"/>
                </a:cubicBezTo>
                <a:cubicBezTo>
                  <a:pt x="1484313" y="531812"/>
                  <a:pt x="1385887" y="515938"/>
                  <a:pt x="1295400" y="523875"/>
                </a:cubicBezTo>
                <a:cubicBezTo>
                  <a:pt x="1204912" y="531813"/>
                  <a:pt x="1131887" y="542925"/>
                  <a:pt x="1057275" y="571500"/>
                </a:cubicBezTo>
                <a:cubicBezTo>
                  <a:pt x="982663" y="600075"/>
                  <a:pt x="925512" y="633413"/>
                  <a:pt x="847725" y="695325"/>
                </a:cubicBezTo>
                <a:cubicBezTo>
                  <a:pt x="769937" y="757238"/>
                  <a:pt x="652462" y="868363"/>
                  <a:pt x="590550" y="942975"/>
                </a:cubicBezTo>
                <a:cubicBezTo>
                  <a:pt x="528638" y="1017587"/>
                  <a:pt x="514350" y="1073150"/>
                  <a:pt x="476250" y="1143000"/>
                </a:cubicBezTo>
                <a:cubicBezTo>
                  <a:pt x="438150" y="1212850"/>
                  <a:pt x="382587" y="1328738"/>
                  <a:pt x="361950" y="1362075"/>
                </a:cubicBezTo>
                <a:cubicBezTo>
                  <a:pt x="341312" y="1395413"/>
                  <a:pt x="365125" y="1365250"/>
                  <a:pt x="352425" y="1343025"/>
                </a:cubicBezTo>
                <a:cubicBezTo>
                  <a:pt x="339725" y="1320800"/>
                  <a:pt x="325437" y="1312862"/>
                  <a:pt x="285750" y="1228725"/>
                </a:cubicBezTo>
                <a:cubicBezTo>
                  <a:pt x="246063" y="1144588"/>
                  <a:pt x="161925" y="976312"/>
                  <a:pt x="114300" y="838200"/>
                </a:cubicBezTo>
                <a:cubicBezTo>
                  <a:pt x="66675" y="700088"/>
                  <a:pt x="33337" y="550069"/>
                  <a:pt x="0" y="400050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3362325" y="1438275"/>
            <a:ext cx="1971675" cy="524269"/>
          </a:xfrm>
          <a:custGeom>
            <a:avLst/>
            <a:gdLst>
              <a:gd name="connsiteX0" fmla="*/ 1971675 w 1971675"/>
              <a:gd name="connsiteY0" fmla="*/ 0 h 524269"/>
              <a:gd name="connsiteX1" fmla="*/ 1895475 w 1971675"/>
              <a:gd name="connsiteY1" fmla="*/ 114300 h 524269"/>
              <a:gd name="connsiteX2" fmla="*/ 1714500 w 1971675"/>
              <a:gd name="connsiteY2" fmla="*/ 314325 h 524269"/>
              <a:gd name="connsiteX3" fmla="*/ 1504950 w 1971675"/>
              <a:gd name="connsiteY3" fmla="*/ 438150 h 524269"/>
              <a:gd name="connsiteX4" fmla="*/ 1238250 w 1971675"/>
              <a:gd name="connsiteY4" fmla="*/ 495300 h 524269"/>
              <a:gd name="connsiteX5" fmla="*/ 962025 w 1971675"/>
              <a:gd name="connsiteY5" fmla="*/ 514350 h 524269"/>
              <a:gd name="connsiteX6" fmla="*/ 714375 w 1971675"/>
              <a:gd name="connsiteY6" fmla="*/ 514350 h 524269"/>
              <a:gd name="connsiteX7" fmla="*/ 323850 w 1971675"/>
              <a:gd name="connsiteY7" fmla="*/ 390525 h 524269"/>
              <a:gd name="connsiteX8" fmla="*/ 114300 w 1971675"/>
              <a:gd name="connsiteY8" fmla="*/ 219075 h 524269"/>
              <a:gd name="connsiteX9" fmla="*/ 0 w 1971675"/>
              <a:gd name="connsiteY9" fmla="*/ 47625 h 5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1675" h="524269">
                <a:moveTo>
                  <a:pt x="1971675" y="0"/>
                </a:moveTo>
                <a:cubicBezTo>
                  <a:pt x="1955006" y="30956"/>
                  <a:pt x="1938337" y="61913"/>
                  <a:pt x="1895475" y="114300"/>
                </a:cubicBezTo>
                <a:cubicBezTo>
                  <a:pt x="1852613" y="166687"/>
                  <a:pt x="1779587" y="260350"/>
                  <a:pt x="1714500" y="314325"/>
                </a:cubicBezTo>
                <a:cubicBezTo>
                  <a:pt x="1649413" y="368300"/>
                  <a:pt x="1584325" y="407988"/>
                  <a:pt x="1504950" y="438150"/>
                </a:cubicBezTo>
                <a:cubicBezTo>
                  <a:pt x="1425575" y="468313"/>
                  <a:pt x="1328737" y="482600"/>
                  <a:pt x="1238250" y="495300"/>
                </a:cubicBezTo>
                <a:cubicBezTo>
                  <a:pt x="1147763" y="508000"/>
                  <a:pt x="1049337" y="511175"/>
                  <a:pt x="962025" y="514350"/>
                </a:cubicBezTo>
                <a:cubicBezTo>
                  <a:pt x="874713" y="517525"/>
                  <a:pt x="820737" y="534987"/>
                  <a:pt x="714375" y="514350"/>
                </a:cubicBezTo>
                <a:cubicBezTo>
                  <a:pt x="608013" y="493713"/>
                  <a:pt x="423862" y="439737"/>
                  <a:pt x="323850" y="390525"/>
                </a:cubicBezTo>
                <a:cubicBezTo>
                  <a:pt x="223838" y="341313"/>
                  <a:pt x="168275" y="276225"/>
                  <a:pt x="114300" y="219075"/>
                </a:cubicBezTo>
                <a:cubicBezTo>
                  <a:pt x="60325" y="161925"/>
                  <a:pt x="30162" y="104775"/>
                  <a:pt x="0" y="47625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72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671DA635-8D90-499C-B6E8-BBE7D8F6CFBE}"/>
              </a:ext>
            </a:extLst>
          </p:cNvPr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7E2147-4E90-46C6-AFA4-5CE37A2278F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b="1" dirty="0"/>
                <a:t>   </a:t>
              </a:r>
              <a:r>
                <a:rPr lang="en-GB" sz="3200" dirty="0"/>
                <a:t>Further 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6506ABE-86FE-4A6D-8535-E62CC38B112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2920E-D68B-454D-83DC-1DA348DD9B35}"/>
                  </a:ext>
                </a:extLst>
              </p:cNvPr>
              <p:cNvSpPr txBox="1"/>
              <p:nvPr/>
            </p:nvSpPr>
            <p:spPr>
              <a:xfrm>
                <a:off x="365944" y="815628"/>
                <a:ext cx="51421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[Textbook] Sketch for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r>
                  <a:rPr lang="en-GB" sz="2400" dirty="0"/>
                  <a:t>a)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br>
                  <a:rPr lang="en-GB" sz="2400" b="0" dirty="0"/>
                </a:br>
                <a:r>
                  <a:rPr lang="en-GB" sz="2400" b="0" dirty="0"/>
                  <a:t>b)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⁡(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b="0" dirty="0"/>
                  <a:t> </a:t>
                </a:r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2920E-D68B-454D-83DC-1DA348DD9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44" y="815628"/>
                <a:ext cx="5142160" cy="1200329"/>
              </a:xfrm>
              <a:prstGeom prst="rect">
                <a:avLst/>
              </a:prstGeom>
              <a:blipFill>
                <a:blip r:embed="rId2"/>
                <a:stretch>
                  <a:fillRect l="-1777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90931D-B549-4AC3-9CF0-166F49581234}"/>
              </a:ext>
            </a:extLst>
          </p:cNvPr>
          <p:cNvCxnSpPr>
            <a:cxnSpLocks/>
          </p:cNvCxnSpPr>
          <p:nvPr/>
        </p:nvCxnSpPr>
        <p:spPr>
          <a:xfrm>
            <a:off x="429692" y="4318620"/>
            <a:ext cx="3803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ECBCCF-280E-4062-8A5C-584EFF6EB033}"/>
              </a:ext>
            </a:extLst>
          </p:cNvPr>
          <p:cNvCxnSpPr>
            <a:cxnSpLocks/>
          </p:cNvCxnSpPr>
          <p:nvPr/>
        </p:nvCxnSpPr>
        <p:spPr>
          <a:xfrm flipV="1">
            <a:off x="2248114" y="2614342"/>
            <a:ext cx="0" cy="313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A26D25-7CB5-4339-A57F-2BE284DCD4E4}"/>
                  </a:ext>
                </a:extLst>
              </p:cNvPr>
              <p:cNvSpPr txBox="1"/>
              <p:nvPr/>
            </p:nvSpPr>
            <p:spPr>
              <a:xfrm>
                <a:off x="4070737" y="4096641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A26D25-7CB5-4339-A57F-2BE284DCD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737" y="4096641"/>
                <a:ext cx="5760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ABB03-CAD2-499A-AE60-2C554E27830D}"/>
                  </a:ext>
                </a:extLst>
              </p:cNvPr>
              <p:cNvSpPr txBox="1"/>
              <p:nvPr/>
            </p:nvSpPr>
            <p:spPr>
              <a:xfrm>
                <a:off x="1960082" y="226252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ABB03-CAD2-499A-AE60-2C554E27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82" y="2262525"/>
                <a:ext cx="576064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27CDDF-E428-44FE-B1F6-74764A4DB7B8}"/>
                  </a:ext>
                </a:extLst>
              </p:cNvPr>
              <p:cNvSpPr txBox="1"/>
              <p:nvPr/>
            </p:nvSpPr>
            <p:spPr>
              <a:xfrm>
                <a:off x="2746087" y="4293637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27CDDF-E428-44FE-B1F6-74764A4DB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087" y="4293637"/>
                <a:ext cx="546472" cy="369332"/>
              </a:xfrm>
              <a:prstGeom prst="rect">
                <a:avLst/>
              </a:prstGeom>
              <a:blipFill>
                <a:blip r:embed="rId5"/>
                <a:stretch>
                  <a:fillRect r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1BBA50-B742-4100-A4E7-1CA99502B6FE}"/>
                  </a:ext>
                </a:extLst>
              </p:cNvPr>
              <p:cNvSpPr txBox="1"/>
              <p:nvPr/>
            </p:nvSpPr>
            <p:spPr>
              <a:xfrm>
                <a:off x="3548710" y="4274587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1BBA50-B742-4100-A4E7-1CA99502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710" y="4274587"/>
                <a:ext cx="546472" cy="369332"/>
              </a:xfrm>
              <a:prstGeom prst="rect">
                <a:avLst/>
              </a:prstGeom>
              <a:blipFill>
                <a:blip r:embed="rId6"/>
                <a:stretch>
                  <a:fillRect r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E9FCD-3113-44B1-A5A1-3B87434ED942}"/>
                  </a:ext>
                </a:extLst>
              </p:cNvPr>
              <p:cNvSpPr txBox="1"/>
              <p:nvPr/>
            </p:nvSpPr>
            <p:spPr>
              <a:xfrm>
                <a:off x="165269" y="4306586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E9FCD-3113-44B1-A5A1-3B87434ED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69" y="4306586"/>
                <a:ext cx="546472" cy="369332"/>
              </a:xfrm>
              <a:prstGeom prst="rect">
                <a:avLst/>
              </a:prstGeom>
              <a:blipFill>
                <a:blip r:embed="rId7"/>
                <a:stretch>
                  <a:fillRect r="-4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8FAA59-2842-4E40-BABC-E54BF72AEBA9}"/>
                  </a:ext>
                </a:extLst>
              </p:cNvPr>
              <p:cNvSpPr txBox="1"/>
              <p:nvPr/>
            </p:nvSpPr>
            <p:spPr>
              <a:xfrm>
                <a:off x="1091136" y="4295144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8FAA59-2842-4E40-BABC-E54BF72AE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36" y="4295144"/>
                <a:ext cx="546472" cy="369332"/>
              </a:xfrm>
              <a:prstGeom prst="rect">
                <a:avLst/>
              </a:prstGeom>
              <a:blipFill>
                <a:blip r:embed="rId8"/>
                <a:stretch>
                  <a:fillRect r="-4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128C483-4420-4C1E-B440-D1D2CE02CD0A}"/>
              </a:ext>
            </a:extLst>
          </p:cNvPr>
          <p:cNvSpPr/>
          <p:nvPr/>
        </p:nvSpPr>
        <p:spPr>
          <a:xfrm>
            <a:off x="2247900" y="3428996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D8ECAFE-34D5-4ABA-9635-8A2C4A06247E}"/>
              </a:ext>
            </a:extLst>
          </p:cNvPr>
          <p:cNvSpPr/>
          <p:nvPr/>
        </p:nvSpPr>
        <p:spPr>
          <a:xfrm>
            <a:off x="3068210" y="3439412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A75F9CD-ACC1-49C8-B9F2-A98267143071}"/>
              </a:ext>
            </a:extLst>
          </p:cNvPr>
          <p:cNvSpPr/>
          <p:nvPr/>
        </p:nvSpPr>
        <p:spPr>
          <a:xfrm>
            <a:off x="609358" y="3418580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103AD8D-9215-4766-A8C2-96DF504FCD18}"/>
              </a:ext>
            </a:extLst>
          </p:cNvPr>
          <p:cNvSpPr/>
          <p:nvPr/>
        </p:nvSpPr>
        <p:spPr>
          <a:xfrm>
            <a:off x="1429668" y="3428996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500FDE-B70B-4DFA-9BD0-06B41EA7646B}"/>
              </a:ext>
            </a:extLst>
          </p:cNvPr>
          <p:cNvCxnSpPr>
            <a:cxnSpLocks/>
          </p:cNvCxnSpPr>
          <p:nvPr/>
        </p:nvCxnSpPr>
        <p:spPr>
          <a:xfrm>
            <a:off x="4766573" y="4318620"/>
            <a:ext cx="38034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E71E86-0CCE-4014-86C9-EB057447485E}"/>
              </a:ext>
            </a:extLst>
          </p:cNvPr>
          <p:cNvCxnSpPr>
            <a:cxnSpLocks/>
          </p:cNvCxnSpPr>
          <p:nvPr/>
        </p:nvCxnSpPr>
        <p:spPr>
          <a:xfrm flipV="1">
            <a:off x="6584995" y="2614342"/>
            <a:ext cx="0" cy="313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F08E13-B3FE-466C-8EF1-66D2FA9C6054}"/>
                  </a:ext>
                </a:extLst>
              </p:cNvPr>
              <p:cNvSpPr txBox="1"/>
              <p:nvPr/>
            </p:nvSpPr>
            <p:spPr>
              <a:xfrm>
                <a:off x="8407618" y="4096641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F08E13-B3FE-466C-8EF1-66D2FA9C6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618" y="4096641"/>
                <a:ext cx="5760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22B35C-76AD-4F8A-820F-7928046DD93F}"/>
                  </a:ext>
                </a:extLst>
              </p:cNvPr>
              <p:cNvSpPr txBox="1"/>
              <p:nvPr/>
            </p:nvSpPr>
            <p:spPr>
              <a:xfrm>
                <a:off x="6296963" y="226252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622B35C-76AD-4F8A-820F-7928046DD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963" y="2262525"/>
                <a:ext cx="576064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E1BDA08-E09C-4F48-9648-CF2DF8DE8FD1}"/>
                  </a:ext>
                </a:extLst>
              </p:cNvPr>
              <p:cNvSpPr txBox="1"/>
              <p:nvPr/>
            </p:nvSpPr>
            <p:spPr>
              <a:xfrm>
                <a:off x="7082968" y="4293637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E1BDA08-E09C-4F48-9648-CF2DF8DE8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968" y="4293637"/>
                <a:ext cx="546472" cy="369332"/>
              </a:xfrm>
              <a:prstGeom prst="rect">
                <a:avLst/>
              </a:prstGeom>
              <a:blipFill>
                <a:blip r:embed="rId11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199BA3-02F6-45E0-8E07-3C9F10D77DEA}"/>
                  </a:ext>
                </a:extLst>
              </p:cNvPr>
              <p:cNvSpPr txBox="1"/>
              <p:nvPr/>
            </p:nvSpPr>
            <p:spPr>
              <a:xfrm>
                <a:off x="7885591" y="4274587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199BA3-02F6-45E0-8E07-3C9F10D77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591" y="4274587"/>
                <a:ext cx="546472" cy="369332"/>
              </a:xfrm>
              <a:prstGeom prst="rect">
                <a:avLst/>
              </a:prstGeom>
              <a:blipFill>
                <a:blip r:embed="rId12"/>
                <a:stretch>
                  <a:fillRect r="-179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5881DE-DD6A-4782-B93E-F56B11F15F51}"/>
                  </a:ext>
                </a:extLst>
              </p:cNvPr>
              <p:cNvSpPr txBox="1"/>
              <p:nvPr/>
            </p:nvSpPr>
            <p:spPr>
              <a:xfrm>
                <a:off x="4502150" y="4306586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5881DE-DD6A-4782-B93E-F56B11F15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150" y="4306586"/>
                <a:ext cx="546472" cy="369332"/>
              </a:xfrm>
              <a:prstGeom prst="rect">
                <a:avLst/>
              </a:prstGeom>
              <a:blipFill>
                <a:blip r:embed="rId13"/>
                <a:stretch>
                  <a:fillRect r="-49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AE34D7-442A-426E-BE95-B238C4863793}"/>
                  </a:ext>
                </a:extLst>
              </p:cNvPr>
              <p:cNvSpPr txBox="1"/>
              <p:nvPr/>
            </p:nvSpPr>
            <p:spPr>
              <a:xfrm>
                <a:off x="5428017" y="4295144"/>
                <a:ext cx="546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AE34D7-442A-426E-BE95-B238C4863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017" y="4295144"/>
                <a:ext cx="546472" cy="369332"/>
              </a:xfrm>
              <a:prstGeom prst="rect">
                <a:avLst/>
              </a:prstGeom>
              <a:blipFill>
                <a:blip r:embed="rId14"/>
                <a:stretch>
                  <a:fillRect r="-4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F6CAFDA-0CB6-4C54-8003-A65514BCD6B9}"/>
              </a:ext>
            </a:extLst>
          </p:cNvPr>
          <p:cNvSpPr/>
          <p:nvPr/>
        </p:nvSpPr>
        <p:spPr>
          <a:xfrm>
            <a:off x="6584781" y="3428996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16ACD61-AFB4-4637-B843-62FD47FA9F5B}"/>
              </a:ext>
            </a:extLst>
          </p:cNvPr>
          <p:cNvSpPr/>
          <p:nvPr/>
        </p:nvSpPr>
        <p:spPr>
          <a:xfrm rot="10800000">
            <a:off x="7386041" y="4296662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6984F4E-3995-4423-9193-37ABC8144E97}"/>
              </a:ext>
            </a:extLst>
          </p:cNvPr>
          <p:cNvSpPr/>
          <p:nvPr/>
        </p:nvSpPr>
        <p:spPr>
          <a:xfrm rot="10800000">
            <a:off x="4955764" y="4294880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96B7CDE-D923-4315-860A-2A68A0691297}"/>
              </a:ext>
            </a:extLst>
          </p:cNvPr>
          <p:cNvSpPr/>
          <p:nvPr/>
        </p:nvSpPr>
        <p:spPr>
          <a:xfrm>
            <a:off x="5766549" y="3428996"/>
            <a:ext cx="809625" cy="885829"/>
          </a:xfrm>
          <a:custGeom>
            <a:avLst/>
            <a:gdLst>
              <a:gd name="connsiteX0" fmla="*/ 0 w 809625"/>
              <a:gd name="connsiteY0" fmla="*/ 876304 h 885829"/>
              <a:gd name="connsiteX1" fmla="*/ 371475 w 809625"/>
              <a:gd name="connsiteY1" fmla="*/ 4 h 885829"/>
              <a:gd name="connsiteX2" fmla="*/ 809625 w 809625"/>
              <a:gd name="connsiteY2" fmla="*/ 885829 h 88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9625" h="885829">
                <a:moveTo>
                  <a:pt x="0" y="876304"/>
                </a:moveTo>
                <a:cubicBezTo>
                  <a:pt x="118269" y="437360"/>
                  <a:pt x="236538" y="-1583"/>
                  <a:pt x="371475" y="4"/>
                </a:cubicBezTo>
                <a:cubicBezTo>
                  <a:pt x="506412" y="1591"/>
                  <a:pt x="658018" y="443710"/>
                  <a:pt x="809625" y="88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3515A2-213C-4EDB-9B22-64F4F1B0B9A1}"/>
              </a:ext>
            </a:extLst>
          </p:cNvPr>
          <p:cNvSpPr/>
          <p:nvPr/>
        </p:nvSpPr>
        <p:spPr>
          <a:xfrm>
            <a:off x="4623658" y="1827904"/>
            <a:ext cx="285830" cy="2617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A6BA20-096C-4EE6-AA25-04F98B193727}"/>
              </a:ext>
            </a:extLst>
          </p:cNvPr>
          <p:cNvSpPr/>
          <p:nvPr/>
        </p:nvSpPr>
        <p:spPr>
          <a:xfrm>
            <a:off x="165270" y="2330114"/>
            <a:ext cx="4249536" cy="34158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08D102-AD21-4085-B8F1-EF2923614127}"/>
              </a:ext>
            </a:extLst>
          </p:cNvPr>
          <p:cNvSpPr/>
          <p:nvPr/>
        </p:nvSpPr>
        <p:spPr>
          <a:xfrm>
            <a:off x="4626759" y="2092542"/>
            <a:ext cx="4193714" cy="36534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F4F8B1-8BF7-44BA-BD0E-5621F3C2B0A3}"/>
              </a:ext>
            </a:extLst>
          </p:cNvPr>
          <p:cNvSpPr/>
          <p:nvPr/>
        </p:nvSpPr>
        <p:spPr>
          <a:xfrm>
            <a:off x="165269" y="2089161"/>
            <a:ext cx="285830" cy="2617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4589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Pages 42-44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DFB4A0-4494-4586-A9BF-DB8FBE39A213}"/>
                  </a:ext>
                </a:extLst>
              </p:cNvPr>
              <p:cNvSpPr/>
              <p:nvPr/>
            </p:nvSpPr>
            <p:spPr>
              <a:xfrm>
                <a:off x="439079" y="2159631"/>
                <a:ext cx="7311617" cy="12359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[SMC 2008 Q25] What is the area of the polygon forms by all the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the plane satisfying the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≤4</m:t>
                    </m:r>
                  </m:oMath>
                </a14:m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  <a:b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  24             B   32	        C   64           D   96         E   112</a:t>
                </a:r>
                <a:b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CDFB4A0-4494-4586-A9BF-DB8FBE39A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79" y="2159631"/>
                <a:ext cx="7311617" cy="1235979"/>
              </a:xfrm>
              <a:prstGeom prst="rect">
                <a:avLst/>
              </a:prstGeom>
              <a:blipFill>
                <a:blip r:embed="rId2"/>
                <a:stretch>
                  <a:fillRect l="-667" t="-2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293B4C-0062-4583-B5A8-B3225A161901}"/>
              </a:ext>
            </a:extLst>
          </p:cNvPr>
          <p:cNvSpPr txBox="1"/>
          <p:nvPr/>
        </p:nvSpPr>
        <p:spPr>
          <a:xfrm>
            <a:off x="395535" y="1843697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Extension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39AF6A-ECAA-42F9-9498-10532207CB91}"/>
              </a:ext>
            </a:extLst>
          </p:cNvPr>
          <p:cNvSpPr/>
          <p:nvPr/>
        </p:nvSpPr>
        <p:spPr>
          <a:xfrm>
            <a:off x="197773" y="226573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2050" name="Picture 2" descr="http://www.ukmt-resources.org.uk/Images/SMC08/Pic30.gif">
            <a:extLst>
              <a:ext uri="{FF2B5EF4-FFF2-40B4-BE49-F238E27FC236}">
                <a16:creationId xmlns:a16="http://schemas.microsoft.com/office/drawing/2014/main" id="{BE987F1B-2302-433C-BFE9-7390B05E4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112146"/>
            <a:ext cx="5592801" cy="376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E31D3-BAD1-4DE7-A877-A1B56A3B95FF}"/>
              </a:ext>
            </a:extLst>
          </p:cNvPr>
          <p:cNvSpPr/>
          <p:nvPr/>
        </p:nvSpPr>
        <p:spPr>
          <a:xfrm>
            <a:off x="1475655" y="3209956"/>
            <a:ext cx="6100802" cy="35972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7568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10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107688-0BF0-A483-0C45-3644C4FA136B}"/>
                  </a:ext>
                </a:extLst>
              </p:cNvPr>
              <p:cNvSpPr/>
              <p:nvPr/>
            </p:nvSpPr>
            <p:spPr>
              <a:xfrm>
                <a:off x="439079" y="2159631"/>
                <a:ext cx="7311617" cy="12359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[SMC 2008 Q25] What is the area of the polygon forms by all the points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the plane satisfying the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≤4</m:t>
                    </m:r>
                  </m:oMath>
                </a14:m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  <a:b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  24             B   32	        C   64           D   96         E   112</a:t>
                </a:r>
                <a:b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107688-0BF0-A483-0C45-3644C4FA1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79" y="2159631"/>
                <a:ext cx="7311617" cy="1235979"/>
              </a:xfrm>
              <a:prstGeom prst="rect">
                <a:avLst/>
              </a:prstGeom>
              <a:blipFill>
                <a:blip r:embed="rId2"/>
                <a:stretch>
                  <a:fillRect l="-667" t="-2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A2873D1-7A1A-85F6-9702-55476791B3E2}"/>
              </a:ext>
            </a:extLst>
          </p:cNvPr>
          <p:cNvSpPr txBox="1"/>
          <p:nvPr/>
        </p:nvSpPr>
        <p:spPr>
          <a:xfrm>
            <a:off x="395535" y="1843697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Extension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180C9A-D15C-97DE-4E0A-6C2392915E5A}"/>
              </a:ext>
            </a:extLst>
          </p:cNvPr>
          <p:cNvSpPr/>
          <p:nvPr/>
        </p:nvSpPr>
        <p:spPr>
          <a:xfrm>
            <a:off x="197773" y="226573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10" name="Picture 2" descr="http://www.ukmt-resources.org.uk/Images/SMC08/Pic30.gif">
            <a:extLst>
              <a:ext uri="{FF2B5EF4-FFF2-40B4-BE49-F238E27FC236}">
                <a16:creationId xmlns:a16="http://schemas.microsoft.com/office/drawing/2014/main" id="{A53E099A-9EF3-D9BE-DE11-319208986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68960"/>
            <a:ext cx="5592801" cy="376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B508B6-AF8D-EF2B-ED76-E2A82B4888CB}"/>
              </a:ext>
            </a:extLst>
          </p:cNvPr>
          <p:cNvSpPr/>
          <p:nvPr/>
        </p:nvSpPr>
        <p:spPr>
          <a:xfrm>
            <a:off x="1475655" y="3209956"/>
            <a:ext cx="6100802" cy="35972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5890EB-70A7-1A1C-4220-4D4340595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23925"/>
            <a:ext cx="669607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D6D3F26-CD09-8A5E-49CE-23D0FD09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65" y="908720"/>
            <a:ext cx="79343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D4D7B60-EDA2-CBE9-9802-859E8CF5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03" y="836712"/>
            <a:ext cx="78676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E7CBB5-28FE-802F-C7F8-D2584C9E0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2" y="620688"/>
            <a:ext cx="8054852" cy="620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AA3C825-BB37-4F18-37C4-780C17A4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84" y="620688"/>
            <a:ext cx="7169130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03C8-C2C3-34DA-2E5C-56EE5DB4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863F924-0407-E1EB-3509-77BBFF2C0F4C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5659337-147D-8DCD-292D-FA1FED96469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992EAB1-496B-8E3F-CD66-EE65FD25440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7F7774D-70E8-8405-8A99-420EACB5F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838200"/>
            <a:ext cx="80391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5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61757</TotalTime>
  <Words>408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2: Graphing Functions  Sketching Modulus Functions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