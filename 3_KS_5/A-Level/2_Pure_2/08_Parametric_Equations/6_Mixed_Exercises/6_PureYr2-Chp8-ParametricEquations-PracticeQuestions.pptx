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702" r:id="rId5"/>
    <p:sldId id="533" r:id="rId6"/>
    <p:sldId id="712" r:id="rId7"/>
    <p:sldId id="716" r:id="rId8"/>
    <p:sldId id="717" r:id="rId9"/>
    <p:sldId id="718" r:id="rId10"/>
    <p:sldId id="713" r:id="rId11"/>
    <p:sldId id="703" r:id="rId12"/>
    <p:sldId id="719" r:id="rId13"/>
    <p:sldId id="720" r:id="rId14"/>
    <p:sldId id="532" r:id="rId15"/>
    <p:sldId id="714" r:id="rId16"/>
    <p:sldId id="71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4A2440-713C-4FF4-A258-39C24C744D92}" v="5" dt="2026-02-02T14:02:34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modSld">
      <pc:chgData name="Dieter Beaven" userId="9bbdb69f-69d0-4759-aa9b-5c090a2da237" providerId="ADAL" clId="{B47B330E-67D7-47E6-A6C8-686253D34652}" dt="2026-02-03T14:02:29.790" v="61" actId="1076"/>
      <pc:docMkLst>
        <pc:docMk/>
      </pc:docMkLst>
      <pc:sldChg chg="addSp delSp modSp mod">
        <pc:chgData name="Dieter Beaven" userId="9bbdb69f-69d0-4759-aa9b-5c090a2da237" providerId="ADAL" clId="{B47B330E-67D7-47E6-A6C8-686253D34652}" dt="2026-02-03T14:02:29.790" v="61" actId="1076"/>
        <pc:sldMkLst>
          <pc:docMk/>
          <pc:sldMk cId="173887519" sldId="533"/>
        </pc:sldMkLst>
        <pc:picChg chg="add del mod">
          <ac:chgData name="Dieter Beaven" userId="9bbdb69f-69d0-4759-aa9b-5c090a2da237" providerId="ADAL" clId="{B47B330E-67D7-47E6-A6C8-686253D34652}" dt="2026-02-03T14:02:20.141" v="55" actId="478"/>
          <ac:picMkLst>
            <pc:docMk/>
            <pc:sldMk cId="173887519" sldId="533"/>
            <ac:picMk id="6" creationId="{933EC107-4AD6-9161-2C3A-C03F656DC684}"/>
          </ac:picMkLst>
        </pc:picChg>
        <pc:picChg chg="add mod">
          <ac:chgData name="Dieter Beaven" userId="9bbdb69f-69d0-4759-aa9b-5c090a2da237" providerId="ADAL" clId="{B47B330E-67D7-47E6-A6C8-686253D34652}" dt="2026-02-03T14:02:29.790" v="61" actId="1076"/>
          <ac:picMkLst>
            <pc:docMk/>
            <pc:sldMk cId="173887519" sldId="533"/>
            <ac:picMk id="7" creationId="{434346D8-CF83-CBA1-78F0-74EB6C7C1E58}"/>
          </ac:picMkLst>
        </pc:picChg>
      </pc:sldChg>
      <pc:sldChg chg="addSp modSp mod">
        <pc:chgData name="Dieter Beaven" userId="9bbdb69f-69d0-4759-aa9b-5c090a2da237" providerId="ADAL" clId="{B47B330E-67D7-47E6-A6C8-686253D34652}" dt="2026-02-02T14:03:00.934" v="44" actId="1076"/>
        <pc:sldMkLst>
          <pc:docMk/>
          <pc:sldMk cId="3196350854" sldId="703"/>
        </pc:sldMkLst>
        <pc:picChg chg="add mod">
          <ac:chgData name="Dieter Beaven" userId="9bbdb69f-69d0-4759-aa9b-5c090a2da237" providerId="ADAL" clId="{B47B330E-67D7-47E6-A6C8-686253D34652}" dt="2026-02-02T14:03:00.934" v="44" actId="1076"/>
          <ac:picMkLst>
            <pc:docMk/>
            <pc:sldMk cId="3196350854" sldId="703"/>
            <ac:picMk id="6" creationId="{F888B84F-EFDA-4A9D-68CC-22B2D5183136}"/>
          </ac:picMkLst>
        </pc:picChg>
      </pc:sldChg>
      <pc:sldChg chg="addSp modSp mod">
        <pc:chgData name="Dieter Beaven" userId="9bbdb69f-69d0-4759-aa9b-5c090a2da237" providerId="ADAL" clId="{B47B330E-67D7-47E6-A6C8-686253D34652}" dt="2026-02-02T13:58:21.157" v="12" actId="1076"/>
        <pc:sldMkLst>
          <pc:docMk/>
          <pc:sldMk cId="1756658491" sldId="712"/>
        </pc:sldMkLst>
        <pc:picChg chg="add mod">
          <ac:chgData name="Dieter Beaven" userId="9bbdb69f-69d0-4759-aa9b-5c090a2da237" providerId="ADAL" clId="{B47B330E-67D7-47E6-A6C8-686253D34652}" dt="2026-02-02T13:58:21.157" v="12" actId="1076"/>
          <ac:picMkLst>
            <pc:docMk/>
            <pc:sldMk cId="1756658491" sldId="712"/>
            <ac:picMk id="6" creationId="{88BBB5B5-CCA4-0520-CCF7-A51BFBC8E88F}"/>
          </ac:picMkLst>
        </pc:picChg>
      </pc:sldChg>
      <pc:sldChg chg="addSp modSp mod">
        <pc:chgData name="Dieter Beaven" userId="9bbdb69f-69d0-4759-aa9b-5c090a2da237" providerId="ADAL" clId="{B47B330E-67D7-47E6-A6C8-686253D34652}" dt="2026-02-02T14:03:05.224" v="46" actId="1035"/>
        <pc:sldMkLst>
          <pc:docMk/>
          <pc:sldMk cId="1336369231" sldId="713"/>
        </pc:sldMkLst>
        <pc:picChg chg="add mod">
          <ac:chgData name="Dieter Beaven" userId="9bbdb69f-69d0-4759-aa9b-5c090a2da237" providerId="ADAL" clId="{B47B330E-67D7-47E6-A6C8-686253D34652}" dt="2026-02-02T14:03:05.224" v="46" actId="1035"/>
          <ac:picMkLst>
            <pc:docMk/>
            <pc:sldMk cId="1336369231" sldId="713"/>
            <ac:picMk id="6" creationId="{E669828D-92B8-CE56-6758-40A83241465A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3:58:44.318" v="16" actId="1076"/>
        <pc:sldMkLst>
          <pc:docMk/>
          <pc:sldMk cId="4069335242" sldId="716"/>
        </pc:sldMkLst>
        <pc:picChg chg="add mod">
          <ac:chgData name="Dieter Beaven" userId="9bbdb69f-69d0-4759-aa9b-5c090a2da237" providerId="ADAL" clId="{B47B330E-67D7-47E6-A6C8-686253D34652}" dt="2026-02-02T13:58:44.318" v="16" actId="1076"/>
          <ac:picMkLst>
            <pc:docMk/>
            <pc:sldMk cId="4069335242" sldId="716"/>
            <ac:picMk id="6" creationId="{B75DE91C-4421-A2BD-E4AE-5D0D1C7DBC85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2-02T14:00:53.332" v="30" actId="1035"/>
        <pc:sldMkLst>
          <pc:docMk/>
          <pc:sldMk cId="2700903192" sldId="717"/>
        </pc:sldMkLst>
        <pc:picChg chg="add del mod">
          <ac:chgData name="Dieter Beaven" userId="9bbdb69f-69d0-4759-aa9b-5c090a2da237" providerId="ADAL" clId="{B47B330E-67D7-47E6-A6C8-686253D34652}" dt="2026-02-02T13:59:09.638" v="20" actId="478"/>
          <ac:picMkLst>
            <pc:docMk/>
            <pc:sldMk cId="2700903192" sldId="717"/>
            <ac:picMk id="6" creationId="{199FA1B0-77A2-B668-D8A8-F59005BF0465}"/>
          </ac:picMkLst>
        </pc:picChg>
        <pc:picChg chg="add del mod">
          <ac:chgData name="Dieter Beaven" userId="9bbdb69f-69d0-4759-aa9b-5c090a2da237" providerId="ADAL" clId="{B47B330E-67D7-47E6-A6C8-686253D34652}" dt="2026-02-02T14:00:20.185" v="25" actId="478"/>
          <ac:picMkLst>
            <pc:docMk/>
            <pc:sldMk cId="2700903192" sldId="717"/>
            <ac:picMk id="8" creationId="{F799AF14-FDC9-4222-EB14-469C5A6DF86E}"/>
          </ac:picMkLst>
        </pc:picChg>
        <pc:picChg chg="add mod">
          <ac:chgData name="Dieter Beaven" userId="9bbdb69f-69d0-4759-aa9b-5c090a2da237" providerId="ADAL" clId="{B47B330E-67D7-47E6-A6C8-686253D34652}" dt="2026-02-02T14:00:53.332" v="30" actId="1035"/>
          <ac:picMkLst>
            <pc:docMk/>
            <pc:sldMk cId="2700903192" sldId="717"/>
            <ac:picMk id="10" creationId="{9126090E-C828-7C71-840E-02F0DDC1CABF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4:01:26.170" v="34" actId="1076"/>
        <pc:sldMkLst>
          <pc:docMk/>
          <pc:sldMk cId="3349084883" sldId="718"/>
        </pc:sldMkLst>
        <pc:picChg chg="add mod">
          <ac:chgData name="Dieter Beaven" userId="9bbdb69f-69d0-4759-aa9b-5c090a2da237" providerId="ADAL" clId="{B47B330E-67D7-47E6-A6C8-686253D34652}" dt="2026-02-02T14:01:26.170" v="34" actId="1076"/>
          <ac:picMkLst>
            <pc:docMk/>
            <pc:sldMk cId="3349084883" sldId="718"/>
            <ac:picMk id="6" creationId="{85EC12B6-6158-70BD-CDBF-F3493C6990F2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4:03:50.413" v="50" actId="1076"/>
        <pc:sldMkLst>
          <pc:docMk/>
          <pc:sldMk cId="813621755" sldId="719"/>
        </pc:sldMkLst>
        <pc:picChg chg="add mod">
          <ac:chgData name="Dieter Beaven" userId="9bbdb69f-69d0-4759-aa9b-5c090a2da237" providerId="ADAL" clId="{B47B330E-67D7-47E6-A6C8-686253D34652}" dt="2026-02-02T14:03:50.413" v="50" actId="1076"/>
          <ac:picMkLst>
            <pc:docMk/>
            <pc:sldMk cId="813621755" sldId="719"/>
            <ac:picMk id="6" creationId="{30340378-9CBD-8A60-D756-0EEFF9DC9ADB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4:04:14.047" v="54" actId="1076"/>
        <pc:sldMkLst>
          <pc:docMk/>
          <pc:sldMk cId="2900850780" sldId="720"/>
        </pc:sldMkLst>
        <pc:picChg chg="add mod">
          <ac:chgData name="Dieter Beaven" userId="9bbdb69f-69d0-4759-aa9b-5c090a2da237" providerId="ADAL" clId="{B47B330E-67D7-47E6-A6C8-686253D34652}" dt="2026-02-02T14:04:14.047" v="54" actId="1076"/>
          <ac:picMkLst>
            <pc:docMk/>
            <pc:sldMk cId="2900850780" sldId="720"/>
            <ac:picMk id="6" creationId="{B3C82C5B-F018-CC40-B253-60940132E0C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 fontScale="90000"/>
          </a:bodyPr>
          <a:lstStyle/>
          <a:p>
            <a:r>
              <a:rPr lang="en-GB" b="1">
                <a:solidFill>
                  <a:srgbClr val="92D050"/>
                </a:solidFill>
              </a:rPr>
              <a:t>P2 Chapter 8: </a:t>
            </a:r>
            <a:r>
              <a:rPr lang="en-GB">
                <a:solidFill>
                  <a:schemeClr val="accent5"/>
                </a:solidFill>
              </a:rPr>
              <a:t>Parametric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434346D8-CF83-CBA1-78F0-74EB6C7C1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17" y="1268760"/>
            <a:ext cx="7369966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88BBB5B5-CCA4-0520-CCF7-A51BFBC8E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8" y="1268760"/>
            <a:ext cx="77343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548E5-6ACE-9031-2629-8C5DBD33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410CA9-7F88-D9A0-C73B-CF1D9C34F7D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9FEB038-F250-9DE5-96C8-63DA2628481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CEF2EAA-37AB-66CB-F733-9ABC03565E0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B75DE91C-4421-A2BD-E4AE-5D0D1C7DB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40" y="836712"/>
            <a:ext cx="749617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3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8EBE-C6B7-C765-FBC0-AEB7117E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B070796-80A6-C580-833E-69E707B1D79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D35A3D7-EB0E-4E01-2F62-4A5E5910FDE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89473D9-A554-1125-D6F3-557F7EEC6C3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9126090E-C828-7C71-840E-02F0DDC1C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90" y="692696"/>
            <a:ext cx="768667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0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13BB0-572C-A9D6-599E-62F4AF78D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67B6C23-0427-4D8D-02FD-04D6EF3B2B1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2E86827-4407-5D05-1E15-296F421F19C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834301A-9F9D-1CEB-5B46-4E2274773F9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curve&#10;&#10;AI-generated content may be incorrect.">
            <a:extLst>
              <a:ext uri="{FF2B5EF4-FFF2-40B4-BE49-F238E27FC236}">
                <a16:creationId xmlns:a16="http://schemas.microsoft.com/office/drawing/2014/main" id="{85EC12B6-6158-70BD-CDBF-F3493C699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0" y="692696"/>
            <a:ext cx="780097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8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E669828D-92B8-CE56-6758-40A83241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90" y="836712"/>
            <a:ext cx="776287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aph and line on a white paper&#10;&#10;AI-generated content may be incorrect.">
            <a:extLst>
              <a:ext uri="{FF2B5EF4-FFF2-40B4-BE49-F238E27FC236}">
                <a16:creationId xmlns:a16="http://schemas.microsoft.com/office/drawing/2014/main" id="{F888B84F-EFDA-4A9D-68CC-22B2D5183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28" y="836712"/>
            <a:ext cx="7620000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BD57-6340-F67B-3502-1A9ED8FD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EF8127-02C5-5E1F-EE50-EBCA2E46C56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7327F4D-2607-5406-27C8-88876EAEB07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BA2441C-48BD-EE1E-BFAA-9583B850F4D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aph and diagram of a bicycle&#10;&#10;AI-generated content may be incorrect.">
            <a:extLst>
              <a:ext uri="{FF2B5EF4-FFF2-40B4-BE49-F238E27FC236}">
                <a16:creationId xmlns:a16="http://schemas.microsoft.com/office/drawing/2014/main" id="{30340378-9CBD-8A60-D756-0EEFF9DC9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3" y="836712"/>
            <a:ext cx="782955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21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6A6C8-B4EF-45D3-841A-B831F7189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8DD0428-C984-05AE-5E35-A5C496E4D63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EDFBC7E-A711-2BC0-A045-01C81D31FD9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A7ED6EF-3AA8-9183-AFD2-ECC156A41AF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een and black math problem&#10;&#10;AI-generated content may be incorrect.">
            <a:extLst>
              <a:ext uri="{FF2B5EF4-FFF2-40B4-BE49-F238E27FC236}">
                <a16:creationId xmlns:a16="http://schemas.microsoft.com/office/drawing/2014/main" id="{B3C82C5B-F018-CC40-B253-60940132E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340768"/>
            <a:ext cx="59055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5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E39C607-BC98-1F13-CFC6-A071AEF37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4" y="908720"/>
            <a:ext cx="9144000" cy="515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C270-C5F5-E7EA-F3B8-D0EAEE43F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D0D7CE-BE03-23B4-73CA-9D2230035634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A1A1293-2957-4739-36C0-CBD31174FA8B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4D1F1FC-26D5-ADAF-E742-A4C46024A24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4BD87CD-19E9-B328-F0AB-70A751A5F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5" y="849762"/>
            <a:ext cx="842962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69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55F1-A105-4CDD-945E-052D7C56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A8E060-4B20-F05A-0179-FD5DEA8ABE5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597DB32-6D22-C6B6-2910-3D5BA846BCC3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B25F7AA-7E07-90B5-B0BD-40FAF53265A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651C195-B15E-FA0D-B66D-436BE16EA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50958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51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29566</TotalTime>
  <Words>34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P2 Chapter 8: Parametric Equations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2026-02-03T14:02:34Z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