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547" r:id="rId5"/>
    <p:sldId id="572" r:id="rId6"/>
    <p:sldId id="574" r:id="rId7"/>
    <p:sldId id="575" r:id="rId8"/>
    <p:sldId id="549" r:id="rId9"/>
    <p:sldId id="543" r:id="rId10"/>
    <p:sldId id="550" r:id="rId11"/>
    <p:sldId id="551" r:id="rId12"/>
    <p:sldId id="545" r:id="rId13"/>
    <p:sldId id="552" r:id="rId14"/>
    <p:sldId id="576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12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518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B47B330E-67D7-47E6-A6C8-686253D34652}"/>
    <pc:docChg chg="custSel modSld">
      <pc:chgData name="Dieter Beaven" userId="9bbdb69f-69d0-4759-aa9b-5c090a2da237" providerId="ADAL" clId="{B47B330E-67D7-47E6-A6C8-686253D34652}" dt="2026-02-03T13:50:47.237" v="34" actId="1036"/>
      <pc:docMkLst>
        <pc:docMk/>
      </pc:docMkLst>
      <pc:sldChg chg="addSp delSp modSp mod">
        <pc:chgData name="Dieter Beaven" userId="9bbdb69f-69d0-4759-aa9b-5c090a2da237" providerId="ADAL" clId="{B47B330E-67D7-47E6-A6C8-686253D34652}" dt="2026-02-03T13:48:49.345" v="10" actId="1076"/>
        <pc:sldMkLst>
          <pc:docMk/>
          <pc:sldMk cId="3896053727" sldId="543"/>
        </pc:sldMkLst>
        <pc:picChg chg="add del mod">
          <ac:chgData name="Dieter Beaven" userId="9bbdb69f-69d0-4759-aa9b-5c090a2da237" providerId="ADAL" clId="{B47B330E-67D7-47E6-A6C8-686253D34652}" dt="2026-02-03T13:48:46.982" v="6" actId="478"/>
          <ac:picMkLst>
            <pc:docMk/>
            <pc:sldMk cId="3896053727" sldId="543"/>
            <ac:picMk id="6" creationId="{A59842B2-6418-51DE-06D0-11F4604ADE5B}"/>
          </ac:picMkLst>
        </pc:picChg>
        <pc:picChg chg="add mod">
          <ac:chgData name="Dieter Beaven" userId="9bbdb69f-69d0-4759-aa9b-5c090a2da237" providerId="ADAL" clId="{B47B330E-67D7-47E6-A6C8-686253D34652}" dt="2026-02-03T13:48:49.345" v="10" actId="1076"/>
          <ac:picMkLst>
            <pc:docMk/>
            <pc:sldMk cId="3896053727" sldId="543"/>
            <ac:picMk id="8" creationId="{0FD972B3-F000-C377-4365-F0F16271D4FE}"/>
          </ac:picMkLst>
        </pc:picChg>
      </pc:sldChg>
      <pc:sldChg chg="addSp delSp modSp mod">
        <pc:chgData name="Dieter Beaven" userId="9bbdb69f-69d0-4759-aa9b-5c090a2da237" providerId="ADAL" clId="{B47B330E-67D7-47E6-A6C8-686253D34652}" dt="2026-02-03T13:50:14.546" v="28" actId="1037"/>
        <pc:sldMkLst>
          <pc:docMk/>
          <pc:sldMk cId="4091202299" sldId="550"/>
        </pc:sldMkLst>
        <pc:picChg chg="add del mod">
          <ac:chgData name="Dieter Beaven" userId="9bbdb69f-69d0-4759-aa9b-5c090a2da237" providerId="ADAL" clId="{B47B330E-67D7-47E6-A6C8-686253D34652}" dt="2026-02-03T13:49:40.487" v="16" actId="478"/>
          <ac:picMkLst>
            <pc:docMk/>
            <pc:sldMk cId="4091202299" sldId="550"/>
            <ac:picMk id="6" creationId="{A505AB35-2007-FF8A-5E0C-7E8B1ABF6ADB}"/>
          </ac:picMkLst>
        </pc:picChg>
        <pc:picChg chg="add mod">
          <ac:chgData name="Dieter Beaven" userId="9bbdb69f-69d0-4759-aa9b-5c090a2da237" providerId="ADAL" clId="{B47B330E-67D7-47E6-A6C8-686253D34652}" dt="2026-02-03T13:50:14.546" v="28" actId="1037"/>
          <ac:picMkLst>
            <pc:docMk/>
            <pc:sldMk cId="4091202299" sldId="550"/>
            <ac:picMk id="8" creationId="{0C4EC28C-61E3-E8F0-224F-EF3B4DE4B6E8}"/>
          </ac:picMkLst>
        </pc:picChg>
      </pc:sldChg>
      <pc:sldChg chg="addSp modSp mod">
        <pc:chgData name="Dieter Beaven" userId="9bbdb69f-69d0-4759-aa9b-5c090a2da237" providerId="ADAL" clId="{B47B330E-67D7-47E6-A6C8-686253D34652}" dt="2026-02-03T13:50:47.237" v="34" actId="1036"/>
        <pc:sldMkLst>
          <pc:docMk/>
          <pc:sldMk cId="3826585799" sldId="551"/>
        </pc:sldMkLst>
        <pc:picChg chg="add mod">
          <ac:chgData name="Dieter Beaven" userId="9bbdb69f-69d0-4759-aa9b-5c090a2da237" providerId="ADAL" clId="{B47B330E-67D7-47E6-A6C8-686253D34652}" dt="2026-02-03T13:50:47.237" v="34" actId="1036"/>
          <ac:picMkLst>
            <pc:docMk/>
            <pc:sldMk cId="3826585799" sldId="551"/>
            <ac:picMk id="6" creationId="{89310E8E-B264-CB22-F2DA-0018415428D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8: </a:t>
            </a:r>
            <a:r>
              <a:rPr lang="en-GB" dirty="0">
                <a:solidFill>
                  <a:schemeClr val="accent5"/>
                </a:solidFill>
              </a:rPr>
              <a:t>Parametric Equations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Curve Sketching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444FE98-8B2B-41F6-A1D9-DA8041364DC2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0843C365-A5F0-4AA1-A194-8BF592641424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Sketching Parametric Curves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8365468-AB9B-4E7C-8607-4A69EC47AF34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B4F6DD0E-C595-410E-AF77-41D89F0E0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260" y="2776488"/>
            <a:ext cx="3030823" cy="11521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C4E4A8-6378-4322-A0E4-7FEFD3B7B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660" y="2353227"/>
            <a:ext cx="3566343" cy="24727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8E472B-FE12-4455-8116-D99CBAE2C5C2}"/>
              </a:ext>
            </a:extLst>
          </p:cNvPr>
          <p:cNvSpPr txBox="1"/>
          <p:nvPr/>
        </p:nvSpPr>
        <p:spPr>
          <a:xfrm>
            <a:off x="323528" y="836712"/>
            <a:ext cx="78488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 saw that one strategy for sketching parametric curves is to convert into a Cartesian equation, and hope this is a form we recognise (e.g. quadratic or equation of circle) to appropriately sketch.</a:t>
            </a:r>
          </a:p>
          <a:p>
            <a:r>
              <a:rPr lang="en-GB" dirty="0"/>
              <a:t>However, some parametric equations can’t easily be turned into Cartesian form: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3068F7B-E0CB-492F-A28B-1A69039A3758}"/>
                  </a:ext>
                </a:extLst>
              </p:cNvPr>
              <p:cNvSpPr txBox="1"/>
              <p:nvPr/>
            </p:nvSpPr>
            <p:spPr>
              <a:xfrm>
                <a:off x="454968" y="3983614"/>
                <a:ext cx="3845892" cy="9155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These parametric equations in Cartesian form would be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 panose="02040503050406030204" pitchFamily="18" charset="0"/>
                          </a:rPr>
                          <m:t>arccos</m:t>
                        </m:r>
                      </m:fName>
                      <m:e>
                        <m:d>
                          <m:d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GB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GB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sz="1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GB" sz="1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GB" sz="1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GB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sz="14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GB" sz="1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den>
                            </m:f>
                          </m:e>
                        </m:d>
                      </m:e>
                    </m:func>
                    <m:r>
                      <a:rPr lang="en-GB" sz="1400" b="0" i="0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GB" sz="1400" dirty="0"/>
                  <a:t> this would obviously be incredibly hard to sketch!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3068F7B-E0CB-492F-A28B-1A69039A3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68" y="3983614"/>
                <a:ext cx="3845892" cy="915572"/>
              </a:xfrm>
              <a:prstGeom prst="rect">
                <a:avLst/>
              </a:prstGeom>
              <a:blipFill>
                <a:blip r:embed="rId4"/>
                <a:stretch>
                  <a:fillRect l="-475" t="-662" b="-59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BDD20E-EBDC-49E6-B117-E4C9CEBC8E2F}"/>
                  </a:ext>
                </a:extLst>
              </p:cNvPr>
              <p:cNvSpPr txBox="1"/>
              <p:nvPr/>
            </p:nvSpPr>
            <p:spPr>
              <a:xfrm>
                <a:off x="1331640" y="5661248"/>
                <a:ext cx="6646025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Instead we can try different values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and determine the point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GB" dirty="0"/>
                  <a:t> for each value to get a sequence of points…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BDD20E-EBDC-49E6-B117-E4C9CEBC8E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640" y="5661248"/>
                <a:ext cx="6646025" cy="646331"/>
              </a:xfrm>
              <a:prstGeom prst="rect">
                <a:avLst/>
              </a:prstGeom>
              <a:blipFill>
                <a:blip r:embed="rId5"/>
                <a:stretch>
                  <a:fillRect l="-548" t="-3636" b="-1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6688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7A14A0A-D4D8-485D-B6D9-6ED73B73A1B0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6061838C-1C4D-476E-A075-457C830A902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Sketching Parametric Curves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180974E-C885-4B47-81BA-14EE5D24524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36DCA01-26BA-4E49-AC8D-30BB0F1BC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586" y="862628"/>
            <a:ext cx="3030823" cy="11521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F623BB5-0FD3-4898-8BA0-039A8B4FBF5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99994" y="2175386"/>
              <a:ext cx="7139922" cy="1352233"/>
            </p:xfrm>
            <a:graphic>
              <a:graphicData uri="http://schemas.openxmlformats.org/drawingml/2006/table">
                <a:tbl>
                  <a:tblPr firstCol="1" bandRow="1">
                    <a:tableStyleId>{073A0DAA-6AF3-43AB-8588-CEC1D06C72B9}</a:tableStyleId>
                  </a:tblPr>
                  <a:tblGrid>
                    <a:gridCol w="609600">
                      <a:extLst>
                        <a:ext uri="{9D8B030D-6E8A-4147-A177-3AD203B41FA5}">
                          <a16:colId xmlns:a16="http://schemas.microsoft.com/office/drawing/2014/main" val="1325559615"/>
                        </a:ext>
                      </a:extLst>
                    </a:gridCol>
                    <a:gridCol w="470520">
                      <a:extLst>
                        <a:ext uri="{9D8B030D-6E8A-4147-A177-3AD203B41FA5}">
                          <a16:colId xmlns:a16="http://schemas.microsoft.com/office/drawing/2014/main" val="653623038"/>
                        </a:ext>
                      </a:extLst>
                    </a:gridCol>
                    <a:gridCol w="663892">
                      <a:extLst>
                        <a:ext uri="{9D8B030D-6E8A-4147-A177-3AD203B41FA5}">
                          <a16:colId xmlns:a16="http://schemas.microsoft.com/office/drawing/2014/main" val="1176131754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468952625"/>
                        </a:ext>
                      </a:extLst>
                    </a:gridCol>
                    <a:gridCol w="835342">
                      <a:extLst>
                        <a:ext uri="{9D8B030D-6E8A-4147-A177-3AD203B41FA5}">
                          <a16:colId xmlns:a16="http://schemas.microsoft.com/office/drawing/2014/main" val="3723601348"/>
                        </a:ext>
                      </a:extLst>
                    </a:gridCol>
                    <a:gridCol w="835342">
                      <a:extLst>
                        <a:ext uri="{9D8B030D-6E8A-4147-A177-3AD203B41FA5}">
                          <a16:colId xmlns:a16="http://schemas.microsoft.com/office/drawing/2014/main" val="3741235465"/>
                        </a:ext>
                      </a:extLst>
                    </a:gridCol>
                    <a:gridCol w="835342">
                      <a:extLst>
                        <a:ext uri="{9D8B030D-6E8A-4147-A177-3AD203B41FA5}">
                          <a16:colId xmlns:a16="http://schemas.microsoft.com/office/drawing/2014/main" val="2956934906"/>
                        </a:ext>
                      </a:extLst>
                    </a:gridCol>
                    <a:gridCol w="835342">
                      <a:extLst>
                        <a:ext uri="{9D8B030D-6E8A-4147-A177-3AD203B41FA5}">
                          <a16:colId xmlns:a16="http://schemas.microsoft.com/office/drawing/2014/main" val="3769365874"/>
                        </a:ext>
                      </a:extLst>
                    </a:gridCol>
                    <a:gridCol w="835342">
                      <a:extLst>
                        <a:ext uri="{9D8B030D-6E8A-4147-A177-3AD203B41FA5}">
                          <a16:colId xmlns:a16="http://schemas.microsoft.com/office/drawing/2014/main" val="1816112336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35473890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GB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GB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GB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GB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GB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GB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GB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836597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 panose="02040503050406030204" pitchFamily="18" charset="0"/>
                                  </a:rPr>
                                  <m:t>0.56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 panose="02040503050406030204" pitchFamily="18" charset="0"/>
                                  </a:rPr>
                                  <m:t>−1.67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 panose="02040503050406030204" pitchFamily="18" charset="0"/>
                                  </a:rPr>
                                  <m:t>−3.14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 panose="02040503050406030204" pitchFamily="18" charset="0"/>
                                  </a:rPr>
                                  <m:t>−2.78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 panose="02040503050406030204" pitchFamily="18" charset="0"/>
                                  </a:rPr>
                                  <m:t>3.89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 panose="02040503050406030204" pitchFamily="18" charset="0"/>
                                  </a:rPr>
                                  <m:t>6.28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3158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 panose="02040503050406030204" pitchFamily="18" charset="0"/>
                                  </a:rPr>
                                  <m:t>0.56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 panose="02040503050406030204" pitchFamily="18" charset="0"/>
                                  </a:rPr>
                                  <m:t>1.57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 panose="02040503050406030204" pitchFamily="18" charset="0"/>
                                  </a:rPr>
                                  <m:t>1.67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 panose="02040503050406030204" pitchFamily="18" charset="0"/>
                                  </a:rPr>
                                  <m:t>−2.78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 panose="02040503050406030204" pitchFamily="18" charset="0"/>
                                  </a:rPr>
                                  <m:t>−4.71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 panose="02040503050406030204" pitchFamily="18" charset="0"/>
                                  </a:rPr>
                                  <m:t>−3.89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482095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F623BB5-0FD3-4898-8BA0-039A8B4FBF5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7524087"/>
                  </p:ext>
                </p:extLst>
              </p:nvPr>
            </p:nvGraphicFramePr>
            <p:xfrm>
              <a:off x="699994" y="2175386"/>
              <a:ext cx="7139922" cy="1352233"/>
            </p:xfrm>
            <a:graphic>
              <a:graphicData uri="http://schemas.openxmlformats.org/drawingml/2006/table">
                <a:tbl>
                  <a:tblPr firstCol="1" bandRow="1">
                    <a:tableStyleId>{073A0DAA-6AF3-43AB-8588-CEC1D06C72B9}</a:tableStyleId>
                  </a:tblPr>
                  <a:tblGrid>
                    <a:gridCol w="609600">
                      <a:extLst>
                        <a:ext uri="{9D8B030D-6E8A-4147-A177-3AD203B41FA5}">
                          <a16:colId xmlns:a16="http://schemas.microsoft.com/office/drawing/2014/main" val="1325559615"/>
                        </a:ext>
                      </a:extLst>
                    </a:gridCol>
                    <a:gridCol w="470520">
                      <a:extLst>
                        <a:ext uri="{9D8B030D-6E8A-4147-A177-3AD203B41FA5}">
                          <a16:colId xmlns:a16="http://schemas.microsoft.com/office/drawing/2014/main" val="653623038"/>
                        </a:ext>
                      </a:extLst>
                    </a:gridCol>
                    <a:gridCol w="663892">
                      <a:extLst>
                        <a:ext uri="{9D8B030D-6E8A-4147-A177-3AD203B41FA5}">
                          <a16:colId xmlns:a16="http://schemas.microsoft.com/office/drawing/2014/main" val="1176131754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468952625"/>
                        </a:ext>
                      </a:extLst>
                    </a:gridCol>
                    <a:gridCol w="835342">
                      <a:extLst>
                        <a:ext uri="{9D8B030D-6E8A-4147-A177-3AD203B41FA5}">
                          <a16:colId xmlns:a16="http://schemas.microsoft.com/office/drawing/2014/main" val="3723601348"/>
                        </a:ext>
                      </a:extLst>
                    </a:gridCol>
                    <a:gridCol w="835342">
                      <a:extLst>
                        <a:ext uri="{9D8B030D-6E8A-4147-A177-3AD203B41FA5}">
                          <a16:colId xmlns:a16="http://schemas.microsoft.com/office/drawing/2014/main" val="3741235465"/>
                        </a:ext>
                      </a:extLst>
                    </a:gridCol>
                    <a:gridCol w="835342">
                      <a:extLst>
                        <a:ext uri="{9D8B030D-6E8A-4147-A177-3AD203B41FA5}">
                          <a16:colId xmlns:a16="http://schemas.microsoft.com/office/drawing/2014/main" val="2956934906"/>
                        </a:ext>
                      </a:extLst>
                    </a:gridCol>
                    <a:gridCol w="835342">
                      <a:extLst>
                        <a:ext uri="{9D8B030D-6E8A-4147-A177-3AD203B41FA5}">
                          <a16:colId xmlns:a16="http://schemas.microsoft.com/office/drawing/2014/main" val="3769365874"/>
                        </a:ext>
                      </a:extLst>
                    </a:gridCol>
                    <a:gridCol w="835342">
                      <a:extLst>
                        <a:ext uri="{9D8B030D-6E8A-4147-A177-3AD203B41FA5}">
                          <a16:colId xmlns:a16="http://schemas.microsoft.com/office/drawing/2014/main" val="1816112336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3547389019"/>
                        </a:ext>
                      </a:extLst>
                    </a:gridCol>
                  </a:tblGrid>
                  <a:tr h="6105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" t="-990" r="-1075000" b="-123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31169" t="-990" r="-1296104" b="-123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1818" t="-990" r="-807273" b="-123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88000" t="-990" r="-788000" b="-123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83212" t="-990" r="-475182" b="-123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83212" t="-990" r="-375182" b="-123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83212" t="-990" r="-275182" b="-123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78986" t="-990" r="-173188" b="-123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83942" t="-990" r="-74453" b="-123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74000" t="-990" r="-2000" b="-1237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36597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" t="-167213" r="-1075000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31169" t="-167213" r="-1296104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1818" t="-167213" r="-807273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88000" t="-167213" r="-788000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83212" t="-167213" r="-475182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83212" t="-167213" r="-375182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83212" t="-167213" r="-275182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78986" t="-167213" r="-173188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83942" t="-167213" r="-74453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74000" t="-167213" r="-2000" b="-1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3158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" t="-267213" r="-1075000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31169" t="-267213" r="-1296104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1818" t="-267213" r="-807273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88000" t="-267213" r="-788000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83212" t="-267213" r="-475182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83212" t="-267213" r="-375182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83212" t="-267213" r="-275182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78986" t="-267213" r="-173188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683942" t="-267213" r="-74453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74000" t="-267213" r="-2000" b="-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482095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F793011F-AA98-4146-9FB9-F523361C01AB}"/>
              </a:ext>
            </a:extLst>
          </p:cNvPr>
          <p:cNvSpPr/>
          <p:nvPr/>
        </p:nvSpPr>
        <p:spPr>
          <a:xfrm>
            <a:off x="1302436" y="2779436"/>
            <a:ext cx="485296" cy="72402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0248C2-9CAB-44D9-A7D2-34357903256A}"/>
              </a:ext>
            </a:extLst>
          </p:cNvPr>
          <p:cNvSpPr/>
          <p:nvPr/>
        </p:nvSpPr>
        <p:spPr>
          <a:xfrm>
            <a:off x="1787732" y="2779436"/>
            <a:ext cx="657224" cy="72402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1BBBDE-8994-4F40-8FFE-42FB3577CBBF}"/>
              </a:ext>
            </a:extLst>
          </p:cNvPr>
          <p:cNvSpPr/>
          <p:nvPr/>
        </p:nvSpPr>
        <p:spPr>
          <a:xfrm>
            <a:off x="2444956" y="2779436"/>
            <a:ext cx="609600" cy="72402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172489-3DF3-4F00-925B-198CF6919D6D}"/>
              </a:ext>
            </a:extLst>
          </p:cNvPr>
          <p:cNvSpPr/>
          <p:nvPr/>
        </p:nvSpPr>
        <p:spPr>
          <a:xfrm>
            <a:off x="3054556" y="2779436"/>
            <a:ext cx="830580" cy="72402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8EC7AD-F37E-4793-8676-3919B0181AB3}"/>
              </a:ext>
            </a:extLst>
          </p:cNvPr>
          <p:cNvSpPr/>
          <p:nvPr/>
        </p:nvSpPr>
        <p:spPr>
          <a:xfrm>
            <a:off x="3885136" y="2779436"/>
            <a:ext cx="838200" cy="72402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B86D94-D81C-47E1-95FD-23DE24B07781}"/>
              </a:ext>
            </a:extLst>
          </p:cNvPr>
          <p:cNvSpPr/>
          <p:nvPr/>
        </p:nvSpPr>
        <p:spPr>
          <a:xfrm>
            <a:off x="4723336" y="2779436"/>
            <a:ext cx="838200" cy="72402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F4388B-48DF-44ED-8F4A-F50D40F07FCD}"/>
              </a:ext>
            </a:extLst>
          </p:cNvPr>
          <p:cNvSpPr/>
          <p:nvPr/>
        </p:nvSpPr>
        <p:spPr>
          <a:xfrm>
            <a:off x="5561536" y="2779436"/>
            <a:ext cx="830580" cy="72402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061486-383E-47A5-9FA9-239D5093073E}"/>
              </a:ext>
            </a:extLst>
          </p:cNvPr>
          <p:cNvSpPr/>
          <p:nvPr/>
        </p:nvSpPr>
        <p:spPr>
          <a:xfrm>
            <a:off x="6392116" y="2779436"/>
            <a:ext cx="838200" cy="72402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84CA549-F0B5-4BB4-B7E5-338C7C69F3FD}"/>
              </a:ext>
            </a:extLst>
          </p:cNvPr>
          <p:cNvSpPr/>
          <p:nvPr/>
        </p:nvSpPr>
        <p:spPr>
          <a:xfrm>
            <a:off x="7230316" y="2779436"/>
            <a:ext cx="609600" cy="72402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93BDE93-4F49-435A-84A6-69CF9724389E}"/>
              </a:ext>
            </a:extLst>
          </p:cNvPr>
          <p:cNvCxnSpPr/>
          <p:nvPr/>
        </p:nvCxnSpPr>
        <p:spPr>
          <a:xfrm flipV="1">
            <a:off x="4716780" y="3789040"/>
            <a:ext cx="0" cy="2880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F5233E1-237E-4E45-9D93-AD6DC3383EA1}"/>
              </a:ext>
            </a:extLst>
          </p:cNvPr>
          <p:cNvCxnSpPr>
            <a:cxnSpLocks/>
          </p:cNvCxnSpPr>
          <p:nvPr/>
        </p:nvCxnSpPr>
        <p:spPr>
          <a:xfrm>
            <a:off x="2444956" y="5272683"/>
            <a:ext cx="40925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0FA62FA-FD31-42A0-AF76-D83C4260AB66}"/>
                  </a:ext>
                </a:extLst>
              </p:cNvPr>
              <p:cNvSpPr txBox="1"/>
              <p:nvPr/>
            </p:nvSpPr>
            <p:spPr>
              <a:xfrm>
                <a:off x="6489857" y="5108426"/>
                <a:ext cx="3300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0FA62FA-FD31-42A0-AF76-D83C4260A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9857" y="5108426"/>
                <a:ext cx="330044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F277B1C-45B8-4E66-B5FF-EAE3FDAFC898}"/>
                  </a:ext>
                </a:extLst>
              </p:cNvPr>
              <p:cNvSpPr txBox="1"/>
              <p:nvPr/>
            </p:nvSpPr>
            <p:spPr>
              <a:xfrm>
                <a:off x="4571428" y="3534360"/>
                <a:ext cx="3300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F277B1C-45B8-4E66-B5FF-EAE3FDAFC8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428" y="3534360"/>
                <a:ext cx="330044" cy="307777"/>
              </a:xfrm>
              <a:prstGeom prst="rect">
                <a:avLst/>
              </a:prstGeom>
              <a:blipFill>
                <a:blip r:embed="rId5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1CCD5B3F-18F6-4085-BB51-D1C03BE4AFDC}"/>
              </a:ext>
            </a:extLst>
          </p:cNvPr>
          <p:cNvGrpSpPr/>
          <p:nvPr/>
        </p:nvGrpSpPr>
        <p:grpSpPr>
          <a:xfrm>
            <a:off x="4665980" y="5221883"/>
            <a:ext cx="439792" cy="274622"/>
            <a:chOff x="4665980" y="5221883"/>
            <a:chExt cx="439792" cy="274622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7D6148D-1928-4E15-B1DC-588D12ED5144}"/>
                </a:ext>
              </a:extLst>
            </p:cNvPr>
            <p:cNvSpPr/>
            <p:nvPr/>
          </p:nvSpPr>
          <p:spPr>
            <a:xfrm>
              <a:off x="4665980" y="5221883"/>
              <a:ext cx="90170" cy="86717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98712CF-3D5F-4585-A1F1-F5081B289E5B}"/>
                    </a:ext>
                  </a:extLst>
                </p:cNvPr>
                <p:cNvSpPr txBox="1"/>
                <p:nvPr/>
              </p:nvSpPr>
              <p:spPr>
                <a:xfrm>
                  <a:off x="4673724" y="5250284"/>
                  <a:ext cx="432048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98712CF-3D5F-4585-A1F1-F5081B289E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3724" y="5250284"/>
                  <a:ext cx="432048" cy="24622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9E5C11C-0695-4DE0-B89A-81D069BA99A3}"/>
              </a:ext>
            </a:extLst>
          </p:cNvPr>
          <p:cNvGrpSpPr/>
          <p:nvPr/>
        </p:nvGrpSpPr>
        <p:grpSpPr>
          <a:xfrm>
            <a:off x="5004048" y="4910003"/>
            <a:ext cx="439792" cy="274622"/>
            <a:chOff x="4665980" y="5221883"/>
            <a:chExt cx="439792" cy="274622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44AABF6-02C1-4A41-B144-733F4BE6D33F}"/>
                </a:ext>
              </a:extLst>
            </p:cNvPr>
            <p:cNvSpPr/>
            <p:nvPr/>
          </p:nvSpPr>
          <p:spPr>
            <a:xfrm>
              <a:off x="4665980" y="5221883"/>
              <a:ext cx="90170" cy="86717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77F95325-6FA9-464A-B3D4-7C33DF85FD27}"/>
                    </a:ext>
                  </a:extLst>
                </p:cNvPr>
                <p:cNvSpPr txBox="1"/>
                <p:nvPr/>
              </p:nvSpPr>
              <p:spPr>
                <a:xfrm>
                  <a:off x="4673724" y="5250284"/>
                  <a:ext cx="432048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  <m:t>0.56,0.56</m:t>
                            </m:r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77F95325-6FA9-464A-B3D4-7C33DF85FD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3724" y="5250284"/>
                  <a:ext cx="432048" cy="246221"/>
                </a:xfrm>
                <a:prstGeom prst="rect">
                  <a:avLst/>
                </a:prstGeom>
                <a:blipFill>
                  <a:blip r:embed="rId7"/>
                  <a:stretch>
                    <a:fillRect r="-6056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9B5B0DE-8625-442C-8204-ADEC0FD32EB5}"/>
              </a:ext>
            </a:extLst>
          </p:cNvPr>
          <p:cNvGrpSpPr/>
          <p:nvPr/>
        </p:nvGrpSpPr>
        <p:grpSpPr>
          <a:xfrm>
            <a:off x="4665980" y="4535204"/>
            <a:ext cx="439792" cy="274622"/>
            <a:chOff x="4665980" y="5221883"/>
            <a:chExt cx="439792" cy="274622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C67DF14-C239-48CC-AB3A-FA579FE344AA}"/>
                </a:ext>
              </a:extLst>
            </p:cNvPr>
            <p:cNvSpPr/>
            <p:nvPr/>
          </p:nvSpPr>
          <p:spPr>
            <a:xfrm>
              <a:off x="4665980" y="5221883"/>
              <a:ext cx="90170" cy="86717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D962CADB-A663-4152-8878-B14B6770DA07}"/>
                    </a:ext>
                  </a:extLst>
                </p:cNvPr>
                <p:cNvSpPr txBox="1"/>
                <p:nvPr/>
              </p:nvSpPr>
              <p:spPr>
                <a:xfrm>
                  <a:off x="4673724" y="5250284"/>
                  <a:ext cx="432048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  <m:t>0,1.57</m:t>
                            </m:r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D962CADB-A663-4152-8878-B14B6770DA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3724" y="5250284"/>
                  <a:ext cx="432048" cy="246221"/>
                </a:xfrm>
                <a:prstGeom prst="rect">
                  <a:avLst/>
                </a:prstGeom>
                <a:blipFill>
                  <a:blip r:embed="rId8"/>
                  <a:stretch>
                    <a:fillRect r="-2253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7BDF28F-C4DA-4034-8CBA-F684290BC2A3}"/>
              </a:ext>
            </a:extLst>
          </p:cNvPr>
          <p:cNvGrpSpPr/>
          <p:nvPr/>
        </p:nvGrpSpPr>
        <p:grpSpPr>
          <a:xfrm>
            <a:off x="3799509" y="4355267"/>
            <a:ext cx="439792" cy="274622"/>
            <a:chOff x="4665980" y="5221883"/>
            <a:chExt cx="439792" cy="274622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02EF06D8-5E1C-4DAC-B62A-769395EAE023}"/>
                </a:ext>
              </a:extLst>
            </p:cNvPr>
            <p:cNvSpPr/>
            <p:nvPr/>
          </p:nvSpPr>
          <p:spPr>
            <a:xfrm>
              <a:off x="4665980" y="5221883"/>
              <a:ext cx="90170" cy="86717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7BA38E85-2FE9-403E-88B2-A71EF2ACCD91}"/>
                    </a:ext>
                  </a:extLst>
                </p:cNvPr>
                <p:cNvSpPr txBox="1"/>
                <p:nvPr/>
              </p:nvSpPr>
              <p:spPr>
                <a:xfrm>
                  <a:off x="4673724" y="5250284"/>
                  <a:ext cx="432048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  <m:t>−1.67,1.57</m:t>
                            </m:r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7BA38E85-2FE9-403E-88B2-A71EF2ACCD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3724" y="5250284"/>
                  <a:ext cx="432048" cy="246221"/>
                </a:xfrm>
                <a:prstGeom prst="rect">
                  <a:avLst/>
                </a:prstGeom>
                <a:blipFill>
                  <a:blip r:embed="rId9"/>
                  <a:stretch>
                    <a:fillRect r="-85714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6D949B0-D817-4A0F-88DE-EC23EAA8D9FA}"/>
              </a:ext>
            </a:extLst>
          </p:cNvPr>
          <p:cNvGrpSpPr/>
          <p:nvPr/>
        </p:nvGrpSpPr>
        <p:grpSpPr>
          <a:xfrm>
            <a:off x="3047709" y="5231234"/>
            <a:ext cx="439792" cy="274622"/>
            <a:chOff x="4665980" y="5221883"/>
            <a:chExt cx="439792" cy="274622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80F8298F-BA8B-4184-8674-71A1BD11085E}"/>
                </a:ext>
              </a:extLst>
            </p:cNvPr>
            <p:cNvSpPr/>
            <p:nvPr/>
          </p:nvSpPr>
          <p:spPr>
            <a:xfrm>
              <a:off x="4665980" y="5221883"/>
              <a:ext cx="90170" cy="86717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D0FDFFC6-E42B-4927-BFF2-6F7F81069D4B}"/>
                    </a:ext>
                  </a:extLst>
                </p:cNvPr>
                <p:cNvSpPr txBox="1"/>
                <p:nvPr/>
              </p:nvSpPr>
              <p:spPr>
                <a:xfrm>
                  <a:off x="4673724" y="5250284"/>
                  <a:ext cx="432048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  <m:t>−3.14,0</m:t>
                            </m:r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D0FDFFC6-E42B-4927-BFF2-6F7F81069D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3724" y="5250284"/>
                  <a:ext cx="432048" cy="246221"/>
                </a:xfrm>
                <a:prstGeom prst="rect">
                  <a:avLst/>
                </a:prstGeom>
                <a:blipFill>
                  <a:blip r:embed="rId10"/>
                  <a:stretch>
                    <a:fillRect r="-4366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8CDDA33-F509-4B33-9B6D-320D90EBA4CF}"/>
              </a:ext>
            </a:extLst>
          </p:cNvPr>
          <p:cNvGrpSpPr/>
          <p:nvPr/>
        </p:nvGrpSpPr>
        <p:grpSpPr>
          <a:xfrm>
            <a:off x="3445344" y="6394738"/>
            <a:ext cx="439792" cy="274622"/>
            <a:chOff x="4665980" y="5221883"/>
            <a:chExt cx="439792" cy="274622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F0A9821-8CFB-42C5-8EBD-4C2B2523486F}"/>
                </a:ext>
              </a:extLst>
            </p:cNvPr>
            <p:cNvSpPr/>
            <p:nvPr/>
          </p:nvSpPr>
          <p:spPr>
            <a:xfrm>
              <a:off x="4665980" y="5221883"/>
              <a:ext cx="90170" cy="86717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2A56C62-79B9-4F83-BC0B-760F9CF5194C}"/>
                    </a:ext>
                  </a:extLst>
                </p:cNvPr>
                <p:cNvSpPr txBox="1"/>
                <p:nvPr/>
              </p:nvSpPr>
              <p:spPr>
                <a:xfrm>
                  <a:off x="4673724" y="5250284"/>
                  <a:ext cx="432048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  <m:t>−2.78,−2.78</m:t>
                            </m:r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2A56C62-79B9-4F83-BC0B-760F9CF519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3724" y="5250284"/>
                  <a:ext cx="432048" cy="246221"/>
                </a:xfrm>
                <a:prstGeom prst="rect">
                  <a:avLst/>
                </a:prstGeom>
                <a:blipFill>
                  <a:blip r:embed="rId11"/>
                  <a:stretch>
                    <a:fillRect r="-10985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56B55BD-DB0C-484A-9552-2EC604D6378D}"/>
              </a:ext>
            </a:extLst>
          </p:cNvPr>
          <p:cNvGrpSpPr/>
          <p:nvPr/>
        </p:nvGrpSpPr>
        <p:grpSpPr>
          <a:xfrm>
            <a:off x="4681576" y="6669360"/>
            <a:ext cx="439792" cy="274622"/>
            <a:chOff x="4665980" y="5221883"/>
            <a:chExt cx="439792" cy="274622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32A0857-CD4F-4376-BFA7-63A0D879B174}"/>
                </a:ext>
              </a:extLst>
            </p:cNvPr>
            <p:cNvSpPr/>
            <p:nvPr/>
          </p:nvSpPr>
          <p:spPr>
            <a:xfrm>
              <a:off x="4665980" y="5221883"/>
              <a:ext cx="90170" cy="86717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7A8DD7CF-52BB-40A4-9542-249DE5C830B2}"/>
                    </a:ext>
                  </a:extLst>
                </p:cNvPr>
                <p:cNvSpPr txBox="1"/>
                <p:nvPr/>
              </p:nvSpPr>
              <p:spPr>
                <a:xfrm>
                  <a:off x="4673724" y="5250284"/>
                  <a:ext cx="432048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000" b="0" i="1" smtClean="0">
                                <a:latin typeface="Cambria Math" panose="02040503050406030204" pitchFamily="18" charset="0"/>
                              </a:rPr>
                              <m:t>0, −4.71</m:t>
                            </m:r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7A8DD7CF-52BB-40A4-9542-249DE5C830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3724" y="5250284"/>
                  <a:ext cx="432048" cy="246221"/>
                </a:xfrm>
                <a:prstGeom prst="rect">
                  <a:avLst/>
                </a:prstGeom>
                <a:blipFill>
                  <a:blip r:embed="rId12"/>
                  <a:stretch>
                    <a:fillRect r="-4929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EC4BB46A-CFA0-4F9A-8393-A85935FD3AC1}"/>
              </a:ext>
            </a:extLst>
          </p:cNvPr>
          <p:cNvSpPr/>
          <p:nvPr/>
        </p:nvSpPr>
        <p:spPr>
          <a:xfrm>
            <a:off x="3075244" y="4347530"/>
            <a:ext cx="1982531" cy="2377120"/>
          </a:xfrm>
          <a:custGeom>
            <a:avLst/>
            <a:gdLst>
              <a:gd name="connsiteX0" fmla="*/ 1649759 w 1983134"/>
              <a:gd name="connsiteY0" fmla="*/ 910929 h 2349204"/>
              <a:gd name="connsiteX1" fmla="*/ 1983134 w 1983134"/>
              <a:gd name="connsiteY1" fmla="*/ 596604 h 2349204"/>
              <a:gd name="connsiteX2" fmla="*/ 1649759 w 1983134"/>
              <a:gd name="connsiteY2" fmla="*/ 206079 h 2349204"/>
              <a:gd name="connsiteX3" fmla="*/ 782984 w 1983134"/>
              <a:gd name="connsiteY3" fmla="*/ 34629 h 2349204"/>
              <a:gd name="connsiteX4" fmla="*/ 11459 w 1983134"/>
              <a:gd name="connsiteY4" fmla="*/ 882354 h 2349204"/>
              <a:gd name="connsiteX5" fmla="*/ 411509 w 1983134"/>
              <a:gd name="connsiteY5" fmla="*/ 2072979 h 2349204"/>
              <a:gd name="connsiteX6" fmla="*/ 1602134 w 1983134"/>
              <a:gd name="connsiteY6" fmla="*/ 2349204 h 2349204"/>
              <a:gd name="connsiteX0" fmla="*/ 1649759 w 1983134"/>
              <a:gd name="connsiteY0" fmla="*/ 891879 h 2349204"/>
              <a:gd name="connsiteX1" fmla="*/ 1983134 w 1983134"/>
              <a:gd name="connsiteY1" fmla="*/ 596604 h 2349204"/>
              <a:gd name="connsiteX2" fmla="*/ 1649759 w 1983134"/>
              <a:gd name="connsiteY2" fmla="*/ 206079 h 2349204"/>
              <a:gd name="connsiteX3" fmla="*/ 782984 w 1983134"/>
              <a:gd name="connsiteY3" fmla="*/ 34629 h 2349204"/>
              <a:gd name="connsiteX4" fmla="*/ 11459 w 1983134"/>
              <a:gd name="connsiteY4" fmla="*/ 882354 h 2349204"/>
              <a:gd name="connsiteX5" fmla="*/ 411509 w 1983134"/>
              <a:gd name="connsiteY5" fmla="*/ 2072979 h 2349204"/>
              <a:gd name="connsiteX6" fmla="*/ 1602134 w 1983134"/>
              <a:gd name="connsiteY6" fmla="*/ 2349204 h 2349204"/>
              <a:gd name="connsiteX0" fmla="*/ 1649759 w 1983134"/>
              <a:gd name="connsiteY0" fmla="*/ 891879 h 2349204"/>
              <a:gd name="connsiteX1" fmla="*/ 1983134 w 1983134"/>
              <a:gd name="connsiteY1" fmla="*/ 596604 h 2349204"/>
              <a:gd name="connsiteX2" fmla="*/ 1649759 w 1983134"/>
              <a:gd name="connsiteY2" fmla="*/ 206079 h 2349204"/>
              <a:gd name="connsiteX3" fmla="*/ 782984 w 1983134"/>
              <a:gd name="connsiteY3" fmla="*/ 34629 h 2349204"/>
              <a:gd name="connsiteX4" fmla="*/ 11459 w 1983134"/>
              <a:gd name="connsiteY4" fmla="*/ 882354 h 2349204"/>
              <a:gd name="connsiteX5" fmla="*/ 411509 w 1983134"/>
              <a:gd name="connsiteY5" fmla="*/ 2072979 h 2349204"/>
              <a:gd name="connsiteX6" fmla="*/ 1602134 w 1983134"/>
              <a:gd name="connsiteY6" fmla="*/ 2349204 h 2349204"/>
              <a:gd name="connsiteX0" fmla="*/ 1649156 w 1982531"/>
              <a:gd name="connsiteY0" fmla="*/ 914857 h 2372182"/>
              <a:gd name="connsiteX1" fmla="*/ 1982531 w 1982531"/>
              <a:gd name="connsiteY1" fmla="*/ 619582 h 2372182"/>
              <a:gd name="connsiteX2" fmla="*/ 1649156 w 1982531"/>
              <a:gd name="connsiteY2" fmla="*/ 229057 h 2372182"/>
              <a:gd name="connsiteX3" fmla="*/ 769681 w 1982531"/>
              <a:gd name="connsiteY3" fmla="*/ 32207 h 2372182"/>
              <a:gd name="connsiteX4" fmla="*/ 10856 w 1982531"/>
              <a:gd name="connsiteY4" fmla="*/ 905332 h 2372182"/>
              <a:gd name="connsiteX5" fmla="*/ 410906 w 1982531"/>
              <a:gd name="connsiteY5" fmla="*/ 2095957 h 2372182"/>
              <a:gd name="connsiteX6" fmla="*/ 1601531 w 1982531"/>
              <a:gd name="connsiteY6" fmla="*/ 2372182 h 2372182"/>
              <a:gd name="connsiteX0" fmla="*/ 1649156 w 1982531"/>
              <a:gd name="connsiteY0" fmla="*/ 919795 h 2377120"/>
              <a:gd name="connsiteX1" fmla="*/ 1982531 w 1982531"/>
              <a:gd name="connsiteY1" fmla="*/ 624520 h 2377120"/>
              <a:gd name="connsiteX2" fmla="*/ 1649156 w 1982531"/>
              <a:gd name="connsiteY2" fmla="*/ 233995 h 2377120"/>
              <a:gd name="connsiteX3" fmla="*/ 769681 w 1982531"/>
              <a:gd name="connsiteY3" fmla="*/ 37145 h 2377120"/>
              <a:gd name="connsiteX4" fmla="*/ 10856 w 1982531"/>
              <a:gd name="connsiteY4" fmla="*/ 910270 h 2377120"/>
              <a:gd name="connsiteX5" fmla="*/ 410906 w 1982531"/>
              <a:gd name="connsiteY5" fmla="*/ 2100895 h 2377120"/>
              <a:gd name="connsiteX6" fmla="*/ 1601531 w 1982531"/>
              <a:gd name="connsiteY6" fmla="*/ 2377120 h 2377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82531" h="2377120">
                <a:moveTo>
                  <a:pt x="1649156" y="919795"/>
                </a:moveTo>
                <a:cubicBezTo>
                  <a:pt x="1847593" y="891220"/>
                  <a:pt x="1982531" y="738820"/>
                  <a:pt x="1982531" y="624520"/>
                </a:cubicBezTo>
                <a:cubicBezTo>
                  <a:pt x="1982531" y="510220"/>
                  <a:pt x="1851298" y="331891"/>
                  <a:pt x="1649156" y="233995"/>
                </a:cubicBezTo>
                <a:cubicBezTo>
                  <a:pt x="1447014" y="136099"/>
                  <a:pt x="1296731" y="-88267"/>
                  <a:pt x="769681" y="37145"/>
                </a:cubicBezTo>
                <a:cubicBezTo>
                  <a:pt x="242631" y="162557"/>
                  <a:pt x="70652" y="566312"/>
                  <a:pt x="10856" y="910270"/>
                </a:cubicBezTo>
                <a:cubicBezTo>
                  <a:pt x="-48940" y="1254228"/>
                  <a:pt x="145794" y="1856420"/>
                  <a:pt x="410906" y="2100895"/>
                </a:cubicBezTo>
                <a:cubicBezTo>
                  <a:pt x="676018" y="2345370"/>
                  <a:pt x="1138774" y="2361245"/>
                  <a:pt x="1601531" y="237712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7888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1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82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4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A0A4518-5423-49FC-8C63-12FAC113877E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A5B1B08D-3CBC-4AF4-8FF0-1F277671B708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Test Your Understanding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7B42EFE-2BEB-4A2E-8155-43ADA7D6856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F2B0A63-EE11-41A9-A36D-06BBBFBB054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394483" y="1730285"/>
              <a:ext cx="5694980" cy="1112520"/>
            </p:xfrm>
            <a:graphic>
              <a:graphicData uri="http://schemas.openxmlformats.org/drawingml/2006/table">
                <a:tbl>
                  <a:tblPr firstCol="1" bandRow="1">
                    <a:tableStyleId>{073A0DAA-6AF3-43AB-8588-CEC1D06C72B9}</a:tableStyleId>
                  </a:tblPr>
                  <a:tblGrid>
                    <a:gridCol w="609600">
                      <a:extLst>
                        <a:ext uri="{9D8B030D-6E8A-4147-A177-3AD203B41FA5}">
                          <a16:colId xmlns:a16="http://schemas.microsoft.com/office/drawing/2014/main" val="1325559615"/>
                        </a:ext>
                      </a:extLst>
                    </a:gridCol>
                    <a:gridCol w="470520">
                      <a:extLst>
                        <a:ext uri="{9D8B030D-6E8A-4147-A177-3AD203B41FA5}">
                          <a16:colId xmlns:a16="http://schemas.microsoft.com/office/drawing/2014/main" val="653623038"/>
                        </a:ext>
                      </a:extLst>
                    </a:gridCol>
                    <a:gridCol w="663892">
                      <a:extLst>
                        <a:ext uri="{9D8B030D-6E8A-4147-A177-3AD203B41FA5}">
                          <a16:colId xmlns:a16="http://schemas.microsoft.com/office/drawing/2014/main" val="1176131754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468952625"/>
                        </a:ext>
                      </a:extLst>
                    </a:gridCol>
                    <a:gridCol w="835342">
                      <a:extLst>
                        <a:ext uri="{9D8B030D-6E8A-4147-A177-3AD203B41FA5}">
                          <a16:colId xmlns:a16="http://schemas.microsoft.com/office/drawing/2014/main" val="3723601348"/>
                        </a:ext>
                      </a:extLst>
                    </a:gridCol>
                    <a:gridCol w="835342">
                      <a:extLst>
                        <a:ext uri="{9D8B030D-6E8A-4147-A177-3AD203B41FA5}">
                          <a16:colId xmlns:a16="http://schemas.microsoft.com/office/drawing/2014/main" val="3741235465"/>
                        </a:ext>
                      </a:extLst>
                    </a:gridCol>
                    <a:gridCol w="835342">
                      <a:extLst>
                        <a:ext uri="{9D8B030D-6E8A-4147-A177-3AD203B41FA5}">
                          <a16:colId xmlns:a16="http://schemas.microsoft.com/office/drawing/2014/main" val="2956934906"/>
                        </a:ext>
                      </a:extLst>
                    </a:gridCol>
                    <a:gridCol w="835342">
                      <a:extLst>
                        <a:ext uri="{9D8B030D-6E8A-4147-A177-3AD203B41FA5}">
                          <a16:colId xmlns:a16="http://schemas.microsoft.com/office/drawing/2014/main" val="376936587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oMath>
                            </m:oMathPara>
                          </a14:m>
                          <a:endParaRPr lang="en-GB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836597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GB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3158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482095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F2B0A63-EE11-41A9-A36D-06BBBFBB05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3272220"/>
                  </p:ext>
                </p:extLst>
              </p:nvPr>
            </p:nvGraphicFramePr>
            <p:xfrm>
              <a:off x="1394483" y="1730285"/>
              <a:ext cx="5694980" cy="1112520"/>
            </p:xfrm>
            <a:graphic>
              <a:graphicData uri="http://schemas.openxmlformats.org/drawingml/2006/table">
                <a:tbl>
                  <a:tblPr firstCol="1" bandRow="1">
                    <a:tableStyleId>{073A0DAA-6AF3-43AB-8588-CEC1D06C72B9}</a:tableStyleId>
                  </a:tblPr>
                  <a:tblGrid>
                    <a:gridCol w="609600">
                      <a:extLst>
                        <a:ext uri="{9D8B030D-6E8A-4147-A177-3AD203B41FA5}">
                          <a16:colId xmlns:a16="http://schemas.microsoft.com/office/drawing/2014/main" val="1325559615"/>
                        </a:ext>
                      </a:extLst>
                    </a:gridCol>
                    <a:gridCol w="470520">
                      <a:extLst>
                        <a:ext uri="{9D8B030D-6E8A-4147-A177-3AD203B41FA5}">
                          <a16:colId xmlns:a16="http://schemas.microsoft.com/office/drawing/2014/main" val="653623038"/>
                        </a:ext>
                      </a:extLst>
                    </a:gridCol>
                    <a:gridCol w="663892">
                      <a:extLst>
                        <a:ext uri="{9D8B030D-6E8A-4147-A177-3AD203B41FA5}">
                          <a16:colId xmlns:a16="http://schemas.microsoft.com/office/drawing/2014/main" val="1176131754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468952625"/>
                        </a:ext>
                      </a:extLst>
                    </a:gridCol>
                    <a:gridCol w="835342">
                      <a:extLst>
                        <a:ext uri="{9D8B030D-6E8A-4147-A177-3AD203B41FA5}">
                          <a16:colId xmlns:a16="http://schemas.microsoft.com/office/drawing/2014/main" val="3723601348"/>
                        </a:ext>
                      </a:extLst>
                    </a:gridCol>
                    <a:gridCol w="835342">
                      <a:extLst>
                        <a:ext uri="{9D8B030D-6E8A-4147-A177-3AD203B41FA5}">
                          <a16:colId xmlns:a16="http://schemas.microsoft.com/office/drawing/2014/main" val="3741235465"/>
                        </a:ext>
                      </a:extLst>
                    </a:gridCol>
                    <a:gridCol w="835342">
                      <a:extLst>
                        <a:ext uri="{9D8B030D-6E8A-4147-A177-3AD203B41FA5}">
                          <a16:colId xmlns:a16="http://schemas.microsoft.com/office/drawing/2014/main" val="2956934906"/>
                        </a:ext>
                      </a:extLst>
                    </a:gridCol>
                    <a:gridCol w="835342">
                      <a:extLst>
                        <a:ext uri="{9D8B030D-6E8A-4147-A177-3AD203B41FA5}">
                          <a16:colId xmlns:a16="http://schemas.microsoft.com/office/drawing/2014/main" val="376936587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" t="-1639" r="-83800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31169" t="-1639" r="-988312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303" t="-1639" r="-598165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87000" t="-1639" r="-55200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80435" t="-1639" r="-30000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3212" t="-1639" r="-20219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83212" t="-1639" r="-10219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83212" t="-1639" r="-2190" b="-2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36597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" t="-100000" r="-838000" b="-10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31169" t="-100000" r="-988312" b="-10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303" t="-100000" r="-598165" b="-10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87000" t="-100000" r="-552000" b="-10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80435" t="-100000" r="-300000" b="-10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3212" t="-100000" r="-202190" b="-10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83212" t="-100000" r="-102190" b="-10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83212" t="-100000" r="-2190" b="-10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3158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" t="-203279" r="-838000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31169" t="-203279" r="-988312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3303" t="-203279" r="-598165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87000" t="-203279" r="-552000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80435" t="-203279" r="-300000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83212" t="-203279" r="-202190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83212" t="-203279" r="-102190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83212" t="-203279" r="-2190" b="-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482095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C26D582-B585-4CBB-8FA3-DB19F78BA968}"/>
                  </a:ext>
                </a:extLst>
              </p:cNvPr>
              <p:cNvSpPr txBox="1"/>
              <p:nvPr/>
            </p:nvSpPr>
            <p:spPr>
              <a:xfrm>
                <a:off x="395536" y="836712"/>
                <a:ext cx="6840760" cy="64633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[Textbook] Draw the curve given by the parametric equations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GB" b="0" dirty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,    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−1≤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≤5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C26D582-B585-4CBB-8FA3-DB19F78BA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836712"/>
                <a:ext cx="6840760" cy="646331"/>
              </a:xfrm>
              <a:prstGeom prst="rect">
                <a:avLst/>
              </a:prstGeom>
              <a:blipFill>
                <a:blip r:embed="rId3"/>
                <a:stretch>
                  <a:fillRect b="-230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A896379-5176-48CC-8752-18E4619B8080}"/>
              </a:ext>
            </a:extLst>
          </p:cNvPr>
          <p:cNvCxnSpPr/>
          <p:nvPr/>
        </p:nvCxnSpPr>
        <p:spPr>
          <a:xfrm flipV="1">
            <a:off x="3300399" y="3263719"/>
            <a:ext cx="0" cy="2880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B72E1C8-49EB-4C0A-947C-1ED1E9E20FC2}"/>
              </a:ext>
            </a:extLst>
          </p:cNvPr>
          <p:cNvCxnSpPr>
            <a:cxnSpLocks/>
          </p:cNvCxnSpPr>
          <p:nvPr/>
        </p:nvCxnSpPr>
        <p:spPr>
          <a:xfrm>
            <a:off x="2347012" y="5544804"/>
            <a:ext cx="40925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BFD50D4-FE26-41F8-AD3C-1B9D9356DFCC}"/>
                  </a:ext>
                </a:extLst>
              </p:cNvPr>
              <p:cNvSpPr txBox="1"/>
              <p:nvPr/>
            </p:nvSpPr>
            <p:spPr>
              <a:xfrm>
                <a:off x="6360015" y="5338016"/>
                <a:ext cx="3300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BFD50D4-FE26-41F8-AD3C-1B9D9356DF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0015" y="5338016"/>
                <a:ext cx="330044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7EFD996-AB1D-49C3-BACD-CAAF4E258158}"/>
                  </a:ext>
                </a:extLst>
              </p:cNvPr>
              <p:cNvSpPr txBox="1"/>
              <p:nvPr/>
            </p:nvSpPr>
            <p:spPr>
              <a:xfrm>
                <a:off x="3112516" y="2987774"/>
                <a:ext cx="3300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7EFD996-AB1D-49C3-BACD-CAAF4E2581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2516" y="2987774"/>
                <a:ext cx="330044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D0DC613-A8FB-4B9B-A111-C0778F470128}"/>
              </a:ext>
            </a:extLst>
          </p:cNvPr>
          <p:cNvSpPr txBox="1"/>
          <p:nvPr/>
        </p:nvSpPr>
        <p:spPr>
          <a:xfrm>
            <a:off x="2699791" y="5491904"/>
            <a:ext cx="3409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-2              2       4      6      8      10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BCF44F-185C-46ED-8B47-658ED8D0B670}"/>
              </a:ext>
            </a:extLst>
          </p:cNvPr>
          <p:cNvSpPr txBox="1"/>
          <p:nvPr/>
        </p:nvSpPr>
        <p:spPr>
          <a:xfrm>
            <a:off x="3045564" y="4990700"/>
            <a:ext cx="350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AB3455-18F1-4F6F-88EF-F563E767E290}"/>
              </a:ext>
            </a:extLst>
          </p:cNvPr>
          <p:cNvSpPr txBox="1"/>
          <p:nvPr/>
        </p:nvSpPr>
        <p:spPr>
          <a:xfrm>
            <a:off x="2938462" y="4597556"/>
            <a:ext cx="423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D01A04-D552-4BEF-99EA-0BA765E662D0}"/>
              </a:ext>
            </a:extLst>
          </p:cNvPr>
          <p:cNvSpPr txBox="1"/>
          <p:nvPr/>
        </p:nvSpPr>
        <p:spPr>
          <a:xfrm>
            <a:off x="2938461" y="4185042"/>
            <a:ext cx="423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2D5614-42A8-49C8-9890-6C3A44C284BE}"/>
              </a:ext>
            </a:extLst>
          </p:cNvPr>
          <p:cNvSpPr txBox="1"/>
          <p:nvPr/>
        </p:nvSpPr>
        <p:spPr>
          <a:xfrm>
            <a:off x="2938461" y="3785104"/>
            <a:ext cx="423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B75C85-368A-4284-A3FD-2DC5418F2CD7}"/>
              </a:ext>
            </a:extLst>
          </p:cNvPr>
          <p:cNvSpPr txBox="1"/>
          <p:nvPr/>
        </p:nvSpPr>
        <p:spPr>
          <a:xfrm>
            <a:off x="2938460" y="3385166"/>
            <a:ext cx="423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25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2F1375E-7E1F-4834-B3D5-CB395F93B574}"/>
              </a:ext>
            </a:extLst>
          </p:cNvPr>
          <p:cNvSpPr/>
          <p:nvPr/>
        </p:nvSpPr>
        <p:spPr>
          <a:xfrm>
            <a:off x="2872740" y="3566160"/>
            <a:ext cx="2697480" cy="1981259"/>
          </a:xfrm>
          <a:custGeom>
            <a:avLst/>
            <a:gdLst>
              <a:gd name="connsiteX0" fmla="*/ 0 w 2697480"/>
              <a:gd name="connsiteY0" fmla="*/ 1905000 h 1981259"/>
              <a:gd name="connsiteX1" fmla="*/ 426720 w 2697480"/>
              <a:gd name="connsiteY1" fmla="*/ 1981200 h 1981259"/>
              <a:gd name="connsiteX2" fmla="*/ 891540 w 2697480"/>
              <a:gd name="connsiteY2" fmla="*/ 1912620 h 1981259"/>
              <a:gd name="connsiteX3" fmla="*/ 1379220 w 2697480"/>
              <a:gd name="connsiteY3" fmla="*/ 1676400 h 1981259"/>
              <a:gd name="connsiteX4" fmla="*/ 1805940 w 2697480"/>
              <a:gd name="connsiteY4" fmla="*/ 1379220 h 1981259"/>
              <a:gd name="connsiteX5" fmla="*/ 2247900 w 2697480"/>
              <a:gd name="connsiteY5" fmla="*/ 731520 h 1981259"/>
              <a:gd name="connsiteX6" fmla="*/ 2697480 w 2697480"/>
              <a:gd name="connsiteY6" fmla="*/ 0 h 1981259"/>
              <a:gd name="connsiteX0" fmla="*/ 0 w 2697480"/>
              <a:gd name="connsiteY0" fmla="*/ 1905000 h 1981259"/>
              <a:gd name="connsiteX1" fmla="*/ 426720 w 2697480"/>
              <a:gd name="connsiteY1" fmla="*/ 1981200 h 1981259"/>
              <a:gd name="connsiteX2" fmla="*/ 891540 w 2697480"/>
              <a:gd name="connsiteY2" fmla="*/ 1912620 h 1981259"/>
              <a:gd name="connsiteX3" fmla="*/ 1379220 w 2697480"/>
              <a:gd name="connsiteY3" fmla="*/ 1676400 h 1981259"/>
              <a:gd name="connsiteX4" fmla="*/ 1869440 w 2697480"/>
              <a:gd name="connsiteY4" fmla="*/ 1264920 h 1981259"/>
              <a:gd name="connsiteX5" fmla="*/ 2247900 w 2697480"/>
              <a:gd name="connsiteY5" fmla="*/ 731520 h 1981259"/>
              <a:gd name="connsiteX6" fmla="*/ 2697480 w 2697480"/>
              <a:gd name="connsiteY6" fmla="*/ 0 h 1981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97480" h="1981259">
                <a:moveTo>
                  <a:pt x="0" y="1905000"/>
                </a:moveTo>
                <a:cubicBezTo>
                  <a:pt x="139065" y="1942465"/>
                  <a:pt x="278130" y="1979930"/>
                  <a:pt x="426720" y="1981200"/>
                </a:cubicBezTo>
                <a:cubicBezTo>
                  <a:pt x="575310" y="1982470"/>
                  <a:pt x="732790" y="1963420"/>
                  <a:pt x="891540" y="1912620"/>
                </a:cubicBezTo>
                <a:cubicBezTo>
                  <a:pt x="1050290" y="1861820"/>
                  <a:pt x="1216237" y="1784350"/>
                  <a:pt x="1379220" y="1676400"/>
                </a:cubicBezTo>
                <a:cubicBezTo>
                  <a:pt x="1542203" y="1568450"/>
                  <a:pt x="1724660" y="1422400"/>
                  <a:pt x="1869440" y="1264920"/>
                </a:cubicBezTo>
                <a:cubicBezTo>
                  <a:pt x="2014220" y="1107440"/>
                  <a:pt x="2109893" y="942340"/>
                  <a:pt x="2247900" y="731520"/>
                </a:cubicBezTo>
                <a:cubicBezTo>
                  <a:pt x="2385907" y="520700"/>
                  <a:pt x="2546985" y="250825"/>
                  <a:pt x="2697480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2C895B-2660-4BDF-8EDC-A5AF3D61BA85}"/>
              </a:ext>
            </a:extLst>
          </p:cNvPr>
          <p:cNvSpPr/>
          <p:nvPr/>
        </p:nvSpPr>
        <p:spPr>
          <a:xfrm>
            <a:off x="851065" y="1638443"/>
            <a:ext cx="7249327" cy="459886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58089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8.3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/>
              <a:t>Page 62</a:t>
            </a:r>
            <a:endParaRPr lang="en-GB" sz="24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 descr="A table with numbers and equations&#10;&#10;AI-generated content may be incorrect.">
            <a:extLst>
              <a:ext uri="{FF2B5EF4-FFF2-40B4-BE49-F238E27FC236}">
                <a16:creationId xmlns:a16="http://schemas.microsoft.com/office/drawing/2014/main" id="{0FD972B3-F000-C377-4365-F0F16271D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153" y="1124744"/>
            <a:ext cx="668655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 descr="A math problem with equations&#10;&#10;AI-generated content may be incorrect.">
            <a:extLst>
              <a:ext uri="{FF2B5EF4-FFF2-40B4-BE49-F238E27FC236}">
                <a16:creationId xmlns:a16="http://schemas.microsoft.com/office/drawing/2014/main" id="{0C4EC28C-61E3-E8F0-224F-EF3B4DE4B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1155923"/>
            <a:ext cx="6038850" cy="450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FF53-D376-6E8C-D0FD-1D517FE5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C62057-5111-B8A6-4E80-4193E055911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0E89DB0-01D1-BE2B-F9D3-8CB397834D7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3F8B5A-9D24-B9B4-CD6B-9A26C85DC69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89310E8E-B264-CB22-F2DA-001841542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087" y="1121246"/>
            <a:ext cx="6981825" cy="49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85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09383919-EF2D-BD4D-9EB3-2CC905B6E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90" y="836712"/>
            <a:ext cx="8829675" cy="564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0CC18-388A-D791-BD8C-B4F964CF1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E7F01EA-0633-F206-2359-D81F0A434E3E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60A9E226-99AD-F974-6305-7281F3EE1D40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27722CE-8429-DC51-558C-3C088CC9A7C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34FA11F-3B33-214C-92C8-49C60D1E1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" y="656689"/>
            <a:ext cx="9144000" cy="6201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956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ABF0B-C4BC-55E2-EC23-F8E575B70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D8BB2FC-E720-F22B-1182-899A82C5FE2A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097086BE-8026-7AF8-A1AD-B23670464FD2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64346F2-42D6-54F9-0A09-398FAED2C46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5C10654-6711-0475-41C2-F05099E03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980728"/>
            <a:ext cx="8696325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997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2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61754</TotalTime>
  <Words>267</Words>
  <Application>Microsoft Office PowerPoint</Application>
  <PresentationFormat>On-screen Show (4:3)</PresentationFormat>
  <Paragraphs>100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 Math</vt:lpstr>
      <vt:lpstr>Office Theme</vt:lpstr>
      <vt:lpstr>P2 Chapter 8: Parametric Equations  Curve Sketching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2026-02-03T13:50:52Z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