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519" r:id="rId6"/>
    <p:sldId id="521" r:id="rId7"/>
    <p:sldId id="520" r:id="rId8"/>
    <p:sldId id="549" r:id="rId9"/>
    <p:sldId id="543" r:id="rId10"/>
    <p:sldId id="550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A757C38-F0AD-476D-A6E7-7F89AA090A2B}"/>
    <pc:docChg chg="undo custSel modSld">
      <pc:chgData name="Dieter Beaven" userId="9bbdb69f-69d0-4759-aa9b-5c090a2da237" providerId="ADAL" clId="{BA757C38-F0AD-476D-A6E7-7F89AA090A2B}" dt="2025-08-27T08:49:45.218" v="11" actId="1036"/>
      <pc:docMkLst>
        <pc:docMk/>
      </pc:docMkLst>
      <pc:sldChg chg="addSp delSp modSp mod">
        <pc:chgData name="Dieter Beaven" userId="9bbdb69f-69d0-4759-aa9b-5c090a2da237" providerId="ADAL" clId="{BA757C38-F0AD-476D-A6E7-7F89AA090A2B}" dt="2025-08-27T08:49:45.218" v="11" actId="103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BA757C38-F0AD-476D-A6E7-7F89AA090A2B}" dt="2025-08-27T08:49:34.605" v="8" actId="1076"/>
        <pc:sldMkLst>
          <pc:docMk/>
          <pc:sldMk cId="4091202299" sldId="550"/>
        </pc:sldMkLst>
      </pc:sldChg>
    </pc:docChg>
  </pc:docChgLst>
  <pc:docChgLst>
    <pc:chgData name="Dieter Beaven" userId="9bbdb69f-69d0-4759-aa9b-5c090a2da237" providerId="ADAL" clId="{E3225408-2109-42C5-B871-153E02B5443F}"/>
    <pc:docChg chg="modSld">
      <pc:chgData name="Dieter Beaven" userId="9bbdb69f-69d0-4759-aa9b-5c090a2da237" providerId="ADAL" clId="{E3225408-2109-42C5-B871-153E02B5443F}" dt="2025-04-29T13:33:59.584" v="0" actId="20577"/>
      <pc:docMkLst>
        <pc:docMk/>
      </pc:docMkLst>
      <pc:sldChg chg="modSp mod">
        <pc:chgData name="Dieter Beaven" userId="9bbdb69f-69d0-4759-aa9b-5c090a2da237" providerId="ADAL" clId="{E3225408-2109-42C5-B871-153E02B5443F}" dt="2025-04-29T13:33:59.584" v="0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5735030-FC57-4FDC-94C9-32ED68C3C1FA}"/>
    <pc:docChg chg="delSld modSld">
      <pc:chgData name="Dieter Beaven" userId="9bbdb69f-69d0-4759-aa9b-5c090a2da237" providerId="ADAL" clId="{A5735030-FC57-4FDC-94C9-32ED68C3C1FA}" dt="2025-10-16T09:45:48.047" v="4" actId="47"/>
      <pc:docMkLst>
        <pc:docMk/>
      </pc:docMkLst>
      <pc:sldChg chg="addSp modSp mod">
        <pc:chgData name="Dieter Beaven" userId="9bbdb69f-69d0-4759-aa9b-5c090a2da237" providerId="ADAL" clId="{A5735030-FC57-4FDC-94C9-32ED68C3C1FA}" dt="2025-10-16T09:45:42.983" v="2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A5735030-FC57-4FDC-94C9-32ED68C3C1FA}" dt="2025-10-16T09:45:42.983" v="2" actId="1076"/>
          <ac:picMkLst>
            <pc:docMk/>
            <pc:sldMk cId="3458699803" sldId="545"/>
            <ac:picMk id="6" creationId="{D3FF2DC6-738E-1A1B-7437-4BFB17A2C58E}"/>
          </ac:picMkLst>
        </pc:picChg>
      </pc:sldChg>
      <pc:sldChg chg="addSp del mod">
        <pc:chgData name="Dieter Beaven" userId="9bbdb69f-69d0-4759-aa9b-5c090a2da237" providerId="ADAL" clId="{A5735030-FC57-4FDC-94C9-32ED68C3C1FA}" dt="2025-10-16T09:45:44.903" v="3" actId="47"/>
        <pc:sldMkLst>
          <pc:docMk/>
          <pc:sldMk cId="3826585799" sldId="551"/>
        </pc:sldMkLst>
        <pc:picChg chg="add">
          <ac:chgData name="Dieter Beaven" userId="9bbdb69f-69d0-4759-aa9b-5c090a2da237" providerId="ADAL" clId="{A5735030-FC57-4FDC-94C9-32ED68C3C1FA}" dt="2025-10-16T09:45:36.292" v="0" actId="22"/>
          <ac:picMkLst>
            <pc:docMk/>
            <pc:sldMk cId="3826585799" sldId="551"/>
            <ac:picMk id="6" creationId="{CCBC6209-BB16-CF3A-012E-64676AAFF610}"/>
          </ac:picMkLst>
        </pc:picChg>
      </pc:sldChg>
      <pc:sldChg chg="del">
        <pc:chgData name="Dieter Beaven" userId="9bbdb69f-69d0-4759-aa9b-5c090a2da237" providerId="ADAL" clId="{A5735030-FC57-4FDC-94C9-32ED68C3C1FA}" dt="2025-10-16T09:45:48.047" v="4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8294439-6EFF-46F2-B402-9962491C0C2C}"/>
    <pc:docChg chg="addSld modSld">
      <pc:chgData name="Dieter Beaven" userId="9bbdb69f-69d0-4759-aa9b-5c090a2da237" providerId="ADAL" clId="{A8294439-6EFF-46F2-B402-9962491C0C2C}" dt="2025-05-13T14:51:30.375" v="25" actId="20577"/>
      <pc:docMkLst>
        <pc:docMk/>
      </pc:docMkLst>
      <pc:sldChg chg="add">
        <pc:chgData name="Dieter Beaven" userId="9bbdb69f-69d0-4759-aa9b-5c090a2da237" providerId="ADAL" clId="{A8294439-6EFF-46F2-B402-9962491C0C2C}" dt="2025-05-13T14:50:32.446" v="0"/>
        <pc:sldMkLst>
          <pc:docMk/>
          <pc:sldMk cId="2274459182" sldId="519"/>
        </pc:sldMkLst>
      </pc:sldChg>
      <pc:sldChg chg="add">
        <pc:chgData name="Dieter Beaven" userId="9bbdb69f-69d0-4759-aa9b-5c090a2da237" providerId="ADAL" clId="{A8294439-6EFF-46F2-B402-9962491C0C2C}" dt="2025-05-13T14:50:32.446" v="0"/>
        <pc:sldMkLst>
          <pc:docMk/>
          <pc:sldMk cId="2690827880" sldId="520"/>
        </pc:sldMkLst>
      </pc:sldChg>
      <pc:sldChg chg="add">
        <pc:chgData name="Dieter Beaven" userId="9bbdb69f-69d0-4759-aa9b-5c090a2da237" providerId="ADAL" clId="{A8294439-6EFF-46F2-B402-9962491C0C2C}" dt="2025-05-13T14:50:32.446" v="0"/>
        <pc:sldMkLst>
          <pc:docMk/>
          <pc:sldMk cId="1126286220" sldId="521"/>
        </pc:sldMkLst>
      </pc:sldChg>
      <pc:sldChg chg="modSp mod">
        <pc:chgData name="Dieter Beaven" userId="9bbdb69f-69d0-4759-aa9b-5c090a2da237" providerId="ADAL" clId="{A8294439-6EFF-46F2-B402-9962491C0C2C}" dt="2025-05-13T14:50:57.531" v="2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8294439-6EFF-46F2-B402-9962491C0C2C}" dt="2025-05-13T14:51:30.375" v="25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1: </a:t>
            </a:r>
            <a:r>
              <a:rPr lang="en-GB" dirty="0">
                <a:solidFill>
                  <a:schemeClr val="accent5"/>
                </a:solidFill>
              </a:rPr>
              <a:t>Algebra Techniques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Partial Fractions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13CA69-BEF2-4B55-88A1-D702D690BFC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518DCB4-6F9D-406F-8906-DA3C1346392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Partial Fractions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73A2639-7921-4C8B-A23A-CD57B96B98E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9E61E05-7026-457C-946D-9C3BFB99983F}"/>
              </a:ext>
            </a:extLst>
          </p:cNvPr>
          <p:cNvSpPr txBox="1"/>
          <p:nvPr/>
        </p:nvSpPr>
        <p:spPr>
          <a:xfrm>
            <a:off x="410050" y="836712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the </a:t>
            </a:r>
            <a:r>
              <a:rPr lang="en-GB" b="1" dirty="0"/>
              <a:t>denominator is a product of a linear terms</a:t>
            </a:r>
            <a:r>
              <a:rPr lang="en-GB" dirty="0"/>
              <a:t>, it can be split into the sum of ‘partial fractions’, where </a:t>
            </a:r>
            <a:r>
              <a:rPr lang="en-GB" b="1" dirty="0"/>
              <a:t>each denominator is a single linear term</a:t>
            </a:r>
            <a:r>
              <a:rPr lang="en-GB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8E516-3D13-4402-B41E-93CF5A3692F3}"/>
                  </a:ext>
                </a:extLst>
              </p:cNvPr>
              <p:cNvSpPr txBox="1"/>
              <p:nvPr/>
            </p:nvSpPr>
            <p:spPr>
              <a:xfrm>
                <a:off x="1259632" y="1763973"/>
                <a:ext cx="4536504" cy="651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8E516-3D13-4402-B41E-93CF5A369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763973"/>
                <a:ext cx="4536504" cy="6519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EF5EBF-8833-477F-BB00-5A784ED4196B}"/>
                  </a:ext>
                </a:extLst>
              </p:cNvPr>
              <p:cNvSpPr txBox="1"/>
              <p:nvPr/>
            </p:nvSpPr>
            <p:spPr>
              <a:xfrm>
                <a:off x="5727032" y="1720628"/>
                <a:ext cx="3309463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Notation reminder</a:t>
                </a:r>
                <a:r>
                  <a:rPr lang="en-GB" sz="1400" dirty="0"/>
                  <a:t>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sz="1400" dirty="0"/>
                  <a:t> means ‘equivalent/identical to’, and indicates that both sides are equal for </a:t>
                </a:r>
                <a:r>
                  <a:rPr lang="en-GB" sz="1400" b="1" u="sng" dirty="0"/>
                  <a:t>all</a:t>
                </a:r>
                <a:r>
                  <a:rPr lang="en-GB" sz="1400" dirty="0"/>
                  <a:t> values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EF5EBF-8833-477F-BB00-5A784ED41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032" y="1720628"/>
                <a:ext cx="3309463" cy="738664"/>
              </a:xfrm>
              <a:prstGeom prst="rect">
                <a:avLst/>
              </a:prstGeom>
              <a:blipFill>
                <a:blip r:embed="rId3"/>
                <a:stretch>
                  <a:fillRect l="-183" r="-183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1590B97-897B-453C-B8D4-7FBC6F3B2522}"/>
              </a:ext>
            </a:extLst>
          </p:cNvPr>
          <p:cNvSpPr txBox="1"/>
          <p:nvPr/>
        </p:nvSpPr>
        <p:spPr>
          <a:xfrm>
            <a:off x="130077" y="2912549"/>
            <a:ext cx="430957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Substitution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53A67-E0F8-47F2-B221-23996857026D}"/>
              </a:ext>
            </a:extLst>
          </p:cNvPr>
          <p:cNvSpPr txBox="1"/>
          <p:nvPr/>
        </p:nvSpPr>
        <p:spPr>
          <a:xfrm>
            <a:off x="4646511" y="2900517"/>
            <a:ext cx="4299769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Method 2</a:t>
            </a:r>
            <a:r>
              <a:rPr lang="en-GB" dirty="0"/>
              <a:t>: Comparing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98409-566B-4B02-A819-F9305F7DD5B6}"/>
                  </a:ext>
                </a:extLst>
              </p:cNvPr>
              <p:cNvSpPr txBox="1"/>
              <p:nvPr/>
            </p:nvSpPr>
            <p:spPr>
              <a:xfrm>
                <a:off x="120552" y="3426130"/>
                <a:ext cx="3276364" cy="2067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−2≡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br>
                  <a:rPr lang="en-GB" sz="1600" b="0" dirty="0"/>
                </a:br>
                <a:endParaRPr lang="en-GB" sz="1600" b="0" dirty="0"/>
              </a:p>
              <a:p>
                <a:r>
                  <a:rPr lang="en-GB" sz="1600" dirty="0"/>
                  <a:t>Let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−8=−4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Let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16=4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98409-566B-4B02-A819-F9305F7D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52" y="3426130"/>
                <a:ext cx="3276364" cy="2067104"/>
              </a:xfrm>
              <a:prstGeom prst="rect">
                <a:avLst/>
              </a:prstGeom>
              <a:blipFill>
                <a:blip r:embed="rId4"/>
                <a:stretch>
                  <a:fillRect l="-11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04BDFD-FC05-434B-A3B7-4800F67EF787}"/>
                  </a:ext>
                </a:extLst>
              </p:cNvPr>
              <p:cNvSpPr txBox="1"/>
              <p:nvPr/>
            </p:nvSpPr>
            <p:spPr>
              <a:xfrm>
                <a:off x="4715653" y="3394813"/>
                <a:ext cx="3276364" cy="3051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−2≡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br>
                  <a:rPr lang="en-GB" sz="1600" b="0" dirty="0"/>
                </a:br>
                <a:endParaRPr lang="en-GB" sz="1600" b="0" dirty="0"/>
              </a:p>
              <a:p>
                <a:r>
                  <a:rPr lang="en-GB" sz="1600" dirty="0"/>
                  <a:t>Comparing coefficients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terms: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6=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Comparing constant terms: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−2=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Solving simultaneously: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=4,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04BDFD-FC05-434B-A3B7-4800F67EF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653" y="3394813"/>
                <a:ext cx="3276364" cy="3051989"/>
              </a:xfrm>
              <a:prstGeom prst="rect">
                <a:avLst/>
              </a:prstGeom>
              <a:blipFill>
                <a:blip r:embed="rId5"/>
                <a:stretch>
                  <a:fillRect l="-11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1380FD6-88BD-47B1-BC42-40E7C3086BCD}"/>
              </a:ext>
            </a:extLst>
          </p:cNvPr>
          <p:cNvSpPr txBox="1"/>
          <p:nvPr/>
        </p:nvSpPr>
        <p:spPr>
          <a:xfrm>
            <a:off x="3183856" y="3451206"/>
            <a:ext cx="1255795" cy="8617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000" dirty="0"/>
              <a:t>We don’t like fractions, so multiply through by denominator of LHS.</a:t>
            </a:r>
          </a:p>
          <a:p>
            <a:r>
              <a:rPr lang="en-GB" sz="1000" i="1" dirty="0"/>
              <a:t>See note below.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8E42CE-3EB0-49B7-967C-1351E3E82014}"/>
              </a:ext>
            </a:extLst>
          </p:cNvPr>
          <p:cNvCxnSpPr/>
          <p:nvPr/>
        </p:nvCxnSpPr>
        <p:spPr>
          <a:xfrm flipH="1" flipV="1">
            <a:off x="3071137" y="3704637"/>
            <a:ext cx="180020" cy="91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921064-E84C-421C-BF22-90A3435FC73C}"/>
                  </a:ext>
                </a:extLst>
              </p:cNvPr>
              <p:cNvSpPr txBox="1"/>
              <p:nvPr/>
            </p:nvSpPr>
            <p:spPr>
              <a:xfrm>
                <a:off x="3337361" y="4509068"/>
                <a:ext cx="972108" cy="11079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Choose values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that make one of brackets disappear.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921064-E84C-421C-BF22-90A3435FC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361" y="4509068"/>
                <a:ext cx="972108" cy="1107996"/>
              </a:xfrm>
              <a:prstGeom prst="rect">
                <a:avLst/>
              </a:prstGeom>
              <a:blipFill>
                <a:blip r:embed="rId6"/>
                <a:stretch>
                  <a:fillRect b="-21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DAC5A1-2339-4253-B19E-B55140E0AE9E}"/>
              </a:ext>
            </a:extLst>
          </p:cNvPr>
          <p:cNvCxnSpPr>
            <a:cxnSpLocks/>
          </p:cNvCxnSpPr>
          <p:nvPr/>
        </p:nvCxnSpPr>
        <p:spPr>
          <a:xfrm flipH="1" flipV="1">
            <a:off x="2936374" y="4015540"/>
            <a:ext cx="396373" cy="917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98C223-F918-45C2-952D-56C7807ACE1F}"/>
                  </a:ext>
                </a:extLst>
              </p:cNvPr>
              <p:cNvSpPr txBox="1"/>
              <p:nvPr/>
            </p:nvSpPr>
            <p:spPr>
              <a:xfrm>
                <a:off x="7390982" y="3976897"/>
                <a:ext cx="1555299" cy="154657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050" dirty="0"/>
                  <a:t>If two sides are identical,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050" dirty="0"/>
                  <a:t> terms must match, constant terms must match and so on, e.g.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+4≡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sz="1050" dirty="0"/>
              </a:p>
              <a:p>
                <a:r>
                  <a:rPr lang="en-GB" sz="1050" dirty="0"/>
                  <a:t>Then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050" dirty="0"/>
                  <a:t> and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050" dirty="0"/>
                  <a:t>, whereas this is not necessarily true for a normal equality.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98C223-F918-45C2-952D-56C7807AC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982" y="3976897"/>
                <a:ext cx="1555299" cy="1546577"/>
              </a:xfrm>
              <a:prstGeom prst="rect">
                <a:avLst/>
              </a:prstGeom>
              <a:blipFill>
                <a:blip r:embed="rId7"/>
                <a:stretch>
                  <a:fillRect b="-3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DDFCDE-531D-4670-854F-E6FA75361E41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7163925" y="4003507"/>
            <a:ext cx="227057" cy="746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71A2C26-2227-4A3D-BC19-2D356FEC21BF}"/>
              </a:ext>
            </a:extLst>
          </p:cNvPr>
          <p:cNvSpPr/>
          <p:nvPr/>
        </p:nvSpPr>
        <p:spPr>
          <a:xfrm>
            <a:off x="4670397" y="3269849"/>
            <a:ext cx="4275884" cy="30150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76C3B63-78FB-4F88-A55D-4EB1A6479568}"/>
                  </a:ext>
                </a:extLst>
              </p:cNvPr>
              <p:cNvSpPr/>
              <p:nvPr/>
            </p:nvSpPr>
            <p:spPr>
              <a:xfrm>
                <a:off x="277702" y="5694289"/>
                <a:ext cx="3925492" cy="109421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When we multiply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</m:oMath>
                </a14:m>
                <a:r>
                  <a:rPr lang="en-GB" sz="1200" dirty="0"/>
                  <a:t>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12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dirty="0"/>
                  <a:t> multiplying initially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r>
                  <a:rPr lang="en-GB" sz="1200" dirty="0"/>
                  <a:t> cancels out the “over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1200" dirty="0"/>
                  <a:t>”, but we still need to multiply by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GB" sz="1200" dirty="0"/>
                  <a:t>, giving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GB" sz="1200" dirty="0"/>
                  <a:t>. The textbook instead has an intermediate step of adding the fractions on the RHS first, but I feel this is unnecessary.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76C3B63-78FB-4F88-A55D-4EB1A6479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02" y="5694289"/>
                <a:ext cx="3925492" cy="1094210"/>
              </a:xfrm>
              <a:prstGeom prst="rect">
                <a:avLst/>
              </a:prstGeom>
              <a:blipFill>
                <a:blip r:embed="rId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0C26427-075F-45C1-BED0-F4CEC0563AA3}"/>
              </a:ext>
            </a:extLst>
          </p:cNvPr>
          <p:cNvSpPr/>
          <p:nvPr/>
        </p:nvSpPr>
        <p:spPr>
          <a:xfrm>
            <a:off x="150458" y="3281881"/>
            <a:ext cx="4289193" cy="35066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7445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1F75C-60FA-4D77-963C-AF39CFBE248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FEA9E64-65FA-4C3C-99AD-A4942BF5F7C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650E31-98B4-4A6D-AA9B-2AF5A33366E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5F16B2-A5C3-4B0B-B756-28B95A328F2E}"/>
                  </a:ext>
                </a:extLst>
              </p:cNvPr>
              <p:cNvSpPr txBox="1"/>
              <p:nvPr/>
            </p:nvSpPr>
            <p:spPr>
              <a:xfrm>
                <a:off x="467544" y="908720"/>
                <a:ext cx="8064896" cy="55278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GB" dirty="0"/>
                  <a:t>, find the values of the constants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5F16B2-A5C3-4B0B-B756-28B95A328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08720"/>
                <a:ext cx="8064896" cy="5527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567825-E782-43D8-8F0D-4F3D88D18F3E}"/>
                  </a:ext>
                </a:extLst>
              </p:cNvPr>
              <p:cNvSpPr txBox="1"/>
              <p:nvPr/>
            </p:nvSpPr>
            <p:spPr>
              <a:xfrm>
                <a:off x="611560" y="1700808"/>
                <a:ext cx="6624736" cy="3536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9=3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−2=−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567825-E782-43D8-8F0D-4F3D88D1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00808"/>
                <a:ext cx="6624736" cy="3536096"/>
              </a:xfrm>
              <a:prstGeom prst="rect">
                <a:avLst/>
              </a:prstGeom>
              <a:blipFill>
                <a:blip r:embed="rId3"/>
                <a:stretch>
                  <a:fillRect l="-7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FA3A4D6-5787-4FE5-9716-3AC18F4636C8}"/>
              </a:ext>
            </a:extLst>
          </p:cNvPr>
          <p:cNvSpPr/>
          <p:nvPr/>
        </p:nvSpPr>
        <p:spPr>
          <a:xfrm>
            <a:off x="470448" y="1461500"/>
            <a:ext cx="8061992" cy="40557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628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D88AC8-FE97-4410-89EC-3639E5F9344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002B79B-18BD-4340-BAF8-EC7845CAE45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4DAFD49-D53F-402B-A2DA-DD201E48B8E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C4162DD-DD9C-4B73-BC03-2478E2661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6982383" cy="10751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DCA73-0704-4B7B-8C02-71C88772695B}"/>
              </a:ext>
            </a:extLst>
          </p:cNvPr>
          <p:cNvSpPr txBox="1"/>
          <p:nvPr/>
        </p:nvSpPr>
        <p:spPr>
          <a:xfrm>
            <a:off x="539552" y="1043444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2005 Q3a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10ACB9-031C-4944-9C6D-DA03FB070B2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57250"/>
            <a:ext cx="6120680" cy="243168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179448-A76C-4152-8CDB-46D9A677406D}"/>
              </a:ext>
            </a:extLst>
          </p:cNvPr>
          <p:cNvSpPr/>
          <p:nvPr/>
        </p:nvSpPr>
        <p:spPr>
          <a:xfrm>
            <a:off x="755576" y="2708920"/>
            <a:ext cx="50405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006EBC-3453-487E-A7C1-8CD90EB1D170}"/>
              </a:ext>
            </a:extLst>
          </p:cNvPr>
          <p:cNvSpPr/>
          <p:nvPr/>
        </p:nvSpPr>
        <p:spPr>
          <a:xfrm>
            <a:off x="568152" y="2708920"/>
            <a:ext cx="6953783" cy="27363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9082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</a:t>
            </a:r>
            <a:r>
              <a:rPr lang="en-GB" sz="2400" dirty="0"/>
              <a:t>2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D05B7E6-1E0C-C9E9-6878-5E728AE8A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" y="1091902"/>
            <a:ext cx="77152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1DD7DF8-F200-C498-AEF2-B89F701F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3" y="908720"/>
            <a:ext cx="82105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3FF2DC6-738E-1A1B-7437-4BFB17A2C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80728"/>
            <a:ext cx="42672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61750</TotalTime>
  <Words>431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P2 Chapter 1: Algebra Techniques  Partial Fractions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2025-10-16T09:45:51Z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