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547" r:id="rId5"/>
    <p:sldId id="524" r:id="rId6"/>
    <p:sldId id="525" r:id="rId7"/>
    <p:sldId id="536" r:id="rId8"/>
    <p:sldId id="537" r:id="rId9"/>
    <p:sldId id="549" r:id="rId10"/>
    <p:sldId id="543" r:id="rId11"/>
    <p:sldId id="550" r:id="rId12"/>
    <p:sldId id="545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12" autoAdjust="0"/>
    <p:restoredTop sz="88534" autoAdjust="0"/>
  </p:normalViewPr>
  <p:slideViewPr>
    <p:cSldViewPr>
      <p:cViewPr varScale="1">
        <p:scale>
          <a:sx n="125" d="100"/>
          <a:sy n="125" d="100"/>
        </p:scale>
        <p:origin x="1128" y="114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3736D5E5-739F-49F8-8648-95658EB5771D}"/>
    <pc:docChg chg="undo custSel delSld modSld">
      <pc:chgData name="Dieter Beaven" userId="9bbdb69f-69d0-4759-aa9b-5c090a2da237" providerId="ADAL" clId="{3736D5E5-739F-49F8-8648-95658EB5771D}" dt="2024-09-20T16:27:38.428" v="45" actId="20577"/>
      <pc:docMkLst>
        <pc:docMk/>
      </pc:docMkLst>
      <pc:sldChg chg="modSp">
        <pc:chgData name="Dieter Beaven" userId="9bbdb69f-69d0-4759-aa9b-5c090a2da237" providerId="ADAL" clId="{3736D5E5-739F-49F8-8648-95658EB5771D}" dt="2024-09-20T16:27:38.428" v="45" actId="20577"/>
        <pc:sldMkLst>
          <pc:docMk/>
          <pc:sldMk cId="1020239277" sldId="484"/>
        </pc:sldMkLst>
      </pc:sldChg>
      <pc:sldChg chg="del">
        <pc:chgData name="Dieter Beaven" userId="9bbdb69f-69d0-4759-aa9b-5c090a2da237" providerId="ADAL" clId="{3736D5E5-739F-49F8-8648-95658EB5771D}" dt="2024-09-17T16:12:19.708" v="5" actId="47"/>
        <pc:sldMkLst>
          <pc:docMk/>
          <pc:sldMk cId="2097919484" sldId="503"/>
        </pc:sldMkLst>
      </pc:sldChg>
      <pc:sldChg chg="addSp delSp modSp mod addAnim delAnim">
        <pc:chgData name="Dieter Beaven" userId="9bbdb69f-69d0-4759-aa9b-5c090a2da237" providerId="ADAL" clId="{3736D5E5-739F-49F8-8648-95658EB5771D}" dt="2024-09-20T16:26:58.661" v="27" actId="1076"/>
        <pc:sldMkLst>
          <pc:docMk/>
          <pc:sldMk cId="2811694845" sldId="513"/>
        </pc:sldMkLst>
      </pc:sldChg>
      <pc:sldChg chg="del">
        <pc:chgData name="Dieter Beaven" userId="9bbdb69f-69d0-4759-aa9b-5c090a2da237" providerId="ADAL" clId="{3736D5E5-739F-49F8-8648-95658EB5771D}" dt="2024-09-17T16:12:18.145" v="1" actId="47"/>
        <pc:sldMkLst>
          <pc:docMk/>
          <pc:sldMk cId="3587264838" sldId="515"/>
        </pc:sldMkLst>
      </pc:sldChg>
      <pc:sldChg chg="del">
        <pc:chgData name="Dieter Beaven" userId="9bbdb69f-69d0-4759-aa9b-5c090a2da237" providerId="ADAL" clId="{3736D5E5-739F-49F8-8648-95658EB5771D}" dt="2024-09-17T16:12:18.486" v="2" actId="47"/>
        <pc:sldMkLst>
          <pc:docMk/>
          <pc:sldMk cId="1162890895" sldId="516"/>
        </pc:sldMkLst>
      </pc:sldChg>
      <pc:sldChg chg="del">
        <pc:chgData name="Dieter Beaven" userId="9bbdb69f-69d0-4759-aa9b-5c090a2da237" providerId="ADAL" clId="{3736D5E5-739F-49F8-8648-95658EB5771D}" dt="2024-09-17T16:12:19.107" v="3" actId="47"/>
        <pc:sldMkLst>
          <pc:docMk/>
          <pc:sldMk cId="2008796709" sldId="517"/>
        </pc:sldMkLst>
      </pc:sldChg>
      <pc:sldChg chg="del">
        <pc:chgData name="Dieter Beaven" userId="9bbdb69f-69d0-4759-aa9b-5c090a2da237" providerId="ADAL" clId="{3736D5E5-739F-49F8-8648-95658EB5771D}" dt="2024-09-17T16:12:19.696" v="4" actId="47"/>
        <pc:sldMkLst>
          <pc:docMk/>
          <pc:sldMk cId="3124780132" sldId="518"/>
        </pc:sldMkLst>
      </pc:sldChg>
      <pc:sldChg chg="del">
        <pc:chgData name="Dieter Beaven" userId="9bbdb69f-69d0-4759-aa9b-5c090a2da237" providerId="ADAL" clId="{3736D5E5-739F-49F8-8648-95658EB5771D}" dt="2024-09-17T16:12:20.787" v="7" actId="47"/>
        <pc:sldMkLst>
          <pc:docMk/>
          <pc:sldMk cId="3312647161" sldId="519"/>
        </pc:sldMkLst>
      </pc:sldChg>
      <pc:sldChg chg="del">
        <pc:chgData name="Dieter Beaven" userId="9bbdb69f-69d0-4759-aa9b-5c090a2da237" providerId="ADAL" clId="{3736D5E5-739F-49F8-8648-95658EB5771D}" dt="2024-09-17T16:12:21.247" v="8" actId="47"/>
        <pc:sldMkLst>
          <pc:docMk/>
          <pc:sldMk cId="3196817432" sldId="520"/>
        </pc:sldMkLst>
      </pc:sldChg>
      <pc:sldChg chg="del">
        <pc:chgData name="Dieter Beaven" userId="9bbdb69f-69d0-4759-aa9b-5c090a2da237" providerId="ADAL" clId="{3736D5E5-739F-49F8-8648-95658EB5771D}" dt="2024-09-17T16:12:21.260" v="9" actId="47"/>
        <pc:sldMkLst>
          <pc:docMk/>
          <pc:sldMk cId="216391128" sldId="521"/>
        </pc:sldMkLst>
      </pc:sldChg>
      <pc:sldChg chg="del">
        <pc:chgData name="Dieter Beaven" userId="9bbdb69f-69d0-4759-aa9b-5c090a2da237" providerId="ADAL" clId="{3736D5E5-739F-49F8-8648-95658EB5771D}" dt="2024-09-17T16:12:23.138" v="11" actId="47"/>
        <pc:sldMkLst>
          <pc:docMk/>
          <pc:sldMk cId="3052028698" sldId="522"/>
        </pc:sldMkLst>
      </pc:sldChg>
      <pc:sldChg chg="del">
        <pc:chgData name="Dieter Beaven" userId="9bbdb69f-69d0-4759-aa9b-5c090a2da237" providerId="ADAL" clId="{3736D5E5-739F-49F8-8648-95658EB5771D}" dt="2024-09-17T16:12:24.348" v="12" actId="47"/>
        <pc:sldMkLst>
          <pc:docMk/>
          <pc:sldMk cId="623853206" sldId="523"/>
        </pc:sldMkLst>
      </pc:sldChg>
      <pc:sldChg chg="del">
        <pc:chgData name="Dieter Beaven" userId="9bbdb69f-69d0-4759-aa9b-5c090a2da237" providerId="ADAL" clId="{3736D5E5-739F-49F8-8648-95658EB5771D}" dt="2024-09-17T16:12:25.073" v="13" actId="47"/>
        <pc:sldMkLst>
          <pc:docMk/>
          <pc:sldMk cId="280797512" sldId="524"/>
        </pc:sldMkLst>
      </pc:sldChg>
      <pc:sldChg chg="addSp modSp mod">
        <pc:chgData name="Dieter Beaven" userId="9bbdb69f-69d0-4759-aa9b-5c090a2da237" providerId="ADAL" clId="{3736D5E5-739F-49F8-8648-95658EB5771D}" dt="2024-09-20T16:25:21.649" v="17" actId="1035"/>
        <pc:sldMkLst>
          <pc:docMk/>
          <pc:sldMk cId="3896053727" sldId="543"/>
        </pc:sldMkLst>
      </pc:sldChg>
      <pc:sldChg chg="del">
        <pc:chgData name="Dieter Beaven" userId="9bbdb69f-69d0-4759-aa9b-5c090a2da237" providerId="ADAL" clId="{3736D5E5-739F-49F8-8648-95658EB5771D}" dt="2024-09-20T16:25:25.114" v="18" actId="47"/>
        <pc:sldMkLst>
          <pc:docMk/>
          <pc:sldMk cId="446446822" sldId="544"/>
        </pc:sldMkLst>
      </pc:sldChg>
      <pc:sldChg chg="addSp modSp mod">
        <pc:chgData name="Dieter Beaven" userId="9bbdb69f-69d0-4759-aa9b-5c090a2da237" providerId="ADAL" clId="{3736D5E5-739F-49F8-8648-95658EB5771D}" dt="2024-09-20T16:26:14.209" v="20" actId="1076"/>
        <pc:sldMkLst>
          <pc:docMk/>
          <pc:sldMk cId="3458699803" sldId="545"/>
        </pc:sldMkLst>
      </pc:sldChg>
      <pc:sldChg chg="del">
        <pc:chgData name="Dieter Beaven" userId="9bbdb69f-69d0-4759-aa9b-5c090a2da237" providerId="ADAL" clId="{3736D5E5-739F-49F8-8648-95658EB5771D}" dt="2024-09-17T16:12:17.231" v="0" actId="47"/>
        <pc:sldMkLst>
          <pc:docMk/>
          <pc:sldMk cId="4071243651" sldId="548"/>
        </pc:sldMkLst>
      </pc:sldChg>
      <pc:sldChg chg="del">
        <pc:chgData name="Dieter Beaven" userId="9bbdb69f-69d0-4759-aa9b-5c090a2da237" providerId="ADAL" clId="{3736D5E5-739F-49F8-8648-95658EB5771D}" dt="2024-09-17T16:12:20.028" v="6" actId="47"/>
        <pc:sldMkLst>
          <pc:docMk/>
          <pc:sldMk cId="4190994049" sldId="550"/>
        </pc:sldMkLst>
      </pc:sldChg>
      <pc:sldChg chg="del">
        <pc:chgData name="Dieter Beaven" userId="9bbdb69f-69d0-4759-aa9b-5c090a2da237" providerId="ADAL" clId="{3736D5E5-739F-49F8-8648-95658EB5771D}" dt="2024-09-17T16:12:21.650" v="10" actId="47"/>
        <pc:sldMkLst>
          <pc:docMk/>
          <pc:sldMk cId="2915845008" sldId="551"/>
        </pc:sldMkLst>
      </pc:sldChg>
    </pc:docChg>
  </pc:docChgLst>
  <pc:docChgLst>
    <pc:chgData name="Dieter Beaven" userId="9bbdb69f-69d0-4759-aa9b-5c090a2da237" providerId="ADAL" clId="{03C8F0FD-9861-4164-B587-A10496183A53}"/>
    <pc:docChg chg="delSld modSld">
      <pc:chgData name="Dieter Beaven" userId="9bbdb69f-69d0-4759-aa9b-5c090a2da237" providerId="ADAL" clId="{03C8F0FD-9861-4164-B587-A10496183A53}" dt="2025-08-27T08:51:22.904" v="6" actId="47"/>
      <pc:docMkLst>
        <pc:docMk/>
      </pc:docMkLst>
      <pc:sldChg chg="addSp modSp mod">
        <pc:chgData name="Dieter Beaven" userId="9bbdb69f-69d0-4759-aa9b-5c090a2da237" providerId="ADAL" clId="{03C8F0FD-9861-4164-B587-A10496183A53}" dt="2025-08-27T08:50:34.303" v="1" actId="1076"/>
        <pc:sldMkLst>
          <pc:docMk/>
          <pc:sldMk cId="3896053727" sldId="543"/>
        </pc:sldMkLst>
      </pc:sldChg>
      <pc:sldChg chg="addSp modSp mod">
        <pc:chgData name="Dieter Beaven" userId="9bbdb69f-69d0-4759-aa9b-5c090a2da237" providerId="ADAL" clId="{03C8F0FD-9861-4164-B587-A10496183A53}" dt="2025-08-27T08:51:13.744" v="5" actId="1036"/>
        <pc:sldMkLst>
          <pc:docMk/>
          <pc:sldMk cId="4091202299" sldId="550"/>
        </pc:sldMkLst>
      </pc:sldChg>
      <pc:sldChg chg="del">
        <pc:chgData name="Dieter Beaven" userId="9bbdb69f-69d0-4759-aa9b-5c090a2da237" providerId="ADAL" clId="{03C8F0FD-9861-4164-B587-A10496183A53}" dt="2025-08-27T08:51:22.904" v="6" actId="47"/>
        <pc:sldMkLst>
          <pc:docMk/>
          <pc:sldMk cId="3826585799" sldId="551"/>
        </pc:sldMkLst>
      </pc:sldChg>
    </pc:docChg>
  </pc:docChgLst>
  <pc:docChgLst>
    <pc:chgData name="Dieter Beaven" userId="9bbdb69f-69d0-4759-aa9b-5c090a2da237" providerId="ADAL" clId="{187D3FFC-D5FB-42B0-B205-30C46C518976}"/>
    <pc:docChg chg="delSld modSld">
      <pc:chgData name="Dieter Beaven" userId="9bbdb69f-69d0-4759-aa9b-5c090a2da237" providerId="ADAL" clId="{187D3FFC-D5FB-42B0-B205-30C46C518976}" dt="2025-10-16T10:48:56.656" v="2" actId="47"/>
      <pc:docMkLst>
        <pc:docMk/>
      </pc:docMkLst>
      <pc:sldChg chg="addSp modSp mod">
        <pc:chgData name="Dieter Beaven" userId="9bbdb69f-69d0-4759-aa9b-5c090a2da237" providerId="ADAL" clId="{187D3FFC-D5FB-42B0-B205-30C46C518976}" dt="2025-10-16T10:48:55.422" v="1" actId="1076"/>
        <pc:sldMkLst>
          <pc:docMk/>
          <pc:sldMk cId="3458699803" sldId="545"/>
        </pc:sldMkLst>
        <pc:picChg chg="add mod">
          <ac:chgData name="Dieter Beaven" userId="9bbdb69f-69d0-4759-aa9b-5c090a2da237" providerId="ADAL" clId="{187D3FFC-D5FB-42B0-B205-30C46C518976}" dt="2025-10-16T10:48:55.422" v="1" actId="1076"/>
          <ac:picMkLst>
            <pc:docMk/>
            <pc:sldMk cId="3458699803" sldId="545"/>
            <ac:picMk id="6" creationId="{573EB1E7-3DE0-0295-BC3C-C215AF6D2330}"/>
          </ac:picMkLst>
        </pc:picChg>
      </pc:sldChg>
      <pc:sldChg chg="del">
        <pc:chgData name="Dieter Beaven" userId="9bbdb69f-69d0-4759-aa9b-5c090a2da237" providerId="ADAL" clId="{187D3FFC-D5FB-42B0-B205-30C46C518976}" dt="2025-10-16T10:48:56.656" v="2" actId="47"/>
        <pc:sldMkLst>
          <pc:docMk/>
          <pc:sldMk cId="2531956736" sldId="552"/>
        </pc:sldMkLst>
      </pc:sldChg>
    </pc:docChg>
  </pc:docChgLst>
  <pc:docChgLst>
    <pc:chgData name="Dieter Beaven" userId="S::dbeaven@newsteadwood.co.uk::9bbdb69f-69d0-4759-aa9b-5c090a2da237" providerId="AD" clId="Web-{6BD7071B-32F0-A215-B523-DBD5E937F1B5}"/>
    <pc:docChg chg="modSld">
      <pc:chgData name="Dieter Beaven" userId="S::dbeaven@newsteadwood.co.uk::9bbdb69f-69d0-4759-aa9b-5c090a2da237" providerId="AD" clId="Web-{6BD7071B-32F0-A215-B523-DBD5E937F1B5}" dt="2024-09-23T10:28:21.091" v="1" actId="20577"/>
      <pc:docMkLst>
        <pc:docMk/>
      </pc:docMkLst>
      <pc:sldChg chg="modSp">
        <pc:chgData name="Dieter Beaven" userId="S::dbeaven@newsteadwood.co.uk::9bbdb69f-69d0-4759-aa9b-5c090a2da237" providerId="AD" clId="Web-{6BD7071B-32F0-A215-B523-DBD5E937F1B5}" dt="2024-09-23T10:28:21.091" v="1" actId="20577"/>
        <pc:sldMkLst>
          <pc:docMk/>
          <pc:sldMk cId="3991975165" sldId="547"/>
        </pc:sldMkLst>
      </pc:sldChg>
    </pc:docChg>
  </pc:docChgLst>
  <pc:docChgLst>
    <pc:chgData name="Dieter Beaven" userId="9bbdb69f-69d0-4759-aa9b-5c090a2da237" providerId="ADAL" clId="{E3225408-2109-42C5-B871-153E02B5443F}"/>
    <pc:docChg chg="modSld">
      <pc:chgData name="Dieter Beaven" userId="9bbdb69f-69d0-4759-aa9b-5c090a2da237" providerId="ADAL" clId="{E3225408-2109-42C5-B871-153E02B5443F}" dt="2025-04-29T13:33:59.584" v="0" actId="20577"/>
      <pc:docMkLst>
        <pc:docMk/>
      </pc:docMkLst>
      <pc:sldChg chg="modSp mod">
        <pc:chgData name="Dieter Beaven" userId="9bbdb69f-69d0-4759-aa9b-5c090a2da237" providerId="ADAL" clId="{E3225408-2109-42C5-B871-153E02B5443F}" dt="2025-04-29T13:33:59.584" v="0" actId="20577"/>
        <pc:sldMkLst>
          <pc:docMk/>
          <pc:sldMk cId="3055658135" sldId="549"/>
        </pc:sldMkLst>
      </pc:sldChg>
    </pc:docChg>
  </pc:docChgLst>
  <pc:docChgLst>
    <pc:chgData name="Dieter Beaven" userId="9bbdb69f-69d0-4759-aa9b-5c090a2da237" providerId="ADAL" clId="{1C892770-E48D-412B-AA99-7BE3E2823042}"/>
    <pc:docChg chg="custSel addSld delSld modSld">
      <pc:chgData name="Dieter Beaven" userId="9bbdb69f-69d0-4759-aa9b-5c090a2da237" providerId="ADAL" clId="{1C892770-E48D-412B-AA99-7BE3E2823042}" dt="2025-04-24T16:01:51.069" v="48"/>
      <pc:docMkLst>
        <pc:docMk/>
      </pc:docMkLst>
      <pc:sldChg chg="del">
        <pc:chgData name="Dieter Beaven" userId="9bbdb69f-69d0-4759-aa9b-5c090a2da237" providerId="ADAL" clId="{1C892770-E48D-412B-AA99-7BE3E2823042}" dt="2025-04-24T16:01:13.369" v="38" actId="47"/>
        <pc:sldMkLst>
          <pc:docMk/>
          <pc:sldMk cId="1020239277" sldId="484"/>
        </pc:sldMkLst>
      </pc:sldChg>
      <pc:sldChg chg="del">
        <pc:chgData name="Dieter Beaven" userId="9bbdb69f-69d0-4759-aa9b-5c090a2da237" providerId="ADAL" clId="{1C892770-E48D-412B-AA99-7BE3E2823042}" dt="2025-04-24T16:01:14.591" v="39" actId="47"/>
        <pc:sldMkLst>
          <pc:docMk/>
          <pc:sldMk cId="2811694845" sldId="513"/>
        </pc:sldMkLst>
      </pc:sldChg>
      <pc:sldChg chg="del">
        <pc:chgData name="Dieter Beaven" userId="9bbdb69f-69d0-4759-aa9b-5c090a2da237" providerId="ADAL" clId="{1C892770-E48D-412B-AA99-7BE3E2823042}" dt="2025-04-24T16:01:15.393" v="40" actId="47"/>
        <pc:sldMkLst>
          <pc:docMk/>
          <pc:sldMk cId="767054381" sldId="514"/>
        </pc:sldMkLst>
      </pc:sldChg>
      <pc:sldChg chg="delSp mod">
        <pc:chgData name="Dieter Beaven" userId="9bbdb69f-69d0-4759-aa9b-5c090a2da237" providerId="ADAL" clId="{1C892770-E48D-412B-AA99-7BE3E2823042}" dt="2025-04-24T16:01:18.643" v="41" actId="478"/>
        <pc:sldMkLst>
          <pc:docMk/>
          <pc:sldMk cId="3896053727" sldId="543"/>
        </pc:sldMkLst>
      </pc:sldChg>
      <pc:sldChg chg="delSp mod">
        <pc:chgData name="Dieter Beaven" userId="9bbdb69f-69d0-4759-aa9b-5c090a2da237" providerId="ADAL" clId="{1C892770-E48D-412B-AA99-7BE3E2823042}" dt="2025-04-24T16:01:20.187" v="42" actId="478"/>
        <pc:sldMkLst>
          <pc:docMk/>
          <pc:sldMk cId="3458699803" sldId="545"/>
        </pc:sldMkLst>
      </pc:sldChg>
      <pc:sldChg chg="modSp mod">
        <pc:chgData name="Dieter Beaven" userId="9bbdb69f-69d0-4759-aa9b-5c090a2da237" providerId="ADAL" clId="{1C892770-E48D-412B-AA99-7BE3E2823042}" dt="2025-04-24T16:01:06.370" v="37" actId="6549"/>
        <pc:sldMkLst>
          <pc:docMk/>
          <pc:sldMk cId="3991975165" sldId="547"/>
        </pc:sldMkLst>
      </pc:sldChg>
      <pc:sldChg chg="modSp mod">
        <pc:chgData name="Dieter Beaven" userId="9bbdb69f-69d0-4759-aa9b-5c090a2da237" providerId="ADAL" clId="{1C892770-E48D-412B-AA99-7BE3E2823042}" dt="2025-04-24T16:01:42.159" v="45" actId="6549"/>
        <pc:sldMkLst>
          <pc:docMk/>
          <pc:sldMk cId="3055658135" sldId="549"/>
        </pc:sldMkLst>
      </pc:sldChg>
      <pc:sldChg chg="add">
        <pc:chgData name="Dieter Beaven" userId="9bbdb69f-69d0-4759-aa9b-5c090a2da237" providerId="ADAL" clId="{1C892770-E48D-412B-AA99-7BE3E2823042}" dt="2025-04-24T16:01:47.507" v="46"/>
        <pc:sldMkLst>
          <pc:docMk/>
          <pc:sldMk cId="4091202299" sldId="550"/>
        </pc:sldMkLst>
      </pc:sldChg>
      <pc:sldChg chg="add">
        <pc:chgData name="Dieter Beaven" userId="9bbdb69f-69d0-4759-aa9b-5c090a2da237" providerId="ADAL" clId="{1C892770-E48D-412B-AA99-7BE3E2823042}" dt="2025-04-24T16:01:48.048" v="47"/>
        <pc:sldMkLst>
          <pc:docMk/>
          <pc:sldMk cId="3826585799" sldId="551"/>
        </pc:sldMkLst>
      </pc:sldChg>
      <pc:sldChg chg="add">
        <pc:chgData name="Dieter Beaven" userId="9bbdb69f-69d0-4759-aa9b-5c090a2da237" providerId="ADAL" clId="{1C892770-E48D-412B-AA99-7BE3E2823042}" dt="2025-04-24T16:01:51.069" v="48"/>
        <pc:sldMkLst>
          <pc:docMk/>
          <pc:sldMk cId="2531956736" sldId="552"/>
        </pc:sldMkLst>
      </pc:sldChg>
    </pc:docChg>
  </pc:docChgLst>
  <pc:docChgLst>
    <pc:chgData name="Dieter Beaven" userId="9bbdb69f-69d0-4759-aa9b-5c090a2da237" providerId="ADAL" clId="{695D7D81-88C6-4FE5-BD2B-DB06EB74F868}"/>
    <pc:docChg chg="addSld modSld">
      <pc:chgData name="Dieter Beaven" userId="9bbdb69f-69d0-4759-aa9b-5c090a2da237" providerId="ADAL" clId="{695D7D81-88C6-4FE5-BD2B-DB06EB74F868}" dt="2025-05-13T14:56:59.511" v="37"/>
      <pc:docMkLst>
        <pc:docMk/>
      </pc:docMkLst>
      <pc:sldChg chg="add">
        <pc:chgData name="Dieter Beaven" userId="9bbdb69f-69d0-4759-aa9b-5c090a2da237" providerId="ADAL" clId="{695D7D81-88C6-4FE5-BD2B-DB06EB74F868}" dt="2025-05-13T14:52:46.154" v="32"/>
        <pc:sldMkLst>
          <pc:docMk/>
          <pc:sldMk cId="3761168986" sldId="524"/>
        </pc:sldMkLst>
      </pc:sldChg>
      <pc:sldChg chg="add">
        <pc:chgData name="Dieter Beaven" userId="9bbdb69f-69d0-4759-aa9b-5c090a2da237" providerId="ADAL" clId="{695D7D81-88C6-4FE5-BD2B-DB06EB74F868}" dt="2025-05-13T14:52:46.154" v="32"/>
        <pc:sldMkLst>
          <pc:docMk/>
          <pc:sldMk cId="81567084" sldId="525"/>
        </pc:sldMkLst>
      </pc:sldChg>
      <pc:sldChg chg="add">
        <pc:chgData name="Dieter Beaven" userId="9bbdb69f-69d0-4759-aa9b-5c090a2da237" providerId="ADAL" clId="{695D7D81-88C6-4FE5-BD2B-DB06EB74F868}" dt="2025-05-13T14:56:59.511" v="37"/>
        <pc:sldMkLst>
          <pc:docMk/>
          <pc:sldMk cId="469028096" sldId="536"/>
        </pc:sldMkLst>
      </pc:sldChg>
      <pc:sldChg chg="add">
        <pc:chgData name="Dieter Beaven" userId="9bbdb69f-69d0-4759-aa9b-5c090a2da237" providerId="ADAL" clId="{695D7D81-88C6-4FE5-BD2B-DB06EB74F868}" dt="2025-05-13T14:56:59.511" v="37"/>
        <pc:sldMkLst>
          <pc:docMk/>
          <pc:sldMk cId="34624700" sldId="537"/>
        </pc:sldMkLst>
      </pc:sldChg>
      <pc:sldChg chg="modSp mod">
        <pc:chgData name="Dieter Beaven" userId="9bbdb69f-69d0-4759-aa9b-5c090a2da237" providerId="ADAL" clId="{695D7D81-88C6-4FE5-BD2B-DB06EB74F868}" dt="2025-05-13T14:52:44.076" v="31" actId="20577"/>
        <pc:sldMkLst>
          <pc:docMk/>
          <pc:sldMk cId="3991975165" sldId="547"/>
        </pc:sldMkLst>
      </pc:sldChg>
      <pc:sldChg chg="modSp mod">
        <pc:chgData name="Dieter Beaven" userId="9bbdb69f-69d0-4759-aa9b-5c090a2da237" providerId="ADAL" clId="{695D7D81-88C6-4FE5-BD2B-DB06EB74F868}" dt="2025-05-13T14:52:55.248" v="36" actId="6549"/>
        <pc:sldMkLst>
          <pc:docMk/>
          <pc:sldMk cId="3055658135" sldId="549"/>
        </pc:sldMkLst>
      </pc:sldChg>
    </pc:docChg>
  </pc:docChgLst>
  <pc:docChgLst>
    <pc:chgData name="Dieter Beaven" userId="9bbdb69f-69d0-4759-aa9b-5c090a2da237" providerId="ADAL" clId="{2A5AE0E2-2788-4AA7-8B3C-A04471EF5D14}"/>
    <pc:docChg chg="custSel addSld delSld modSld">
      <pc:chgData name="Dieter Beaven" userId="9bbdb69f-69d0-4759-aa9b-5c090a2da237" providerId="ADAL" clId="{2A5AE0E2-2788-4AA7-8B3C-A04471EF5D14}" dt="2024-09-17T16:09:35.830" v="251" actId="47"/>
      <pc:docMkLst>
        <pc:docMk/>
      </pc:docMkLst>
      <pc:sldChg chg="del">
        <pc:chgData name="Dieter Beaven" userId="9bbdb69f-69d0-4759-aa9b-5c090a2da237" providerId="ADAL" clId="{2A5AE0E2-2788-4AA7-8B3C-A04471EF5D14}" dt="2024-09-17T16:01:05.070" v="1" actId="47"/>
        <pc:sldMkLst>
          <pc:docMk/>
          <pc:sldMk cId="2913017854" sldId="481"/>
        </pc:sldMkLst>
      </pc:sldChg>
      <pc:sldChg chg="del">
        <pc:chgData name="Dieter Beaven" userId="9bbdb69f-69d0-4759-aa9b-5c090a2da237" providerId="ADAL" clId="{2A5AE0E2-2788-4AA7-8B3C-A04471EF5D14}" dt="2024-09-17T16:01:10.136" v="3" actId="47"/>
        <pc:sldMkLst>
          <pc:docMk/>
          <pc:sldMk cId="3808051470" sldId="483"/>
        </pc:sldMkLst>
      </pc:sldChg>
      <pc:sldChg chg="modSp mod">
        <pc:chgData name="Dieter Beaven" userId="9bbdb69f-69d0-4759-aa9b-5c090a2da237" providerId="ADAL" clId="{2A5AE0E2-2788-4AA7-8B3C-A04471EF5D14}" dt="2024-09-17T16:06:58.646" v="119" actId="6549"/>
        <pc:sldMkLst>
          <pc:docMk/>
          <pc:sldMk cId="2097919484" sldId="503"/>
        </pc:sldMkLst>
      </pc:sldChg>
      <pc:sldChg chg="modSp mod">
        <pc:chgData name="Dieter Beaven" userId="9bbdb69f-69d0-4759-aa9b-5c090a2da237" providerId="ADAL" clId="{2A5AE0E2-2788-4AA7-8B3C-A04471EF5D14}" dt="2024-09-17T16:08:22.961" v="181" actId="20577"/>
        <pc:sldMkLst>
          <pc:docMk/>
          <pc:sldMk cId="216391128" sldId="521"/>
        </pc:sldMkLst>
      </pc:sldChg>
      <pc:sldChg chg="modSp mod">
        <pc:chgData name="Dieter Beaven" userId="9bbdb69f-69d0-4759-aa9b-5c090a2da237" providerId="ADAL" clId="{2A5AE0E2-2788-4AA7-8B3C-A04471EF5D14}" dt="2024-09-17T16:09:15.811" v="250" actId="20577"/>
        <pc:sldMkLst>
          <pc:docMk/>
          <pc:sldMk cId="280797512" sldId="524"/>
        </pc:sldMkLst>
      </pc:sldChg>
      <pc:sldChg chg="del">
        <pc:chgData name="Dieter Beaven" userId="9bbdb69f-69d0-4759-aa9b-5c090a2da237" providerId="ADAL" clId="{2A5AE0E2-2788-4AA7-8B3C-A04471EF5D14}" dt="2024-09-17T16:09:35.830" v="251" actId="47"/>
        <pc:sldMkLst>
          <pc:docMk/>
          <pc:sldMk cId="2491822179" sldId="525"/>
        </pc:sldMkLst>
      </pc:sldChg>
      <pc:sldChg chg="del">
        <pc:chgData name="Dieter Beaven" userId="9bbdb69f-69d0-4759-aa9b-5c090a2da237" providerId="ADAL" clId="{2A5AE0E2-2788-4AA7-8B3C-A04471EF5D14}" dt="2024-09-17T16:01:06.407" v="2" actId="47"/>
        <pc:sldMkLst>
          <pc:docMk/>
          <pc:sldMk cId="3958245491" sldId="526"/>
        </pc:sldMkLst>
      </pc:sldChg>
      <pc:sldChg chg="modSp add mod">
        <pc:chgData name="Dieter Beaven" userId="9bbdb69f-69d0-4759-aa9b-5c090a2da237" providerId="ADAL" clId="{2A5AE0E2-2788-4AA7-8B3C-A04471EF5D14}" dt="2024-09-17T16:01:47.892" v="41" actId="20577"/>
        <pc:sldMkLst>
          <pc:docMk/>
          <pc:sldMk cId="3991975165" sldId="547"/>
        </pc:sldMkLst>
      </pc:sldChg>
      <pc:sldChg chg="modSp add mod">
        <pc:chgData name="Dieter Beaven" userId="9bbdb69f-69d0-4759-aa9b-5c090a2da237" providerId="ADAL" clId="{2A5AE0E2-2788-4AA7-8B3C-A04471EF5D14}" dt="2024-09-17T16:04:57.733" v="104" actId="20577"/>
        <pc:sldMkLst>
          <pc:docMk/>
          <pc:sldMk cId="4071243651" sldId="548"/>
        </pc:sldMkLst>
      </pc:sldChg>
      <pc:sldChg chg="modSp add mod">
        <pc:chgData name="Dieter Beaven" userId="9bbdb69f-69d0-4759-aa9b-5c090a2da237" providerId="ADAL" clId="{2A5AE0E2-2788-4AA7-8B3C-A04471EF5D14}" dt="2024-09-17T16:03:59.444" v="54" actId="20577"/>
        <pc:sldMkLst>
          <pc:docMk/>
          <pc:sldMk cId="3055658135" sldId="549"/>
        </pc:sldMkLst>
      </pc:sldChg>
      <pc:sldChg chg="modSp add mod">
        <pc:chgData name="Dieter Beaven" userId="9bbdb69f-69d0-4759-aa9b-5c090a2da237" providerId="ADAL" clId="{2A5AE0E2-2788-4AA7-8B3C-A04471EF5D14}" dt="2024-09-17T16:07:44.310" v="168" actId="20577"/>
        <pc:sldMkLst>
          <pc:docMk/>
          <pc:sldMk cId="4190994049" sldId="550"/>
        </pc:sldMkLst>
      </pc:sldChg>
      <pc:sldChg chg="modSp add mod">
        <pc:chgData name="Dieter Beaven" userId="9bbdb69f-69d0-4759-aa9b-5c090a2da237" providerId="ADAL" clId="{2A5AE0E2-2788-4AA7-8B3C-A04471EF5D14}" dt="2024-09-17T16:08:53.370" v="235" actId="20577"/>
        <pc:sldMkLst>
          <pc:docMk/>
          <pc:sldMk cId="2915845008" sldId="551"/>
        </pc:sldMkLst>
      </pc:sldChg>
    </pc:docChg>
  </pc:docChgLst>
  <pc:docChgLst>
    <pc:chgData name="Dieter Beaven" userId="9bbdb69f-69d0-4759-aa9b-5c090a2da237" providerId="ADAL" clId="{5BC22596-4F92-4FA2-85D4-CE6A6FE2A641}"/>
    <pc:docChg chg="custSel addSld modSld">
      <pc:chgData name="Dieter Beaven" userId="9bbdb69f-69d0-4759-aa9b-5c090a2da237" providerId="ADAL" clId="{5BC22596-4F92-4FA2-85D4-CE6A6FE2A641}" dt="2024-09-17T16:11:36.921" v="3" actId="478"/>
      <pc:docMkLst>
        <pc:docMk/>
      </pc:docMkLst>
      <pc:sldChg chg="delSp add mod">
        <pc:chgData name="Dieter Beaven" userId="9bbdb69f-69d0-4759-aa9b-5c090a2da237" providerId="ADAL" clId="{5BC22596-4F92-4FA2-85D4-CE6A6FE2A641}" dt="2024-09-17T16:11:36.921" v="3" actId="478"/>
        <pc:sldMkLst>
          <pc:docMk/>
          <pc:sldMk cId="3896053727" sldId="543"/>
        </pc:sldMkLst>
      </pc:sldChg>
      <pc:sldChg chg="delSp add mod">
        <pc:chgData name="Dieter Beaven" userId="9bbdb69f-69d0-4759-aa9b-5c090a2da237" providerId="ADAL" clId="{5BC22596-4F92-4FA2-85D4-CE6A6FE2A641}" dt="2024-09-17T16:11:35.672" v="2" actId="478"/>
        <pc:sldMkLst>
          <pc:docMk/>
          <pc:sldMk cId="446446822" sldId="544"/>
        </pc:sldMkLst>
      </pc:sldChg>
      <pc:sldChg chg="delSp add mod">
        <pc:chgData name="Dieter Beaven" userId="9bbdb69f-69d0-4759-aa9b-5c090a2da237" providerId="ADAL" clId="{5BC22596-4F92-4FA2-85D4-CE6A6FE2A641}" dt="2024-09-17T16:11:34.191" v="1" actId="478"/>
        <pc:sldMkLst>
          <pc:docMk/>
          <pc:sldMk cId="3458699803" sldId="54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16/10/2025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16/10/2025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0.png"/><Relationship Id="rId4" Type="http://schemas.openxmlformats.org/officeDocument/2006/relationships/image" Target="../media/image19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7.png"/><Relationship Id="rId7" Type="http://schemas.openxmlformats.org/officeDocument/2006/relationships/image" Target="../media/image72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130425"/>
            <a:ext cx="8640960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P2 Chapter 1: </a:t>
            </a:r>
            <a:r>
              <a:rPr lang="en-GB" dirty="0">
                <a:solidFill>
                  <a:schemeClr val="accent5"/>
                </a:solidFill>
              </a:rPr>
              <a:t>Algebra Techniques</a:t>
            </a:r>
            <a:br>
              <a:rPr lang="en-GB" dirty="0"/>
            </a:br>
            <a:br>
              <a:rPr lang="en-GB" dirty="0"/>
            </a:br>
            <a:r>
              <a:rPr lang="en-GB" dirty="0"/>
              <a:t>Repeated Partial Fractions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975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Repeated linear factors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51410" y="764704"/>
                <a:ext cx="8892371" cy="16188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Suppose we wished to express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num>
                      <m:den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GB" dirty="0"/>
                  <a:t> as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r>
                  <a:rPr lang="en-GB" dirty="0"/>
                  <a:t>. What’s the problem?</a:t>
                </a:r>
              </a:p>
              <a:p>
                <a:endParaRPr lang="en-GB" dirty="0"/>
              </a:p>
              <a:p>
                <a:r>
                  <a:rPr lang="en-GB" b="1" dirty="0"/>
                  <a:t>Because the denominators are the same, we’d get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num>
                      <m:den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den>
                    </m:f>
                  </m:oMath>
                </a14:m>
                <a:r>
                  <a:rPr lang="en-GB" b="1" dirty="0"/>
                  <a:t>. There’s no constant values of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GB" b="1" dirty="0"/>
                  <a:t> and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GB" b="1" dirty="0"/>
                  <a:t> we can choose such that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sSup>
                          <m:sSupPr>
                            <m:ctrlPr>
                              <a:rPr lang="en-GB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d>
                          </m:e>
                          <m:sup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GB" b="1" i="1" smtClean="0">
                        <a:latin typeface="Cambria Math" panose="02040503050406030204" pitchFamily="18" charset="0"/>
                      </a:rPr>
                      <m:t>≡</m:t>
                    </m:r>
                    <m:f>
                      <m:f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num>
                      <m:den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den>
                    </m:f>
                  </m:oMath>
                </a14:m>
                <a:r>
                  <a:rPr lang="en-GB" b="1" dirty="0"/>
                  <a:t> because the denominators will still be different.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10" y="764704"/>
                <a:ext cx="8892371" cy="1618841"/>
              </a:xfrm>
              <a:prstGeom prst="rect">
                <a:avLst/>
              </a:prstGeom>
              <a:blipFill rotWithShape="0">
                <a:blip r:embed="rId2"/>
                <a:stretch>
                  <a:fillRect l="-5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827583" y="2571850"/>
                <a:ext cx="7767015" cy="559897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Split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11</m:t>
                        </m:r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+14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+5</m:t>
                        </m:r>
                      </m:num>
                      <m:den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den>
                    </m:f>
                  </m:oMath>
                </a14:m>
                <a:r>
                  <a:rPr lang="en-GB" dirty="0"/>
                  <a:t> into partial fractions.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3" y="2571850"/>
                <a:ext cx="7767015" cy="55989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395536" y="2571849"/>
            <a:ext cx="432048" cy="559897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Q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51410" y="3341796"/>
                <a:ext cx="7920989" cy="6873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11</m:t>
                          </m:r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+14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+5</m:t>
                          </m:r>
                        </m:num>
                        <m:den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10" y="3341796"/>
                <a:ext cx="7920989" cy="68736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6833665" y="2965406"/>
            <a:ext cx="2160240" cy="112338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dirty="0"/>
              <a:t>The problem is resolved by having the factor </a:t>
            </a:r>
            <a:r>
              <a:rPr lang="en-GB" sz="1400" b="1" dirty="0"/>
              <a:t>both squared and non-squared </a:t>
            </a:r>
            <a:r>
              <a:rPr lang="en-GB" sz="1100" dirty="0"/>
              <a:t>(explanation of why we do this at the end of these slides)</a:t>
            </a:r>
            <a:r>
              <a:rPr lang="en-GB" sz="14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51410" y="4149080"/>
                <a:ext cx="8641070" cy="29770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11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+14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+5≡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When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en-GB" dirty="0"/>
                  <a:t>:  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2=−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     → 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=−2</m:t>
                    </m:r>
                  </m:oMath>
                </a14:m>
                <a:endParaRPr lang="en-GB" dirty="0"/>
              </a:p>
              <a:p>
                <a:r>
                  <a:rPr lang="en-GB" dirty="0"/>
                  <a:t>When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dirty="0"/>
                  <a:t>: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GB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        → 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At this point we could substitute something else (e.g.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) but it’s easier to equate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terms.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11=2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𝐶</m:t>
                      </m:r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10" y="4149080"/>
                <a:ext cx="8641070" cy="2977033"/>
              </a:xfrm>
              <a:prstGeom prst="rect">
                <a:avLst/>
              </a:prstGeom>
              <a:blipFill rotWithShape="0">
                <a:blip r:embed="rId5"/>
                <a:stretch>
                  <a:fillRect l="-56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/>
          <p:cNvSpPr/>
          <p:nvPr/>
        </p:nvSpPr>
        <p:spPr>
          <a:xfrm>
            <a:off x="187562" y="1391869"/>
            <a:ext cx="8749782" cy="100139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2704" y="4139363"/>
            <a:ext cx="8614640" cy="260200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761168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9" grpId="0" animBg="1"/>
      <p:bldP spid="10" grpId="0"/>
      <p:bldP spid="11" grpId="0" animBg="1"/>
      <p:bldP spid="12" grpId="0" animBg="1"/>
      <p:bldP spid="12" grpId="1" animBg="1"/>
      <p:bldP spid="12" grpId="2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186871"/>
            <a:ext cx="6257925" cy="115252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323528" y="821285"/>
            <a:ext cx="1944216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C4 June 2011 Q1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2925251"/>
            <a:ext cx="7889975" cy="266429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97000" y="2688560"/>
            <a:ext cx="8749782" cy="318871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81567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Informal proof of method for repeated factors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215633" y="685883"/>
            <a:ext cx="856072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If a factor is repeated, why do have a partial fraction with the squared and one without?</a:t>
            </a:r>
          </a:p>
          <a:p>
            <a:r>
              <a:rPr lang="en-GB" dirty="0"/>
              <a:t>When we split into partial fractions, we want each fraction to be non-top-heavy algebraic fractions – recall this means that the ‘order’ of the numerator has to be less than the order of the denominator. We assume the most generic non-top-heavy fraction possible, i.e. where the order of the numerator is one less than the denominator…</a:t>
            </a:r>
          </a:p>
          <a:p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251520" y="2708920"/>
                <a:ext cx="6048672" cy="10178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3</m:t>
                          </m:r>
                          <m:sSup>
                            <m:sSup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d>
                            <m:d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sSup>
                            <m:sSup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𝐵𝑥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sSup>
                            <m:sSup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2708920"/>
                <a:ext cx="6048672" cy="10178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588224" y="2258314"/>
                <a:ext cx="2304256" cy="1850956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Since the denominator is quadratic (order 2), we want the </a:t>
                </a:r>
                <a:r>
                  <a:rPr lang="en-GB" sz="1200" b="1" dirty="0"/>
                  <a:t>most generic possible numerator whilst avoiding the fraction being top heavy</a:t>
                </a:r>
                <a:r>
                  <a:rPr lang="en-GB" sz="1200" dirty="0"/>
                  <a:t>, i.e. linear (order 1).</a:t>
                </a:r>
              </a:p>
              <a:p>
                <a:r>
                  <a:rPr lang="en-GB" sz="1200" dirty="0"/>
                  <a:t>Just putting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sSup>
                          <m:sSupPr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GB" sz="1200" dirty="0"/>
                  <a:t> wouldn’t be good enough because there *might* have been an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200" dirty="0"/>
                  <a:t> term in the numerator.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8224" y="2258314"/>
                <a:ext cx="2304256" cy="1850956"/>
              </a:xfrm>
              <a:prstGeom prst="rect">
                <a:avLst/>
              </a:prstGeom>
              <a:blipFill>
                <a:blip r:embed="rId3"/>
                <a:stretch>
                  <a:fillRect r="-7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>
            <a:stCxn id="7" idx="1"/>
          </p:cNvCxnSpPr>
          <p:nvPr/>
        </p:nvCxnSpPr>
        <p:spPr>
          <a:xfrm flipH="1" flipV="1">
            <a:off x="6084168" y="3088609"/>
            <a:ext cx="504056" cy="951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 rot="20764529">
            <a:off x="5406469" y="3560726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order 2</a:t>
            </a:r>
          </a:p>
        </p:txBody>
      </p:sp>
      <p:sp>
        <p:nvSpPr>
          <p:cNvPr id="11" name="TextBox 10"/>
          <p:cNvSpPr txBox="1"/>
          <p:nvPr/>
        </p:nvSpPr>
        <p:spPr>
          <a:xfrm rot="1042418">
            <a:off x="5026797" y="2359425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order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251520" y="4542661"/>
                <a:ext cx="6048672" cy="10179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3</m:t>
                          </m:r>
                          <m:sSup>
                            <m:sSup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d>
                            <m:d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sSup>
                            <m:sSup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𝐵𝑥</m:t>
                          </m:r>
                        </m:num>
                        <m:den>
                          <m:sSup>
                            <m:sSup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sSup>
                            <m:sSup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br>
                  <a:rPr lang="en-GB" sz="2800" b="0" dirty="0"/>
                </a:br>
                <a:endParaRPr lang="en-GB" sz="2800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4542661"/>
                <a:ext cx="6048672" cy="101790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265820" y="5569140"/>
                <a:ext cx="6048672" cy="10179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3</m:t>
                          </m:r>
                          <m:sSup>
                            <m:sSup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d>
                            <m:d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sSup>
                            <m:sSup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sSup>
                            <m:sSup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br>
                  <a:rPr lang="en-GB" sz="2800" b="0" dirty="0"/>
                </a:br>
                <a:endParaRPr lang="en-GB" sz="2800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820" y="5569140"/>
                <a:ext cx="6048672" cy="101790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6595037" y="4602961"/>
            <a:ext cx="1361186" cy="27699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200" dirty="0"/>
              <a:t>Split the fraction.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H="1">
            <a:off x="5731497" y="4737090"/>
            <a:ext cx="888094" cy="1459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6474179" y="5074389"/>
                <a:ext cx="2062968" cy="83099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We can see therefore we have both the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200" dirty="0"/>
                  <a:t> with an without the squared in the denominator.</a:t>
                </a: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4179" y="5074389"/>
                <a:ext cx="2062968" cy="830997"/>
              </a:xfrm>
              <a:prstGeom prst="rect">
                <a:avLst/>
              </a:prstGeom>
              <a:blipFill>
                <a:blip r:embed="rId6"/>
                <a:stretch>
                  <a:fillRect r="-877" b="-28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/>
          <p:cNvCxnSpPr/>
          <p:nvPr/>
        </p:nvCxnSpPr>
        <p:spPr>
          <a:xfrm flipH="1">
            <a:off x="4958499" y="5369736"/>
            <a:ext cx="1506892" cy="2957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4499992" y="4585760"/>
            <a:ext cx="216024" cy="4486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H="1">
            <a:off x="4497224" y="5062194"/>
            <a:ext cx="169043" cy="3284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9028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Informal proof of method for repeated factors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971600" y="1843795"/>
                <a:ext cx="6048672" cy="10333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3</m:t>
                          </m:r>
                          <m:sSup>
                            <m:sSup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sSup>
                            <m:sSup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𝐵𝑥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sSup>
                            <m:sSup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1843795"/>
                <a:ext cx="6048672" cy="10333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67544" y="908720"/>
                <a:ext cx="756084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This is easy enough if the repeated factor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, but what about more general repeated linear factors?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908720"/>
                <a:ext cx="7560840" cy="646331"/>
              </a:xfrm>
              <a:prstGeom prst="rect">
                <a:avLst/>
              </a:prstGeom>
              <a:blipFill>
                <a:blip r:embed="rId3"/>
                <a:stretch>
                  <a:fillRect l="-726" t="-4717" b="-14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488456" y="3173206"/>
                <a:ext cx="6048672" cy="10333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3</m:t>
                          </m:r>
                          <m:sSup>
                            <m:sSup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sSup>
                            <m:sSup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d>
                            <m:d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sSup>
                            <m:sSup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456" y="3173206"/>
                <a:ext cx="6048672" cy="10333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605775" y="4280263"/>
                <a:ext cx="6048672" cy="10178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3</m:t>
                          </m:r>
                          <m:sSup>
                            <m:sSup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sSup>
                            <m:sSup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d>
                            <m:d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sSup>
                            <m:sSup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775" y="4280263"/>
                <a:ext cx="6048672" cy="10178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605775" y="5307775"/>
                <a:ext cx="6048672" cy="10333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3</m:t>
                          </m:r>
                          <m:sSup>
                            <m:sSup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sSup>
                            <m:sSup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num>
                        <m:den>
                          <m:sSup>
                            <m:sSup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775" y="5307775"/>
                <a:ext cx="6048672" cy="10333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732240" y="2535353"/>
                <a:ext cx="2062968" cy="83099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We want something in the numerator where a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r>
                  <a:rPr lang="en-GB" sz="1200" dirty="0"/>
                  <a:t> will cancel, so a bit of clever manipulation is required.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2240" y="2535353"/>
                <a:ext cx="2062968" cy="830997"/>
              </a:xfrm>
              <a:prstGeom prst="rect">
                <a:avLst/>
              </a:prstGeom>
              <a:blipFill>
                <a:blip r:embed="rId7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/>
          <p:cNvCxnSpPr/>
          <p:nvPr/>
        </p:nvCxnSpPr>
        <p:spPr>
          <a:xfrm flipH="1">
            <a:off x="5216560" y="2830700"/>
            <a:ext cx="1506892" cy="2957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76256" y="3697879"/>
            <a:ext cx="2062968" cy="27699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200" dirty="0"/>
              <a:t>Split the fraction as before.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4955224" y="3855563"/>
            <a:ext cx="1898063" cy="508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6677416" y="5412612"/>
                <a:ext cx="2062968" cy="646331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sz="1200" dirty="0"/>
                  <a:t> is just a generic constant, so replace with a single constant.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7416" y="5412612"/>
                <a:ext cx="2062968" cy="646331"/>
              </a:xfrm>
              <a:prstGeom prst="rect">
                <a:avLst/>
              </a:prstGeom>
              <a:blipFill>
                <a:blip r:embed="rId8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/>
          <p:cNvCxnSpPr/>
          <p:nvPr/>
        </p:nvCxnSpPr>
        <p:spPr>
          <a:xfrm flipH="1">
            <a:off x="5967167" y="5570296"/>
            <a:ext cx="687281" cy="292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24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>
                  <a:latin typeface="+mj-lt"/>
                </a:rPr>
                <a:t>Exercise 1.4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Mathematics Year 2/AS</a:t>
            </a:r>
          </a:p>
          <a:p>
            <a:r>
              <a:rPr lang="en-GB" sz="2400" dirty="0"/>
              <a:t>Page 3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5658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B1774CDC-1865-5707-0272-1E570441B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040" y="908720"/>
            <a:ext cx="7724775" cy="542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053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33AC-846C-1B51-B0D6-66FCEF51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A33E61B-5971-C1CA-63B6-84D4E8CD15B9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91569A6F-F775-6BAD-E18A-F451C7CF95D5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4CF18F9-8040-27F2-298F-E639F1017697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4093D913-4BE0-FD3D-64D1-04D17F9D8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878" y="864096"/>
            <a:ext cx="80391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202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573EB1E7-3DE0-0295-BC3C-C215AF6D2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052736"/>
            <a:ext cx="4572000" cy="146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699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A78994C-A71F-42AC-8C1A-2D47B8B074D2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customXml/itemProps2.xml><?xml version="1.0" encoding="utf-8"?>
<ds:datastoreItem xmlns:ds="http://schemas.openxmlformats.org/officeDocument/2006/customXml" ds:itemID="{A8F9F0BF-CA8C-4D24-90A1-67BA839288E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9CFC61B-804A-451F-96CB-09693B4087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61749</TotalTime>
  <Words>500</Words>
  <Application>Microsoft Office PowerPoint</Application>
  <PresentationFormat>On-screen Show (4:3)</PresentationFormat>
  <Paragraphs>48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 Math</vt:lpstr>
      <vt:lpstr>Office Theme</vt:lpstr>
      <vt:lpstr>P2 Chapter 1: Algebra Techniques  Repeated Partial Fractions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1284</cp:revision>
  <dcterms:created xsi:type="dcterms:W3CDTF">2013-02-28T07:36:55Z</dcterms:created>
  <dcterms:modified xsi:type="dcterms:W3CDTF">2025-10-16T10:48:59Z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