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547" r:id="rId5"/>
    <p:sldId id="512" r:id="rId6"/>
    <p:sldId id="514" r:id="rId7"/>
    <p:sldId id="549" r:id="rId8"/>
    <p:sldId id="543" r:id="rId9"/>
    <p:sldId id="550" r:id="rId10"/>
    <p:sldId id="553" r:id="rId11"/>
    <p:sldId id="545" r:id="rId12"/>
    <p:sldId id="55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33D5AA-B696-4164-B955-9E4A9A4331E4}" v="1" dt="2025-10-16T09:43:45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8A33D5AA-B696-4164-B955-9E4A9A4331E4}"/>
    <pc:docChg chg="custSel addSld delSld modSld">
      <pc:chgData name="Dieter Beaven" userId="9bbdb69f-69d0-4759-aa9b-5c090a2da237" providerId="ADAL" clId="{8A33D5AA-B696-4164-B955-9E4A9A4331E4}" dt="2025-10-16T09:44:13.723" v="8" actId="1076"/>
      <pc:docMkLst>
        <pc:docMk/>
      </pc:docMkLst>
      <pc:sldChg chg="addSp modSp mod">
        <pc:chgData name="Dieter Beaven" userId="9bbdb69f-69d0-4759-aa9b-5c090a2da237" providerId="ADAL" clId="{8A33D5AA-B696-4164-B955-9E4A9A4331E4}" dt="2025-10-16T09:43:17.274" v="1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8A33D5AA-B696-4164-B955-9E4A9A4331E4}" dt="2025-10-16T09:43:17.274" v="1" actId="1076"/>
          <ac:picMkLst>
            <pc:docMk/>
            <pc:sldMk cId="3458699803" sldId="545"/>
            <ac:picMk id="6" creationId="{C0F8917B-DFA4-F87A-B85D-32C25AB8220A}"/>
          </ac:picMkLst>
        </pc:picChg>
      </pc:sldChg>
      <pc:sldChg chg="del">
        <pc:chgData name="Dieter Beaven" userId="9bbdb69f-69d0-4759-aa9b-5c090a2da237" providerId="ADAL" clId="{8A33D5AA-B696-4164-B955-9E4A9A4331E4}" dt="2025-10-16T09:43:18.440" v="2" actId="47"/>
        <pc:sldMkLst>
          <pc:docMk/>
          <pc:sldMk cId="2531956736" sldId="552"/>
        </pc:sldMkLst>
      </pc:sldChg>
      <pc:sldChg chg="addSp delSp modSp add mod">
        <pc:chgData name="Dieter Beaven" userId="9bbdb69f-69d0-4759-aa9b-5c090a2da237" providerId="ADAL" clId="{8A33D5AA-B696-4164-B955-9E4A9A4331E4}" dt="2025-10-16T09:44:13.723" v="8" actId="1076"/>
        <pc:sldMkLst>
          <pc:docMk/>
          <pc:sldMk cId="2927474732" sldId="554"/>
        </pc:sldMkLst>
        <pc:picChg chg="del">
          <ac:chgData name="Dieter Beaven" userId="9bbdb69f-69d0-4759-aa9b-5c090a2da237" providerId="ADAL" clId="{8A33D5AA-B696-4164-B955-9E4A9A4331E4}" dt="2025-10-16T09:43:48.669" v="4" actId="478"/>
          <ac:picMkLst>
            <pc:docMk/>
            <pc:sldMk cId="2927474732" sldId="554"/>
            <ac:picMk id="6" creationId="{5FB0813E-6D3E-F299-3DDB-7C248DABA808}"/>
          </ac:picMkLst>
        </pc:picChg>
        <pc:picChg chg="add mod">
          <ac:chgData name="Dieter Beaven" userId="9bbdb69f-69d0-4759-aa9b-5c090a2da237" providerId="ADAL" clId="{8A33D5AA-B696-4164-B955-9E4A9A4331E4}" dt="2025-10-16T09:44:13.723" v="8" actId="1076"/>
          <ac:picMkLst>
            <pc:docMk/>
            <pc:sldMk cId="2927474732" sldId="554"/>
            <ac:picMk id="7" creationId="{47F267F9-9AFA-7F84-9BF6-3D2BD5CF01E6}"/>
          </ac:picMkLst>
        </pc:picChg>
      </pc:sldChg>
    </pc:docChg>
  </pc:docChgLst>
  <pc:docChgLst>
    <pc:chgData name="Dieter Beaven" userId="9bbdb69f-69d0-4759-aa9b-5c090a2da237" providerId="ADAL" clId="{A2CEAC1E-7874-4573-85B6-6D6DDA2A0ED9}"/>
    <pc:docChg chg="custSel addSld delSld modSld">
      <pc:chgData name="Dieter Beaven" userId="9bbdb69f-69d0-4759-aa9b-5c090a2da237" providerId="ADAL" clId="{A2CEAC1E-7874-4573-85B6-6D6DDA2A0ED9}" dt="2025-08-27T08:47:43.796" v="17" actId="1035"/>
      <pc:docMkLst>
        <pc:docMk/>
      </pc:docMkLst>
      <pc:sldChg chg="addSp modSp mod">
        <pc:chgData name="Dieter Beaven" userId="9bbdb69f-69d0-4759-aa9b-5c090a2da237" providerId="ADAL" clId="{A2CEAC1E-7874-4573-85B6-6D6DDA2A0ED9}" dt="2025-08-27T08:44:49.309" v="1" actId="1076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A2CEAC1E-7874-4573-85B6-6D6DDA2A0ED9}" dt="2025-08-27T08:47:09.574" v="11" actId="1076"/>
        <pc:sldMkLst>
          <pc:docMk/>
          <pc:sldMk cId="4091202299" sldId="550"/>
        </pc:sldMkLst>
      </pc:sldChg>
      <pc:sldChg chg="del">
        <pc:chgData name="Dieter Beaven" userId="9bbdb69f-69d0-4759-aa9b-5c090a2da237" providerId="ADAL" clId="{A2CEAC1E-7874-4573-85B6-6D6DDA2A0ED9}" dt="2025-08-27T08:45:39.483" v="5" actId="47"/>
        <pc:sldMkLst>
          <pc:docMk/>
          <pc:sldMk cId="3826585799" sldId="551"/>
        </pc:sldMkLst>
      </pc:sldChg>
      <pc:sldChg chg="addSp delSp modSp add mod">
        <pc:chgData name="Dieter Beaven" userId="9bbdb69f-69d0-4759-aa9b-5c090a2da237" providerId="ADAL" clId="{A2CEAC1E-7874-4573-85B6-6D6DDA2A0ED9}" dt="2025-08-27T08:47:43.796" v="17" actId="1035"/>
        <pc:sldMkLst>
          <pc:docMk/>
          <pc:sldMk cId="2969011895" sldId="553"/>
        </pc:sldMkLst>
      </pc:sldChg>
      <pc:sldChg chg="add del">
        <pc:chgData name="Dieter Beaven" userId="9bbdb69f-69d0-4759-aa9b-5c090a2da237" providerId="ADAL" clId="{A2CEAC1E-7874-4573-85B6-6D6DDA2A0ED9}" dt="2025-08-27T08:46:56.152" v="7"/>
        <pc:sldMkLst>
          <pc:docMk/>
          <pc:sldMk cId="3437420415" sldId="553"/>
        </pc:sldMkLst>
      </pc:sldChg>
    </pc:docChg>
  </pc:docChgLst>
  <pc:docChgLst>
    <pc:chgData name="Dieter Beaven" userId="9bbdb69f-69d0-4759-aa9b-5c090a2da237" providerId="ADAL" clId="{1F4F0C85-C5D9-41BE-BBFF-6E6293E0B09A}"/>
    <pc:docChg chg="undo custSel addSld modSld">
      <pc:chgData name="Dieter Beaven" userId="9bbdb69f-69d0-4759-aa9b-5c090a2da237" providerId="ADAL" clId="{1F4F0C85-C5D9-41BE-BBFF-6E6293E0B09A}" dt="2025-05-13T14:50:07.766" v="69" actId="20577"/>
      <pc:docMkLst>
        <pc:docMk/>
      </pc:docMkLst>
      <pc:sldChg chg="modSp add mod">
        <pc:chgData name="Dieter Beaven" userId="9bbdb69f-69d0-4759-aa9b-5c090a2da237" providerId="ADAL" clId="{1F4F0C85-C5D9-41BE-BBFF-6E6293E0B09A}" dt="2025-05-13T14:48:20.125" v="6" actId="20577"/>
        <pc:sldMkLst>
          <pc:docMk/>
          <pc:sldMk cId="3251875569" sldId="512"/>
        </pc:sldMkLst>
      </pc:sldChg>
      <pc:sldChg chg="modSp add mod">
        <pc:chgData name="Dieter Beaven" userId="9bbdb69f-69d0-4759-aa9b-5c090a2da237" providerId="ADAL" clId="{1F4F0C85-C5D9-41BE-BBFF-6E6293E0B09A}" dt="2025-05-13T14:49:44.992" v="46" actId="20577"/>
        <pc:sldMkLst>
          <pc:docMk/>
          <pc:sldMk cId="1499802187" sldId="514"/>
        </pc:sldMkLst>
      </pc:sldChg>
      <pc:sldChg chg="modSp mod">
        <pc:chgData name="Dieter Beaven" userId="9bbdb69f-69d0-4759-aa9b-5c090a2da237" providerId="ADAL" clId="{1F4F0C85-C5D9-41BE-BBFF-6E6293E0B09A}" dt="2025-05-13T14:50:07.766" v="69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F4F0C85-C5D9-41BE-BBFF-6E6293E0B09A}" dt="2025-05-13T14:49:52.188" v="48" actId="20577"/>
        <pc:sldMkLst>
          <pc:docMk/>
          <pc:sldMk cId="3055658135" sldId="549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E3225408-2109-42C5-B871-153E02B5443F}"/>
    <pc:docChg chg="modSld">
      <pc:chgData name="Dieter Beaven" userId="9bbdb69f-69d0-4759-aa9b-5c090a2da237" providerId="ADAL" clId="{E3225408-2109-42C5-B871-153E02B5443F}" dt="2025-04-29T13:33:59.584" v="0" actId="20577"/>
      <pc:docMkLst>
        <pc:docMk/>
      </pc:docMkLst>
      <pc:sldChg chg="modSp mod">
        <pc:chgData name="Dieter Beaven" userId="9bbdb69f-69d0-4759-aa9b-5c090a2da237" providerId="ADAL" clId="{E3225408-2109-42C5-B871-153E02B5443F}" dt="2025-04-29T13:33:59.584" v="0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1: </a:t>
            </a:r>
            <a:r>
              <a:rPr lang="en-GB" dirty="0">
                <a:solidFill>
                  <a:schemeClr val="accent5"/>
                </a:solidFill>
              </a:rPr>
              <a:t>Algebra Techniques</a:t>
            </a:r>
            <a:br>
              <a:rPr lang="en-GB" dirty="0"/>
            </a:br>
            <a:br>
              <a:rPr lang="en-GB"/>
            </a:br>
            <a:r>
              <a:rPr lang="en-GB"/>
              <a:t>Algebraic Fractions  </a:t>
            </a:r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DE21266-E977-4E7F-8B7E-66942F8F50B7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1DCD659B-9B0F-4736-B272-47379BEFFD3A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Multiplying/Dividing Algebraic Fractions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94170A7-F542-433D-AE47-C7A950C348C9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AF11CE8-19F9-47E1-B2D1-B64ABFB60542}"/>
              </a:ext>
            </a:extLst>
          </p:cNvPr>
          <p:cNvSpPr txBox="1"/>
          <p:nvPr/>
        </p:nvSpPr>
        <p:spPr>
          <a:xfrm>
            <a:off x="323528" y="836712"/>
            <a:ext cx="8280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 your saw at GCSE level, multiplying algebraic fractions is no different to multiply numeric fractions.</a:t>
            </a:r>
          </a:p>
          <a:p>
            <a:r>
              <a:rPr lang="en-GB" dirty="0"/>
              <a:t>You may however need to </a:t>
            </a:r>
            <a:r>
              <a:rPr lang="en-GB" b="1" dirty="0"/>
              <a:t>cancel common factors, by factorising where possible</a:t>
            </a:r>
            <a:r>
              <a:rPr lang="en-GB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6D41DA-4A07-4A84-9502-23ACF922C2FC}"/>
                  </a:ext>
                </a:extLst>
              </p:cNvPr>
              <p:cNvSpPr txBox="1"/>
              <p:nvPr/>
            </p:nvSpPr>
            <p:spPr>
              <a:xfrm>
                <a:off x="683568" y="1997627"/>
                <a:ext cx="6336704" cy="1863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𝒂𝒄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𝒂𝒃</m:t>
                          </m:r>
                        </m:den>
                      </m:f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den>
                      </m:f>
                    </m:oMath>
                  </m:oMathPara>
                </a14:m>
                <a:br>
                  <a:rPr lang="en-GB" sz="2400" b="0" dirty="0"/>
                </a:br>
                <a:endParaRPr lang="en-GB" sz="2400" b="0" dirty="0"/>
              </a:p>
              <a:p>
                <a:endParaRPr lang="en-GB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den>
                      </m:f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6D41DA-4A07-4A84-9502-23ACF922C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997627"/>
                <a:ext cx="6336704" cy="18632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4163761-2BA8-44A1-ABF4-8DEEE5BE5FDC}"/>
              </a:ext>
            </a:extLst>
          </p:cNvPr>
          <p:cNvSpPr txBox="1"/>
          <p:nvPr/>
        </p:nvSpPr>
        <p:spPr>
          <a:xfrm>
            <a:off x="323347" y="4172962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 divide by a fraction, </a:t>
            </a:r>
            <a:r>
              <a:rPr lang="en-GB" b="1" dirty="0"/>
              <a:t>multiply by the reciprocal of the second fraction</a:t>
            </a:r>
            <a:r>
              <a:rPr lang="en-GB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F30358-1856-4EE4-BE70-12F1D89CDA90}"/>
                  </a:ext>
                </a:extLst>
              </p:cNvPr>
              <p:cNvSpPr txBox="1"/>
              <p:nvPr/>
            </p:nvSpPr>
            <p:spPr>
              <a:xfrm>
                <a:off x="683568" y="4726447"/>
                <a:ext cx="8228384" cy="1556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den>
                      </m:f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den>
                      </m:f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den>
                      </m:f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+6</m:t>
                          </m:r>
                        </m:num>
                        <m:den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−16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d>
                          <m:d>
                            <m:dPr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d>
                        </m:num>
                        <m:den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d>
                            <m:dPr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den>
                      </m:f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F30358-1856-4EE4-BE70-12F1D89CD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4726447"/>
                <a:ext cx="8228384" cy="1556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2D085E0-12B3-44CB-BA25-6F9AD4DA22D0}"/>
              </a:ext>
            </a:extLst>
          </p:cNvPr>
          <p:cNvSpPr/>
          <p:nvPr/>
        </p:nvSpPr>
        <p:spPr>
          <a:xfrm>
            <a:off x="1869613" y="1935089"/>
            <a:ext cx="1282661" cy="83217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BEA8B8-242C-4DD7-AF45-5D447C739F4D}"/>
              </a:ext>
            </a:extLst>
          </p:cNvPr>
          <p:cNvSpPr/>
          <p:nvPr/>
        </p:nvSpPr>
        <p:spPr>
          <a:xfrm>
            <a:off x="3181327" y="2929228"/>
            <a:ext cx="3845115" cy="100509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34226D-D7FD-4789-99E8-041B81209CCA}"/>
              </a:ext>
            </a:extLst>
          </p:cNvPr>
          <p:cNvSpPr/>
          <p:nvPr/>
        </p:nvSpPr>
        <p:spPr>
          <a:xfrm>
            <a:off x="1763688" y="4600963"/>
            <a:ext cx="1737501" cy="8132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332F6D-C978-4F0D-86B9-27FC417A91D4}"/>
              </a:ext>
            </a:extLst>
          </p:cNvPr>
          <p:cNvSpPr/>
          <p:nvPr/>
        </p:nvSpPr>
        <p:spPr>
          <a:xfrm>
            <a:off x="3600319" y="5414211"/>
            <a:ext cx="4328492" cy="90236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5187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69ABD34-DE3A-4C72-B753-8715D09AEDA8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C8395C1-FD53-4728-80E4-28DED49206E8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5E74563-6CF2-4AD7-BFC4-4402D80C9AE3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125581-FB62-4883-9F66-72365E8F617C}"/>
                  </a:ext>
                </a:extLst>
              </p:cNvPr>
              <p:cNvSpPr txBox="1"/>
              <p:nvPr/>
            </p:nvSpPr>
            <p:spPr>
              <a:xfrm>
                <a:off x="443118" y="1185083"/>
                <a:ext cx="8280920" cy="2390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num>
                        <m:den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den>
                      </m:f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GB" sz="2400" b="1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den>
                      </m:f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den>
                      </m:f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𝒙𝒚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125581-FB62-4883-9F66-72365E8F6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118" y="1185083"/>
                <a:ext cx="8280920" cy="23909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2A8E099B-EF3E-47B7-8EA9-F9746996365F}"/>
              </a:ext>
            </a:extLst>
          </p:cNvPr>
          <p:cNvSpPr/>
          <p:nvPr/>
        </p:nvSpPr>
        <p:spPr>
          <a:xfrm>
            <a:off x="3818728" y="1008656"/>
            <a:ext cx="4281664" cy="105219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88A8BE-1E5F-4AAC-970B-BC21DCE20EB5}"/>
              </a:ext>
            </a:extLst>
          </p:cNvPr>
          <p:cNvSpPr/>
          <p:nvPr/>
        </p:nvSpPr>
        <p:spPr>
          <a:xfrm>
            <a:off x="3777916" y="2646803"/>
            <a:ext cx="4682516" cy="105219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586FEF-7AE7-4BFD-B313-D81A444629AC}"/>
              </a:ext>
            </a:extLst>
          </p:cNvPr>
          <p:cNvSpPr txBox="1"/>
          <p:nvPr/>
        </p:nvSpPr>
        <p:spPr>
          <a:xfrm>
            <a:off x="611560" y="4293096"/>
            <a:ext cx="6192688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“Crimes against Mathematics”: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85443B-AD53-4A9C-B57A-DB81A3A375F0}"/>
                  </a:ext>
                </a:extLst>
              </p:cNvPr>
              <p:cNvSpPr txBox="1"/>
              <p:nvPr/>
            </p:nvSpPr>
            <p:spPr>
              <a:xfrm>
                <a:off x="1778345" y="4998882"/>
                <a:ext cx="3096344" cy="1030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85443B-AD53-4A9C-B57A-DB81A3A37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345" y="4998882"/>
                <a:ext cx="3096344" cy="10305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1D6DC-252A-4E56-95B2-F43EC781916C}"/>
              </a:ext>
            </a:extLst>
          </p:cNvPr>
          <p:cNvCxnSpPr/>
          <p:nvPr/>
        </p:nvCxnSpPr>
        <p:spPr>
          <a:xfrm flipV="1">
            <a:off x="3093921" y="5075082"/>
            <a:ext cx="360040" cy="4465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447B76-5306-43D6-A4C3-3C40F3311407}"/>
              </a:ext>
            </a:extLst>
          </p:cNvPr>
          <p:cNvCxnSpPr/>
          <p:nvPr/>
        </p:nvCxnSpPr>
        <p:spPr>
          <a:xfrm flipV="1">
            <a:off x="2771981" y="5597806"/>
            <a:ext cx="360040" cy="4465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116FC3-1004-4632-B9A9-6A407541BE0A}"/>
                  </a:ext>
                </a:extLst>
              </p:cNvPr>
              <p:cNvSpPr txBox="1"/>
              <p:nvPr/>
            </p:nvSpPr>
            <p:spPr>
              <a:xfrm>
                <a:off x="4644008" y="4869160"/>
                <a:ext cx="1474068" cy="160043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Cancelling in fractions </a:t>
                </a:r>
                <a:r>
                  <a:rPr lang="en-GB" sz="1400" u="sng" dirty="0"/>
                  <a:t>only occurs by dividing</a:t>
                </a:r>
                <a:r>
                  <a:rPr lang="en-GB" sz="1400" dirty="0"/>
                  <a:t>. But the student has </a:t>
                </a:r>
                <a:r>
                  <a:rPr lang="en-GB" sz="1400" u="sng" dirty="0"/>
                  <a:t>subtracted</a:t>
                </a:r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in the numerator.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116FC3-1004-4632-B9A9-6A407541B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4869160"/>
                <a:ext cx="1474068" cy="1600438"/>
              </a:xfrm>
              <a:prstGeom prst="rect">
                <a:avLst/>
              </a:prstGeom>
              <a:blipFill>
                <a:blip r:embed="rId4"/>
                <a:stretch>
                  <a:fillRect l="-407" b="-22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13FB04E8-36E9-477B-9F60-C9076FA1CF75}"/>
              </a:ext>
            </a:extLst>
          </p:cNvPr>
          <p:cNvSpPr/>
          <p:nvPr/>
        </p:nvSpPr>
        <p:spPr>
          <a:xfrm>
            <a:off x="4644008" y="4869160"/>
            <a:ext cx="1474068" cy="160043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99802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1.2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/>
              <a:t>Page </a:t>
            </a:r>
            <a:r>
              <a:rPr lang="en-GB" sz="2400" dirty="0"/>
              <a:t>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D22483B-DB17-B970-B7DA-8C0F1CD30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0" y="1052736"/>
            <a:ext cx="814387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A490F90-55FC-4FE7-33E7-83203D684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" y="908720"/>
            <a:ext cx="802005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90AE2-7F79-D566-7D6E-ABDE345D0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FDC40E3-0EBE-E1B5-88A1-3FFD7264011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35FFF88-BAAC-7030-EE54-35D67DB55E62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F6CEBE9-C034-2EDA-56CD-79588C4E718D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2081041-AED3-9D16-E749-610730F75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98" y="620688"/>
            <a:ext cx="7103803" cy="618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011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0F8917B-DFA4-F87A-B85D-32C25AB82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124744"/>
            <a:ext cx="463867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A5285-F4D3-51CA-796A-452B51DD1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B73A0A5-631D-6DDF-B919-70C307466421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CC0710CC-3A51-E524-60EB-3EECDC279E63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4F18A20-5A29-DD84-E10A-12628AACA12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7F267F9-9AFA-7F84-9BF6-3D2BD5CF0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718576"/>
            <a:ext cx="4868879" cy="613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474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61752</TotalTime>
  <Words>171</Words>
  <Application>Microsoft Office PowerPoint</Application>
  <PresentationFormat>On-screen Show (4:3)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P2 Chapter 1: Algebra Techniques  Algebraic Fractions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2025-10-16T09:44:16Z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