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7"/>
  </p:notesMasterIdLst>
  <p:sldIdLst>
    <p:sldId id="547" r:id="rId5"/>
    <p:sldId id="527" r:id="rId6"/>
    <p:sldId id="523" r:id="rId7"/>
    <p:sldId id="531" r:id="rId8"/>
    <p:sldId id="555" r:id="rId9"/>
    <p:sldId id="529" r:id="rId10"/>
    <p:sldId id="549" r:id="rId11"/>
    <p:sldId id="543" r:id="rId12"/>
    <p:sldId id="550" r:id="rId13"/>
    <p:sldId id="553" r:id="rId14"/>
    <p:sldId id="554" r:id="rId15"/>
    <p:sldId id="545" r:id="rId16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00F4FD4-B72E-4D65-A581-18D6E8CE4C3F}" v="2" dt="2025-10-16T10:54:28.13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812" autoAdjust="0"/>
    <p:restoredTop sz="88534" autoAdjust="0"/>
  </p:normalViewPr>
  <p:slideViewPr>
    <p:cSldViewPr>
      <p:cViewPr varScale="1">
        <p:scale>
          <a:sx n="125" d="100"/>
          <a:sy n="125" d="100"/>
        </p:scale>
        <p:origin x="1128" y="114"/>
      </p:cViewPr>
      <p:guideLst>
        <p:guide orient="horz" pos="2160"/>
        <p:guide pos="2880"/>
      </p:guideLst>
    </p:cSldViewPr>
  </p:slideViewPr>
  <p:notesTextViewPr>
    <p:cViewPr>
      <p:scale>
        <a:sx n="150" d="100"/>
        <a:sy n="15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microsoft.com/office/2015/10/relationships/revisionInfo" Target="revisionInfo.xml"/><Relationship Id="rId10" Type="http://schemas.openxmlformats.org/officeDocument/2006/relationships/slide" Target="slides/slide6.xml"/><Relationship Id="rId19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ieter Beaven" userId="9bbdb69f-69d0-4759-aa9b-5c090a2da237" providerId="ADAL" clId="{E3225408-2109-42C5-B871-153E02B5443F}"/>
    <pc:docChg chg="modSld">
      <pc:chgData name="Dieter Beaven" userId="9bbdb69f-69d0-4759-aa9b-5c090a2da237" providerId="ADAL" clId="{E3225408-2109-42C5-B871-153E02B5443F}" dt="2025-04-29T13:33:59.584" v="0" actId="20577"/>
      <pc:docMkLst>
        <pc:docMk/>
      </pc:docMkLst>
      <pc:sldChg chg="modSp mod">
        <pc:chgData name="Dieter Beaven" userId="9bbdb69f-69d0-4759-aa9b-5c090a2da237" providerId="ADAL" clId="{E3225408-2109-42C5-B871-153E02B5443F}" dt="2025-04-29T13:33:59.584" v="0" actId="20577"/>
        <pc:sldMkLst>
          <pc:docMk/>
          <pc:sldMk cId="3055658135" sldId="549"/>
        </pc:sldMkLst>
      </pc:sldChg>
    </pc:docChg>
  </pc:docChgLst>
  <pc:docChgLst>
    <pc:chgData name="Dieter Beaven" userId="9bbdb69f-69d0-4759-aa9b-5c090a2da237" providerId="ADAL" clId="{61645995-3BB9-4CCA-8325-B453C1DCC629}"/>
    <pc:docChg chg="addSld modSld">
      <pc:chgData name="Dieter Beaven" userId="9bbdb69f-69d0-4759-aa9b-5c090a2da237" providerId="ADAL" clId="{61645995-3BB9-4CCA-8325-B453C1DCC629}" dt="2025-05-13T14:56:28.189" v="25"/>
      <pc:docMkLst>
        <pc:docMk/>
      </pc:docMkLst>
      <pc:sldChg chg="add">
        <pc:chgData name="Dieter Beaven" userId="9bbdb69f-69d0-4759-aa9b-5c090a2da237" providerId="ADAL" clId="{61645995-3BB9-4CCA-8325-B453C1DCC629}" dt="2025-05-13T14:56:03.324" v="20"/>
        <pc:sldMkLst>
          <pc:docMk/>
          <pc:sldMk cId="1588340731" sldId="523"/>
        </pc:sldMkLst>
      </pc:sldChg>
      <pc:sldChg chg="add">
        <pc:chgData name="Dieter Beaven" userId="9bbdb69f-69d0-4759-aa9b-5c090a2da237" providerId="ADAL" clId="{61645995-3BB9-4CCA-8325-B453C1DCC629}" dt="2025-05-13T14:56:03.324" v="20"/>
        <pc:sldMkLst>
          <pc:docMk/>
          <pc:sldMk cId="2799750128" sldId="527"/>
        </pc:sldMkLst>
      </pc:sldChg>
      <pc:sldChg chg="add">
        <pc:chgData name="Dieter Beaven" userId="9bbdb69f-69d0-4759-aa9b-5c090a2da237" providerId="ADAL" clId="{61645995-3BB9-4CCA-8325-B453C1DCC629}" dt="2025-05-13T14:56:28.189" v="25"/>
        <pc:sldMkLst>
          <pc:docMk/>
          <pc:sldMk cId="3589772243" sldId="528"/>
        </pc:sldMkLst>
      </pc:sldChg>
      <pc:sldChg chg="add">
        <pc:chgData name="Dieter Beaven" userId="9bbdb69f-69d0-4759-aa9b-5c090a2da237" providerId="ADAL" clId="{61645995-3BB9-4CCA-8325-B453C1DCC629}" dt="2025-05-13T14:56:28.189" v="25"/>
        <pc:sldMkLst>
          <pc:docMk/>
          <pc:sldMk cId="3860767672" sldId="529"/>
        </pc:sldMkLst>
      </pc:sldChg>
      <pc:sldChg chg="add">
        <pc:chgData name="Dieter Beaven" userId="9bbdb69f-69d0-4759-aa9b-5c090a2da237" providerId="ADAL" clId="{61645995-3BB9-4CCA-8325-B453C1DCC629}" dt="2025-05-13T14:56:03.324" v="20"/>
        <pc:sldMkLst>
          <pc:docMk/>
          <pc:sldMk cId="1322809950" sldId="531"/>
        </pc:sldMkLst>
      </pc:sldChg>
      <pc:sldChg chg="modSp mod">
        <pc:chgData name="Dieter Beaven" userId="9bbdb69f-69d0-4759-aa9b-5c090a2da237" providerId="ADAL" clId="{61645995-3BB9-4CCA-8325-B453C1DCC629}" dt="2025-05-13T14:53:29.400" v="19" actId="20577"/>
        <pc:sldMkLst>
          <pc:docMk/>
          <pc:sldMk cId="3991975165" sldId="547"/>
        </pc:sldMkLst>
      </pc:sldChg>
      <pc:sldChg chg="modSp mod">
        <pc:chgData name="Dieter Beaven" userId="9bbdb69f-69d0-4759-aa9b-5c090a2da237" providerId="ADAL" clId="{61645995-3BB9-4CCA-8325-B453C1DCC629}" dt="2025-05-13T14:56:11.808" v="24" actId="20577"/>
        <pc:sldMkLst>
          <pc:docMk/>
          <pc:sldMk cId="3055658135" sldId="549"/>
        </pc:sldMkLst>
      </pc:sldChg>
    </pc:docChg>
  </pc:docChgLst>
  <pc:docChgLst>
    <pc:chgData name="Dieter Beaven" userId="9bbdb69f-69d0-4759-aa9b-5c090a2da237" providerId="ADAL" clId="{1C892770-E48D-412B-AA99-7BE3E2823042}"/>
    <pc:docChg chg="custSel addSld delSld modSld">
      <pc:chgData name="Dieter Beaven" userId="9bbdb69f-69d0-4759-aa9b-5c090a2da237" providerId="ADAL" clId="{1C892770-E48D-412B-AA99-7BE3E2823042}" dt="2025-04-24T16:01:51.069" v="48"/>
      <pc:docMkLst>
        <pc:docMk/>
      </pc:docMkLst>
      <pc:sldChg chg="del">
        <pc:chgData name="Dieter Beaven" userId="9bbdb69f-69d0-4759-aa9b-5c090a2da237" providerId="ADAL" clId="{1C892770-E48D-412B-AA99-7BE3E2823042}" dt="2025-04-24T16:01:13.369" v="38" actId="47"/>
        <pc:sldMkLst>
          <pc:docMk/>
          <pc:sldMk cId="1020239277" sldId="484"/>
        </pc:sldMkLst>
      </pc:sldChg>
      <pc:sldChg chg="del">
        <pc:chgData name="Dieter Beaven" userId="9bbdb69f-69d0-4759-aa9b-5c090a2da237" providerId="ADAL" clId="{1C892770-E48D-412B-AA99-7BE3E2823042}" dt="2025-04-24T16:01:14.591" v="39" actId="47"/>
        <pc:sldMkLst>
          <pc:docMk/>
          <pc:sldMk cId="2811694845" sldId="513"/>
        </pc:sldMkLst>
      </pc:sldChg>
      <pc:sldChg chg="del">
        <pc:chgData name="Dieter Beaven" userId="9bbdb69f-69d0-4759-aa9b-5c090a2da237" providerId="ADAL" clId="{1C892770-E48D-412B-AA99-7BE3E2823042}" dt="2025-04-24T16:01:15.393" v="40" actId="47"/>
        <pc:sldMkLst>
          <pc:docMk/>
          <pc:sldMk cId="767054381" sldId="514"/>
        </pc:sldMkLst>
      </pc:sldChg>
      <pc:sldChg chg="delSp mod">
        <pc:chgData name="Dieter Beaven" userId="9bbdb69f-69d0-4759-aa9b-5c090a2da237" providerId="ADAL" clId="{1C892770-E48D-412B-AA99-7BE3E2823042}" dt="2025-04-24T16:01:18.643" v="41" actId="478"/>
        <pc:sldMkLst>
          <pc:docMk/>
          <pc:sldMk cId="3896053727" sldId="543"/>
        </pc:sldMkLst>
      </pc:sldChg>
      <pc:sldChg chg="delSp mod">
        <pc:chgData name="Dieter Beaven" userId="9bbdb69f-69d0-4759-aa9b-5c090a2da237" providerId="ADAL" clId="{1C892770-E48D-412B-AA99-7BE3E2823042}" dt="2025-04-24T16:01:20.187" v="42" actId="478"/>
        <pc:sldMkLst>
          <pc:docMk/>
          <pc:sldMk cId="3458699803" sldId="545"/>
        </pc:sldMkLst>
      </pc:sldChg>
      <pc:sldChg chg="modSp mod">
        <pc:chgData name="Dieter Beaven" userId="9bbdb69f-69d0-4759-aa9b-5c090a2da237" providerId="ADAL" clId="{1C892770-E48D-412B-AA99-7BE3E2823042}" dt="2025-04-24T16:01:06.370" v="37" actId="6549"/>
        <pc:sldMkLst>
          <pc:docMk/>
          <pc:sldMk cId="3991975165" sldId="547"/>
        </pc:sldMkLst>
      </pc:sldChg>
      <pc:sldChg chg="modSp mod">
        <pc:chgData name="Dieter Beaven" userId="9bbdb69f-69d0-4759-aa9b-5c090a2da237" providerId="ADAL" clId="{1C892770-E48D-412B-AA99-7BE3E2823042}" dt="2025-04-24T16:01:42.159" v="45" actId="6549"/>
        <pc:sldMkLst>
          <pc:docMk/>
          <pc:sldMk cId="3055658135" sldId="549"/>
        </pc:sldMkLst>
      </pc:sldChg>
      <pc:sldChg chg="add">
        <pc:chgData name="Dieter Beaven" userId="9bbdb69f-69d0-4759-aa9b-5c090a2da237" providerId="ADAL" clId="{1C892770-E48D-412B-AA99-7BE3E2823042}" dt="2025-04-24T16:01:47.507" v="46"/>
        <pc:sldMkLst>
          <pc:docMk/>
          <pc:sldMk cId="4091202299" sldId="550"/>
        </pc:sldMkLst>
      </pc:sldChg>
      <pc:sldChg chg="add">
        <pc:chgData name="Dieter Beaven" userId="9bbdb69f-69d0-4759-aa9b-5c090a2da237" providerId="ADAL" clId="{1C892770-E48D-412B-AA99-7BE3E2823042}" dt="2025-04-24T16:01:48.048" v="47"/>
        <pc:sldMkLst>
          <pc:docMk/>
          <pc:sldMk cId="3826585799" sldId="551"/>
        </pc:sldMkLst>
      </pc:sldChg>
      <pc:sldChg chg="add">
        <pc:chgData name="Dieter Beaven" userId="9bbdb69f-69d0-4759-aa9b-5c090a2da237" providerId="ADAL" clId="{1C892770-E48D-412B-AA99-7BE3E2823042}" dt="2025-04-24T16:01:51.069" v="48"/>
        <pc:sldMkLst>
          <pc:docMk/>
          <pc:sldMk cId="2531956736" sldId="552"/>
        </pc:sldMkLst>
      </pc:sldChg>
    </pc:docChg>
  </pc:docChgLst>
  <pc:docChgLst>
    <pc:chgData name="Dieter Beaven" userId="9bbdb69f-69d0-4759-aa9b-5c090a2da237" providerId="ADAL" clId="{5BC22596-4F92-4FA2-85D4-CE6A6FE2A641}"/>
    <pc:docChg chg="custSel addSld modSld">
      <pc:chgData name="Dieter Beaven" userId="9bbdb69f-69d0-4759-aa9b-5c090a2da237" providerId="ADAL" clId="{5BC22596-4F92-4FA2-85D4-CE6A6FE2A641}" dt="2024-09-17T16:11:36.921" v="3" actId="478"/>
      <pc:docMkLst>
        <pc:docMk/>
      </pc:docMkLst>
      <pc:sldChg chg="delSp add mod">
        <pc:chgData name="Dieter Beaven" userId="9bbdb69f-69d0-4759-aa9b-5c090a2da237" providerId="ADAL" clId="{5BC22596-4F92-4FA2-85D4-CE6A6FE2A641}" dt="2024-09-17T16:11:36.921" v="3" actId="478"/>
        <pc:sldMkLst>
          <pc:docMk/>
          <pc:sldMk cId="3896053727" sldId="543"/>
        </pc:sldMkLst>
      </pc:sldChg>
      <pc:sldChg chg="delSp add mod">
        <pc:chgData name="Dieter Beaven" userId="9bbdb69f-69d0-4759-aa9b-5c090a2da237" providerId="ADAL" clId="{5BC22596-4F92-4FA2-85D4-CE6A6FE2A641}" dt="2024-09-17T16:11:35.672" v="2" actId="478"/>
        <pc:sldMkLst>
          <pc:docMk/>
          <pc:sldMk cId="446446822" sldId="544"/>
        </pc:sldMkLst>
      </pc:sldChg>
      <pc:sldChg chg="delSp add mod">
        <pc:chgData name="Dieter Beaven" userId="9bbdb69f-69d0-4759-aa9b-5c090a2da237" providerId="ADAL" clId="{5BC22596-4F92-4FA2-85D4-CE6A6FE2A641}" dt="2024-09-17T16:11:34.191" v="1" actId="478"/>
        <pc:sldMkLst>
          <pc:docMk/>
          <pc:sldMk cId="3458699803" sldId="545"/>
        </pc:sldMkLst>
      </pc:sldChg>
    </pc:docChg>
  </pc:docChgLst>
  <pc:docChgLst>
    <pc:chgData name="Dieter Beaven" userId="9bbdb69f-69d0-4759-aa9b-5c090a2da237" providerId="ADAL" clId="{B00F4FD4-B72E-4D65-A581-18D6E8CE4C3F}"/>
    <pc:docChg chg="addSld delSld modSld">
      <pc:chgData name="Dieter Beaven" userId="9bbdb69f-69d0-4759-aa9b-5c090a2da237" providerId="ADAL" clId="{B00F4FD4-B72E-4D65-A581-18D6E8CE4C3F}" dt="2025-10-16T10:54:30.577" v="5" actId="47"/>
      <pc:docMkLst>
        <pc:docMk/>
      </pc:docMkLst>
      <pc:sldChg chg="del">
        <pc:chgData name="Dieter Beaven" userId="9bbdb69f-69d0-4759-aa9b-5c090a2da237" providerId="ADAL" clId="{B00F4FD4-B72E-4D65-A581-18D6E8CE4C3F}" dt="2025-10-16T10:54:30.577" v="5" actId="47"/>
        <pc:sldMkLst>
          <pc:docMk/>
          <pc:sldMk cId="3589772243" sldId="528"/>
        </pc:sldMkLst>
      </pc:sldChg>
      <pc:sldChg chg="addSp modSp mod">
        <pc:chgData name="Dieter Beaven" userId="9bbdb69f-69d0-4759-aa9b-5c090a2da237" providerId="ADAL" clId="{B00F4FD4-B72E-4D65-A581-18D6E8CE4C3F}" dt="2025-10-16T10:51:45.728" v="1" actId="1076"/>
        <pc:sldMkLst>
          <pc:docMk/>
          <pc:sldMk cId="3458699803" sldId="545"/>
        </pc:sldMkLst>
        <pc:picChg chg="add mod">
          <ac:chgData name="Dieter Beaven" userId="9bbdb69f-69d0-4759-aa9b-5c090a2da237" providerId="ADAL" clId="{B00F4FD4-B72E-4D65-A581-18D6E8CE4C3F}" dt="2025-10-16T10:51:45.728" v="1" actId="1076"/>
          <ac:picMkLst>
            <pc:docMk/>
            <pc:sldMk cId="3458699803" sldId="545"/>
            <ac:picMk id="6" creationId="{DD740689-4A7E-3E05-CDC9-BDA38C14BE33}"/>
          </ac:picMkLst>
        </pc:picChg>
      </pc:sldChg>
      <pc:sldChg chg="del">
        <pc:chgData name="Dieter Beaven" userId="9bbdb69f-69d0-4759-aa9b-5c090a2da237" providerId="ADAL" clId="{B00F4FD4-B72E-4D65-A581-18D6E8CE4C3F}" dt="2025-10-16T10:51:47.024" v="2" actId="47"/>
        <pc:sldMkLst>
          <pc:docMk/>
          <pc:sldMk cId="2531956736" sldId="552"/>
        </pc:sldMkLst>
      </pc:sldChg>
      <pc:sldChg chg="addSp modSp add modAnim">
        <pc:chgData name="Dieter Beaven" userId="9bbdb69f-69d0-4759-aa9b-5c090a2da237" providerId="ADAL" clId="{B00F4FD4-B72E-4D65-A581-18D6E8CE4C3F}" dt="2025-10-16T10:54:28.139" v="4"/>
        <pc:sldMkLst>
          <pc:docMk/>
          <pc:sldMk cId="3097386920" sldId="555"/>
        </pc:sldMkLst>
        <pc:spChg chg="add mod">
          <ac:chgData name="Dieter Beaven" userId="9bbdb69f-69d0-4759-aa9b-5c090a2da237" providerId="ADAL" clId="{B00F4FD4-B72E-4D65-A581-18D6E8CE4C3F}" dt="2025-10-16T10:54:28.139" v="4"/>
          <ac:spMkLst>
            <pc:docMk/>
            <pc:sldMk cId="3097386920" sldId="555"/>
            <ac:spMk id="12" creationId="{C2F87029-9E20-F9D8-7BD6-F50F538B0F51}"/>
          </ac:spMkLst>
        </pc:spChg>
        <pc:spChg chg="add mod">
          <ac:chgData name="Dieter Beaven" userId="9bbdb69f-69d0-4759-aa9b-5c090a2da237" providerId="ADAL" clId="{B00F4FD4-B72E-4D65-A581-18D6E8CE4C3F}" dt="2025-10-16T10:54:28.139" v="4"/>
          <ac:spMkLst>
            <pc:docMk/>
            <pc:sldMk cId="3097386920" sldId="555"/>
            <ac:spMk id="13" creationId="{BEF99015-BA00-20F5-E3E2-479D8121E2F4}"/>
          </ac:spMkLst>
        </pc:spChg>
      </pc:sldChg>
    </pc:docChg>
  </pc:docChgLst>
  <pc:docChgLst>
    <pc:chgData name="Dieter Beaven" userId="9bbdb69f-69d0-4759-aa9b-5c090a2da237" providerId="ADAL" clId="{4C9E65AD-4246-4BA0-921B-9179A5556FF0}"/>
    <pc:docChg chg="custSel addSld delSld modSld">
      <pc:chgData name="Dieter Beaven" userId="9bbdb69f-69d0-4759-aa9b-5c090a2da237" providerId="ADAL" clId="{4C9E65AD-4246-4BA0-921B-9179A5556FF0}" dt="2025-08-27T08:55:21.665" v="19" actId="47"/>
      <pc:docMkLst>
        <pc:docMk/>
      </pc:docMkLst>
      <pc:sldChg chg="addSp modSp mod">
        <pc:chgData name="Dieter Beaven" userId="9bbdb69f-69d0-4759-aa9b-5c090a2da237" providerId="ADAL" clId="{4C9E65AD-4246-4BA0-921B-9179A5556FF0}" dt="2025-08-27T08:52:07.819" v="1" actId="1076"/>
        <pc:sldMkLst>
          <pc:docMk/>
          <pc:sldMk cId="3896053727" sldId="543"/>
        </pc:sldMkLst>
      </pc:sldChg>
      <pc:sldChg chg="addSp modSp mod">
        <pc:chgData name="Dieter Beaven" userId="9bbdb69f-69d0-4759-aa9b-5c090a2da237" providerId="ADAL" clId="{4C9E65AD-4246-4BA0-921B-9179A5556FF0}" dt="2025-08-27T08:53:02.558" v="5" actId="1036"/>
        <pc:sldMkLst>
          <pc:docMk/>
          <pc:sldMk cId="4091202299" sldId="550"/>
        </pc:sldMkLst>
      </pc:sldChg>
      <pc:sldChg chg="del">
        <pc:chgData name="Dieter Beaven" userId="9bbdb69f-69d0-4759-aa9b-5c090a2da237" providerId="ADAL" clId="{4C9E65AD-4246-4BA0-921B-9179A5556FF0}" dt="2025-08-27T08:53:04.261" v="6" actId="47"/>
        <pc:sldMkLst>
          <pc:docMk/>
          <pc:sldMk cId="3826585799" sldId="551"/>
        </pc:sldMkLst>
      </pc:sldChg>
      <pc:sldChg chg="addSp delSp modSp add mod">
        <pc:chgData name="Dieter Beaven" userId="9bbdb69f-69d0-4759-aa9b-5c090a2da237" providerId="ADAL" clId="{4C9E65AD-4246-4BA0-921B-9179A5556FF0}" dt="2025-08-27T08:54:34.535" v="14" actId="1076"/>
        <pc:sldMkLst>
          <pc:docMk/>
          <pc:sldMk cId="1315700593" sldId="553"/>
        </pc:sldMkLst>
      </pc:sldChg>
      <pc:sldChg chg="addSp modSp add mod">
        <pc:chgData name="Dieter Beaven" userId="9bbdb69f-69d0-4759-aa9b-5c090a2da237" providerId="ADAL" clId="{4C9E65AD-4246-4BA0-921B-9179A5556FF0}" dt="2025-08-27T08:55:14.869" v="18" actId="1035"/>
        <pc:sldMkLst>
          <pc:docMk/>
          <pc:sldMk cId="3646704725" sldId="554"/>
        </pc:sldMkLst>
      </pc:sldChg>
      <pc:sldChg chg="add del">
        <pc:chgData name="Dieter Beaven" userId="9bbdb69f-69d0-4759-aa9b-5c090a2da237" providerId="ADAL" clId="{4C9E65AD-4246-4BA0-921B-9179A5556FF0}" dt="2025-08-27T08:55:21.665" v="19" actId="47"/>
        <pc:sldMkLst>
          <pc:docMk/>
          <pc:sldMk cId="1062314639" sldId="555"/>
        </pc:sldMkLst>
      </pc:sldChg>
    </pc:docChg>
  </pc:docChgLst>
  <pc:docChgLst>
    <pc:chgData name="Dieter Beaven" userId="9bbdb69f-69d0-4759-aa9b-5c090a2da237" providerId="ADAL" clId="{2A5AE0E2-2788-4AA7-8B3C-A04471EF5D14}"/>
    <pc:docChg chg="custSel addSld delSld modSld">
      <pc:chgData name="Dieter Beaven" userId="9bbdb69f-69d0-4759-aa9b-5c090a2da237" providerId="ADAL" clId="{2A5AE0E2-2788-4AA7-8B3C-A04471EF5D14}" dt="2024-09-17T16:09:35.830" v="251" actId="47"/>
      <pc:docMkLst>
        <pc:docMk/>
      </pc:docMkLst>
      <pc:sldChg chg="del">
        <pc:chgData name="Dieter Beaven" userId="9bbdb69f-69d0-4759-aa9b-5c090a2da237" providerId="ADAL" clId="{2A5AE0E2-2788-4AA7-8B3C-A04471EF5D14}" dt="2024-09-17T16:01:05.070" v="1" actId="47"/>
        <pc:sldMkLst>
          <pc:docMk/>
          <pc:sldMk cId="2913017854" sldId="481"/>
        </pc:sldMkLst>
      </pc:sldChg>
      <pc:sldChg chg="del">
        <pc:chgData name="Dieter Beaven" userId="9bbdb69f-69d0-4759-aa9b-5c090a2da237" providerId="ADAL" clId="{2A5AE0E2-2788-4AA7-8B3C-A04471EF5D14}" dt="2024-09-17T16:01:10.136" v="3" actId="47"/>
        <pc:sldMkLst>
          <pc:docMk/>
          <pc:sldMk cId="3808051470" sldId="483"/>
        </pc:sldMkLst>
      </pc:sldChg>
      <pc:sldChg chg="modSp mod">
        <pc:chgData name="Dieter Beaven" userId="9bbdb69f-69d0-4759-aa9b-5c090a2da237" providerId="ADAL" clId="{2A5AE0E2-2788-4AA7-8B3C-A04471EF5D14}" dt="2024-09-17T16:06:58.646" v="119" actId="6549"/>
        <pc:sldMkLst>
          <pc:docMk/>
          <pc:sldMk cId="2097919484" sldId="503"/>
        </pc:sldMkLst>
      </pc:sldChg>
      <pc:sldChg chg="modSp mod">
        <pc:chgData name="Dieter Beaven" userId="9bbdb69f-69d0-4759-aa9b-5c090a2da237" providerId="ADAL" clId="{2A5AE0E2-2788-4AA7-8B3C-A04471EF5D14}" dt="2024-09-17T16:08:22.961" v="181" actId="20577"/>
        <pc:sldMkLst>
          <pc:docMk/>
          <pc:sldMk cId="216391128" sldId="521"/>
        </pc:sldMkLst>
      </pc:sldChg>
      <pc:sldChg chg="modSp mod">
        <pc:chgData name="Dieter Beaven" userId="9bbdb69f-69d0-4759-aa9b-5c090a2da237" providerId="ADAL" clId="{2A5AE0E2-2788-4AA7-8B3C-A04471EF5D14}" dt="2024-09-17T16:09:15.811" v="250" actId="20577"/>
        <pc:sldMkLst>
          <pc:docMk/>
          <pc:sldMk cId="280797512" sldId="524"/>
        </pc:sldMkLst>
      </pc:sldChg>
      <pc:sldChg chg="del">
        <pc:chgData name="Dieter Beaven" userId="9bbdb69f-69d0-4759-aa9b-5c090a2da237" providerId="ADAL" clId="{2A5AE0E2-2788-4AA7-8B3C-A04471EF5D14}" dt="2024-09-17T16:09:35.830" v="251" actId="47"/>
        <pc:sldMkLst>
          <pc:docMk/>
          <pc:sldMk cId="2491822179" sldId="525"/>
        </pc:sldMkLst>
      </pc:sldChg>
      <pc:sldChg chg="del">
        <pc:chgData name="Dieter Beaven" userId="9bbdb69f-69d0-4759-aa9b-5c090a2da237" providerId="ADAL" clId="{2A5AE0E2-2788-4AA7-8B3C-A04471EF5D14}" dt="2024-09-17T16:01:06.407" v="2" actId="47"/>
        <pc:sldMkLst>
          <pc:docMk/>
          <pc:sldMk cId="3958245491" sldId="526"/>
        </pc:sldMkLst>
      </pc:sldChg>
      <pc:sldChg chg="modSp add mod">
        <pc:chgData name="Dieter Beaven" userId="9bbdb69f-69d0-4759-aa9b-5c090a2da237" providerId="ADAL" clId="{2A5AE0E2-2788-4AA7-8B3C-A04471EF5D14}" dt="2024-09-17T16:01:47.892" v="41" actId="20577"/>
        <pc:sldMkLst>
          <pc:docMk/>
          <pc:sldMk cId="3991975165" sldId="547"/>
        </pc:sldMkLst>
      </pc:sldChg>
      <pc:sldChg chg="modSp add mod">
        <pc:chgData name="Dieter Beaven" userId="9bbdb69f-69d0-4759-aa9b-5c090a2da237" providerId="ADAL" clId="{2A5AE0E2-2788-4AA7-8B3C-A04471EF5D14}" dt="2024-09-17T16:04:57.733" v="104" actId="20577"/>
        <pc:sldMkLst>
          <pc:docMk/>
          <pc:sldMk cId="4071243651" sldId="548"/>
        </pc:sldMkLst>
      </pc:sldChg>
      <pc:sldChg chg="modSp add mod">
        <pc:chgData name="Dieter Beaven" userId="9bbdb69f-69d0-4759-aa9b-5c090a2da237" providerId="ADAL" clId="{2A5AE0E2-2788-4AA7-8B3C-A04471EF5D14}" dt="2024-09-17T16:03:59.444" v="54" actId="20577"/>
        <pc:sldMkLst>
          <pc:docMk/>
          <pc:sldMk cId="3055658135" sldId="549"/>
        </pc:sldMkLst>
      </pc:sldChg>
      <pc:sldChg chg="modSp add mod">
        <pc:chgData name="Dieter Beaven" userId="9bbdb69f-69d0-4759-aa9b-5c090a2da237" providerId="ADAL" clId="{2A5AE0E2-2788-4AA7-8B3C-A04471EF5D14}" dt="2024-09-17T16:07:44.310" v="168" actId="20577"/>
        <pc:sldMkLst>
          <pc:docMk/>
          <pc:sldMk cId="4190994049" sldId="550"/>
        </pc:sldMkLst>
      </pc:sldChg>
      <pc:sldChg chg="modSp add mod">
        <pc:chgData name="Dieter Beaven" userId="9bbdb69f-69d0-4759-aa9b-5c090a2da237" providerId="ADAL" clId="{2A5AE0E2-2788-4AA7-8B3C-A04471EF5D14}" dt="2024-09-17T16:08:53.370" v="235" actId="20577"/>
        <pc:sldMkLst>
          <pc:docMk/>
          <pc:sldMk cId="2915845008" sldId="551"/>
        </pc:sldMkLst>
      </pc:sldChg>
    </pc:docChg>
  </pc:docChgLst>
  <pc:docChgLst>
    <pc:chgData name="Dieter Beaven" userId="S::dbeaven@newsteadwood.co.uk::9bbdb69f-69d0-4759-aa9b-5c090a2da237" providerId="AD" clId="Web-{6BD7071B-32F0-A215-B523-DBD5E937F1B5}"/>
    <pc:docChg chg="modSld">
      <pc:chgData name="Dieter Beaven" userId="S::dbeaven@newsteadwood.co.uk::9bbdb69f-69d0-4759-aa9b-5c090a2da237" providerId="AD" clId="Web-{6BD7071B-32F0-A215-B523-DBD5E937F1B5}" dt="2024-09-23T10:28:21.091" v="1" actId="20577"/>
      <pc:docMkLst>
        <pc:docMk/>
      </pc:docMkLst>
      <pc:sldChg chg="modSp">
        <pc:chgData name="Dieter Beaven" userId="S::dbeaven@newsteadwood.co.uk::9bbdb69f-69d0-4759-aa9b-5c090a2da237" providerId="AD" clId="Web-{6BD7071B-32F0-A215-B523-DBD5E937F1B5}" dt="2024-09-23T10:28:21.091" v="1" actId="20577"/>
        <pc:sldMkLst>
          <pc:docMk/>
          <pc:sldMk cId="3991975165" sldId="547"/>
        </pc:sldMkLst>
      </pc:sldChg>
    </pc:docChg>
  </pc:docChgLst>
  <pc:docChgLst>
    <pc:chgData name="Dieter Beaven" userId="9bbdb69f-69d0-4759-aa9b-5c090a2da237" providerId="ADAL" clId="{3736D5E5-739F-49F8-8648-95658EB5771D}"/>
    <pc:docChg chg="undo custSel delSld modSld">
      <pc:chgData name="Dieter Beaven" userId="9bbdb69f-69d0-4759-aa9b-5c090a2da237" providerId="ADAL" clId="{3736D5E5-739F-49F8-8648-95658EB5771D}" dt="2024-09-20T16:27:38.428" v="45" actId="20577"/>
      <pc:docMkLst>
        <pc:docMk/>
      </pc:docMkLst>
      <pc:sldChg chg="modSp">
        <pc:chgData name="Dieter Beaven" userId="9bbdb69f-69d0-4759-aa9b-5c090a2da237" providerId="ADAL" clId="{3736D5E5-739F-49F8-8648-95658EB5771D}" dt="2024-09-20T16:27:38.428" v="45" actId="20577"/>
        <pc:sldMkLst>
          <pc:docMk/>
          <pc:sldMk cId="1020239277" sldId="484"/>
        </pc:sldMkLst>
      </pc:sldChg>
      <pc:sldChg chg="del">
        <pc:chgData name="Dieter Beaven" userId="9bbdb69f-69d0-4759-aa9b-5c090a2da237" providerId="ADAL" clId="{3736D5E5-739F-49F8-8648-95658EB5771D}" dt="2024-09-17T16:12:19.708" v="5" actId="47"/>
        <pc:sldMkLst>
          <pc:docMk/>
          <pc:sldMk cId="2097919484" sldId="503"/>
        </pc:sldMkLst>
      </pc:sldChg>
      <pc:sldChg chg="addSp delSp modSp mod addAnim delAnim">
        <pc:chgData name="Dieter Beaven" userId="9bbdb69f-69d0-4759-aa9b-5c090a2da237" providerId="ADAL" clId="{3736D5E5-739F-49F8-8648-95658EB5771D}" dt="2024-09-20T16:26:58.661" v="27" actId="1076"/>
        <pc:sldMkLst>
          <pc:docMk/>
          <pc:sldMk cId="2811694845" sldId="513"/>
        </pc:sldMkLst>
      </pc:sldChg>
      <pc:sldChg chg="del">
        <pc:chgData name="Dieter Beaven" userId="9bbdb69f-69d0-4759-aa9b-5c090a2da237" providerId="ADAL" clId="{3736D5E5-739F-49F8-8648-95658EB5771D}" dt="2024-09-17T16:12:18.145" v="1" actId="47"/>
        <pc:sldMkLst>
          <pc:docMk/>
          <pc:sldMk cId="3587264838" sldId="515"/>
        </pc:sldMkLst>
      </pc:sldChg>
      <pc:sldChg chg="del">
        <pc:chgData name="Dieter Beaven" userId="9bbdb69f-69d0-4759-aa9b-5c090a2da237" providerId="ADAL" clId="{3736D5E5-739F-49F8-8648-95658EB5771D}" dt="2024-09-17T16:12:18.486" v="2" actId="47"/>
        <pc:sldMkLst>
          <pc:docMk/>
          <pc:sldMk cId="1162890895" sldId="516"/>
        </pc:sldMkLst>
      </pc:sldChg>
      <pc:sldChg chg="del">
        <pc:chgData name="Dieter Beaven" userId="9bbdb69f-69d0-4759-aa9b-5c090a2da237" providerId="ADAL" clId="{3736D5E5-739F-49F8-8648-95658EB5771D}" dt="2024-09-17T16:12:19.107" v="3" actId="47"/>
        <pc:sldMkLst>
          <pc:docMk/>
          <pc:sldMk cId="2008796709" sldId="517"/>
        </pc:sldMkLst>
      </pc:sldChg>
      <pc:sldChg chg="del">
        <pc:chgData name="Dieter Beaven" userId="9bbdb69f-69d0-4759-aa9b-5c090a2da237" providerId="ADAL" clId="{3736D5E5-739F-49F8-8648-95658EB5771D}" dt="2024-09-17T16:12:19.696" v="4" actId="47"/>
        <pc:sldMkLst>
          <pc:docMk/>
          <pc:sldMk cId="3124780132" sldId="518"/>
        </pc:sldMkLst>
      </pc:sldChg>
      <pc:sldChg chg="del">
        <pc:chgData name="Dieter Beaven" userId="9bbdb69f-69d0-4759-aa9b-5c090a2da237" providerId="ADAL" clId="{3736D5E5-739F-49F8-8648-95658EB5771D}" dt="2024-09-17T16:12:20.787" v="7" actId="47"/>
        <pc:sldMkLst>
          <pc:docMk/>
          <pc:sldMk cId="3312647161" sldId="519"/>
        </pc:sldMkLst>
      </pc:sldChg>
      <pc:sldChg chg="del">
        <pc:chgData name="Dieter Beaven" userId="9bbdb69f-69d0-4759-aa9b-5c090a2da237" providerId="ADAL" clId="{3736D5E5-739F-49F8-8648-95658EB5771D}" dt="2024-09-17T16:12:21.247" v="8" actId="47"/>
        <pc:sldMkLst>
          <pc:docMk/>
          <pc:sldMk cId="3196817432" sldId="520"/>
        </pc:sldMkLst>
      </pc:sldChg>
      <pc:sldChg chg="del">
        <pc:chgData name="Dieter Beaven" userId="9bbdb69f-69d0-4759-aa9b-5c090a2da237" providerId="ADAL" clId="{3736D5E5-739F-49F8-8648-95658EB5771D}" dt="2024-09-17T16:12:21.260" v="9" actId="47"/>
        <pc:sldMkLst>
          <pc:docMk/>
          <pc:sldMk cId="216391128" sldId="521"/>
        </pc:sldMkLst>
      </pc:sldChg>
      <pc:sldChg chg="del">
        <pc:chgData name="Dieter Beaven" userId="9bbdb69f-69d0-4759-aa9b-5c090a2da237" providerId="ADAL" clId="{3736D5E5-739F-49F8-8648-95658EB5771D}" dt="2024-09-17T16:12:23.138" v="11" actId="47"/>
        <pc:sldMkLst>
          <pc:docMk/>
          <pc:sldMk cId="3052028698" sldId="522"/>
        </pc:sldMkLst>
      </pc:sldChg>
      <pc:sldChg chg="del">
        <pc:chgData name="Dieter Beaven" userId="9bbdb69f-69d0-4759-aa9b-5c090a2da237" providerId="ADAL" clId="{3736D5E5-739F-49F8-8648-95658EB5771D}" dt="2024-09-17T16:12:24.348" v="12" actId="47"/>
        <pc:sldMkLst>
          <pc:docMk/>
          <pc:sldMk cId="623853206" sldId="523"/>
        </pc:sldMkLst>
      </pc:sldChg>
      <pc:sldChg chg="del">
        <pc:chgData name="Dieter Beaven" userId="9bbdb69f-69d0-4759-aa9b-5c090a2da237" providerId="ADAL" clId="{3736D5E5-739F-49F8-8648-95658EB5771D}" dt="2024-09-17T16:12:25.073" v="13" actId="47"/>
        <pc:sldMkLst>
          <pc:docMk/>
          <pc:sldMk cId="280797512" sldId="524"/>
        </pc:sldMkLst>
      </pc:sldChg>
      <pc:sldChg chg="addSp modSp mod">
        <pc:chgData name="Dieter Beaven" userId="9bbdb69f-69d0-4759-aa9b-5c090a2da237" providerId="ADAL" clId="{3736D5E5-739F-49F8-8648-95658EB5771D}" dt="2024-09-20T16:25:21.649" v="17" actId="1035"/>
        <pc:sldMkLst>
          <pc:docMk/>
          <pc:sldMk cId="3896053727" sldId="543"/>
        </pc:sldMkLst>
      </pc:sldChg>
      <pc:sldChg chg="del">
        <pc:chgData name="Dieter Beaven" userId="9bbdb69f-69d0-4759-aa9b-5c090a2da237" providerId="ADAL" clId="{3736D5E5-739F-49F8-8648-95658EB5771D}" dt="2024-09-20T16:25:25.114" v="18" actId="47"/>
        <pc:sldMkLst>
          <pc:docMk/>
          <pc:sldMk cId="446446822" sldId="544"/>
        </pc:sldMkLst>
      </pc:sldChg>
      <pc:sldChg chg="addSp modSp mod">
        <pc:chgData name="Dieter Beaven" userId="9bbdb69f-69d0-4759-aa9b-5c090a2da237" providerId="ADAL" clId="{3736D5E5-739F-49F8-8648-95658EB5771D}" dt="2024-09-20T16:26:14.209" v="20" actId="1076"/>
        <pc:sldMkLst>
          <pc:docMk/>
          <pc:sldMk cId="3458699803" sldId="545"/>
        </pc:sldMkLst>
      </pc:sldChg>
      <pc:sldChg chg="del">
        <pc:chgData name="Dieter Beaven" userId="9bbdb69f-69d0-4759-aa9b-5c090a2da237" providerId="ADAL" clId="{3736D5E5-739F-49F8-8648-95658EB5771D}" dt="2024-09-17T16:12:17.231" v="0" actId="47"/>
        <pc:sldMkLst>
          <pc:docMk/>
          <pc:sldMk cId="4071243651" sldId="548"/>
        </pc:sldMkLst>
      </pc:sldChg>
      <pc:sldChg chg="del">
        <pc:chgData name="Dieter Beaven" userId="9bbdb69f-69d0-4759-aa9b-5c090a2da237" providerId="ADAL" clId="{3736D5E5-739F-49F8-8648-95658EB5771D}" dt="2024-09-17T16:12:20.028" v="6" actId="47"/>
        <pc:sldMkLst>
          <pc:docMk/>
          <pc:sldMk cId="4190994049" sldId="550"/>
        </pc:sldMkLst>
      </pc:sldChg>
      <pc:sldChg chg="del">
        <pc:chgData name="Dieter Beaven" userId="9bbdb69f-69d0-4759-aa9b-5c090a2da237" providerId="ADAL" clId="{3736D5E5-739F-49F8-8648-95658EB5771D}" dt="2024-09-17T16:12:21.650" v="10" actId="47"/>
        <pc:sldMkLst>
          <pc:docMk/>
          <pc:sldMk cId="2915845008" sldId="551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4E87F4A-DD11-41AF-8B76-F2E5B6202836}" type="datetimeFigureOut">
              <a:rPr lang="en-GB" smtClean="0"/>
              <a:pPr/>
              <a:t>16/10/2025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62F2399-CD51-4C4C-BC34-03B9F40F9CF8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474507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16/10/2025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816114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16/10/2025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751718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16/10/2025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325203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16/10/2025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661724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16/10/2025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200525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16/10/2025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089123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16/10/2025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93369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16/10/2025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971285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16/10/2025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664966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16/10/2025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233991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16/10/2025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622113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B9AFE4D-3339-4F90-AB07-DAB31D79E32A}" type="datetimeFigureOut">
              <a:rPr lang="en-GB" smtClean="0"/>
              <a:pPr/>
              <a:t>16/10/2025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967452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0.png"/><Relationship Id="rId2" Type="http://schemas.openxmlformats.org/officeDocument/2006/relationships/image" Target="../media/image230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0.png"/><Relationship Id="rId4" Type="http://schemas.openxmlformats.org/officeDocument/2006/relationships/image" Target="../media/image250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7.png"/><Relationship Id="rId13" Type="http://schemas.openxmlformats.org/officeDocument/2006/relationships/image" Target="../media/image52.png"/><Relationship Id="rId3" Type="http://schemas.openxmlformats.org/officeDocument/2006/relationships/image" Target="../media/image42.png"/><Relationship Id="rId7" Type="http://schemas.openxmlformats.org/officeDocument/2006/relationships/image" Target="../media/image46.png"/><Relationship Id="rId12" Type="http://schemas.openxmlformats.org/officeDocument/2006/relationships/image" Target="../media/image51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5.png"/><Relationship Id="rId11" Type="http://schemas.openxmlformats.org/officeDocument/2006/relationships/image" Target="../media/image50.png"/><Relationship Id="rId5" Type="http://schemas.openxmlformats.org/officeDocument/2006/relationships/image" Target="../media/image44.png"/><Relationship Id="rId10" Type="http://schemas.openxmlformats.org/officeDocument/2006/relationships/image" Target="../media/image49.png"/><Relationship Id="rId4" Type="http://schemas.openxmlformats.org/officeDocument/2006/relationships/image" Target="../media/image43.png"/><Relationship Id="rId9" Type="http://schemas.openxmlformats.org/officeDocument/2006/relationships/image" Target="../media/image4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6.png"/><Relationship Id="rId4" Type="http://schemas.openxmlformats.org/officeDocument/2006/relationships/image" Target="../media/image5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0.png"/><Relationship Id="rId2" Type="http://schemas.openxmlformats.org/officeDocument/2006/relationships/image" Target="../media/image27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9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1520" y="2130425"/>
            <a:ext cx="8640960" cy="3026767"/>
          </a:xfrm>
        </p:spPr>
        <p:txBody>
          <a:bodyPr>
            <a:normAutofit/>
          </a:bodyPr>
          <a:lstStyle/>
          <a:p>
            <a:r>
              <a:rPr lang="en-GB" b="1" dirty="0">
                <a:solidFill>
                  <a:srgbClr val="92D050"/>
                </a:solidFill>
              </a:rPr>
              <a:t>P2 Chapter 1: </a:t>
            </a:r>
            <a:r>
              <a:rPr lang="en-GB" dirty="0">
                <a:solidFill>
                  <a:schemeClr val="accent5"/>
                </a:solidFill>
              </a:rPr>
              <a:t>Algebra Techniques</a:t>
            </a:r>
            <a:br>
              <a:rPr lang="en-GB" dirty="0"/>
            </a:br>
            <a:br>
              <a:rPr lang="en-GB"/>
            </a:br>
            <a:r>
              <a:rPr lang="en-GB"/>
              <a:t>Algebraic Division</a:t>
            </a:r>
            <a:endParaRPr lang="en-GB" dirty="0"/>
          </a:p>
        </p:txBody>
      </p:sp>
      <p:cxnSp>
        <p:nvCxnSpPr>
          <p:cNvPr id="8" name="Straight Connector 7"/>
          <p:cNvCxnSpPr/>
          <p:nvPr/>
        </p:nvCxnSpPr>
        <p:spPr>
          <a:xfrm>
            <a:off x="0" y="1268760"/>
            <a:ext cx="9144000" cy="0"/>
          </a:xfrm>
          <a:prstGeom prst="line">
            <a:avLst/>
          </a:prstGeom>
          <a:ln w="7620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9197516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0" y="0"/>
            <a:ext cx="9144000" cy="599127"/>
            <a:chOff x="0" y="13335"/>
            <a:chExt cx="9144218" cy="599127"/>
          </a:xfrm>
        </p:grpSpPr>
        <p:sp>
          <p:nvSpPr>
            <p:cNvPr id="4" name="TextBox 3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sz="3200" dirty="0"/>
                <a:t>Dealing with Improper Fractions</a:t>
              </a:r>
            </a:p>
          </p:txBody>
        </p:sp>
        <p:cxnSp>
          <p:nvCxnSpPr>
            <p:cNvPr id="5" name="Straight Connector 4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sp>
        <p:nvSpPr>
          <p:cNvPr id="6" name="TextBox 5"/>
          <p:cNvSpPr txBox="1"/>
          <p:nvPr/>
        </p:nvSpPr>
        <p:spPr>
          <a:xfrm>
            <a:off x="323528" y="908720"/>
            <a:ext cx="8568952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In Pure Year 1, we saw that the ‘</a:t>
            </a:r>
            <a:r>
              <a:rPr lang="en-GB" b="1" dirty="0"/>
              <a:t>degree</a:t>
            </a:r>
            <a:r>
              <a:rPr lang="en-GB" dirty="0"/>
              <a:t>’ of a polynomial is the highest power, e.g. a quadratic has degree 2.</a:t>
            </a:r>
          </a:p>
          <a:p>
            <a:endParaRPr lang="en-GB" dirty="0"/>
          </a:p>
          <a:p>
            <a:r>
              <a:rPr lang="en-GB" dirty="0"/>
              <a:t>An algebraic fraction is </a:t>
            </a:r>
            <a:r>
              <a:rPr lang="en-GB" b="1" dirty="0"/>
              <a:t>improper</a:t>
            </a:r>
            <a:r>
              <a:rPr lang="en-GB" dirty="0"/>
              <a:t> if the degree of the numerator is </a:t>
            </a:r>
            <a:r>
              <a:rPr lang="en-GB" b="1" dirty="0"/>
              <a:t>at least </a:t>
            </a:r>
            <a:r>
              <a:rPr lang="en-GB" dirty="0"/>
              <a:t>the degree of the denominator.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755576" y="2276872"/>
                <a:ext cx="2016224" cy="964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2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GB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sz="28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GB" sz="28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GB" sz="2800" b="0" i="1" smtClean="0">
                              <a:latin typeface="Cambria Math" panose="02040503050406030204" pitchFamily="18" charset="0"/>
                            </a:rPr>
                            <m:t>−3</m:t>
                          </m:r>
                        </m:num>
                        <m:den>
                          <m:r>
                            <a:rPr lang="en-GB" sz="28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GB" sz="2800" b="0" i="1" smtClean="0">
                              <a:latin typeface="Cambria Math" panose="02040503050406030204" pitchFamily="18" charset="0"/>
                            </a:rPr>
                            <m:t>+2</m:t>
                          </m:r>
                        </m:den>
                      </m:f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5576" y="2276872"/>
                <a:ext cx="2016224" cy="964110"/>
              </a:xfrm>
              <a:prstGeom prst="rect">
                <a:avLst/>
              </a:prstGeom>
              <a:blipFill rotWithShape="0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2770069" y="2444695"/>
                <a:ext cx="2016224" cy="90896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2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8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GB" sz="2800" b="0" i="1" smtClean="0">
                              <a:latin typeface="Cambria Math" panose="02040503050406030204" pitchFamily="18" charset="0"/>
                            </a:rPr>
                            <m:t>+1</m:t>
                          </m:r>
                        </m:num>
                        <m:den>
                          <m:r>
                            <a:rPr lang="en-GB" sz="28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GB" sz="2800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den>
                      </m:f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70069" y="2444695"/>
                <a:ext cx="2016224" cy="908967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5436096" y="2134308"/>
                <a:ext cx="2016224" cy="9568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2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GB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sz="28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GB" sz="28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p>
                          </m:sSup>
                          <m:r>
                            <a:rPr lang="en-GB" sz="28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p>
                            <m:sSupPr>
                              <m:ctrlPr>
                                <a:rPr lang="en-GB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sz="28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GB" sz="28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GB" sz="2800" b="0" i="1" smtClean="0">
                              <a:latin typeface="Cambria Math" panose="02040503050406030204" pitchFamily="18" charset="0"/>
                            </a:rPr>
                            <m:t>+3</m:t>
                          </m:r>
                        </m:num>
                        <m:den>
                          <m:sSup>
                            <m:sSupPr>
                              <m:ctrlPr>
                                <a:rPr lang="en-GB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sz="28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GB" sz="28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GB" sz="28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GB" sz="28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den>
                      </m:f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36096" y="2134308"/>
                <a:ext cx="2016224" cy="956865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extBox 1">
            <a:extLst>
              <a:ext uri="{FF2B5EF4-FFF2-40B4-BE49-F238E27FC236}">
                <a16:creationId xmlns:a16="http://schemas.microsoft.com/office/drawing/2014/main" id="{361256BA-20DB-4A8D-8C94-B256648E2DCD}"/>
              </a:ext>
            </a:extLst>
          </p:cNvPr>
          <p:cNvSpPr txBox="1"/>
          <p:nvPr/>
        </p:nvSpPr>
        <p:spPr>
          <a:xfrm>
            <a:off x="3563022" y="3778083"/>
            <a:ext cx="2446541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dirty="0"/>
              <a:t>A partial fraction is still improper if the degree is the same top and bottom.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8BF4083F-4AC0-4FEB-B5FB-1E6E7639EC22}"/>
              </a:ext>
            </a:extLst>
          </p:cNvPr>
          <p:cNvCxnSpPr>
            <a:stCxn id="2" idx="0"/>
          </p:cNvCxnSpPr>
          <p:nvPr/>
        </p:nvCxnSpPr>
        <p:spPr>
          <a:xfrm flipH="1" flipV="1">
            <a:off x="4355976" y="3294276"/>
            <a:ext cx="430317" cy="48380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39BDE05B-BC32-4A43-92BA-ADCBA05EE2C8}"/>
                  </a:ext>
                </a:extLst>
              </p:cNvPr>
              <p:cNvSpPr txBox="1"/>
              <p:nvPr/>
            </p:nvSpPr>
            <p:spPr>
              <a:xfrm>
                <a:off x="503548" y="5018256"/>
                <a:ext cx="8208912" cy="1222964"/>
              </a:xfrm>
              <a:prstGeom prst="rect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wrap="square" rtlCol="0">
                <a:spAutoFit/>
              </a:bodyPr>
              <a:lstStyle/>
              <a:p>
                <a:r>
                  <a:rPr lang="en-GB" dirty="0"/>
                  <a:t>Questions might take one of two forms: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GB" dirty="0"/>
                  <a:t>Do the division to express as a quotient and a remainder, e.g.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+1</m:t>
                        </m:r>
                      </m:num>
                      <m:den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den>
                    </m:f>
                    <m:r>
                      <a:rPr lang="en-GB" b="0" i="1" smtClean="0">
                        <a:latin typeface="Cambria Math" panose="02040503050406030204" pitchFamily="18" charset="0"/>
                      </a:rPr>
                      <m:t>  →  1+</m:t>
                    </m:r>
                    <m:f>
                      <m:f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den>
                    </m:f>
                  </m:oMath>
                </a14:m>
                <a:endParaRPr lang="en-GB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GB" dirty="0"/>
                  <a:t>Express as partial fractions, e.g.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GB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d>
                          <m:dPr>
                            <m:ctrlPr>
                              <a:rPr lang="en-GB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+1</m:t>
                            </m:r>
                          </m:e>
                        </m:d>
                        <m:d>
                          <m:dPr>
                            <m:ctrlPr>
                              <a:rPr lang="en-GB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−2</m:t>
                            </m:r>
                          </m:e>
                        </m:d>
                      </m:den>
                    </m:f>
                    <m:r>
                      <a:rPr lang="en-GB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num>
                      <m:den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+1</m:t>
                        </m:r>
                      </m:den>
                    </m:f>
                    <m:r>
                      <a:rPr lang="en-GB" b="0" i="1" smtClean="0"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num>
                      <m:den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−2</m:t>
                        </m:r>
                      </m:den>
                    </m:f>
                  </m:oMath>
                </a14:m>
                <a:endParaRPr lang="en-GB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39BDE05B-BC32-4A43-92BA-ADCBA05EE2C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3548" y="5018256"/>
                <a:ext cx="8208912" cy="1222964"/>
              </a:xfrm>
              <a:prstGeom prst="rect">
                <a:avLst/>
              </a:prstGeom>
              <a:blipFill>
                <a:blip r:embed="rId5"/>
                <a:stretch>
                  <a:fillRect l="-519" t="-1463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997501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3CFF99EA-A148-4974-891F-974A7E321A3C}"/>
              </a:ext>
            </a:extLst>
          </p:cNvPr>
          <p:cNvGrpSpPr/>
          <p:nvPr/>
        </p:nvGrpSpPr>
        <p:grpSpPr>
          <a:xfrm>
            <a:off x="0" y="0"/>
            <a:ext cx="9143074" cy="599127"/>
            <a:chOff x="0" y="13335"/>
            <a:chExt cx="9144218" cy="599127"/>
          </a:xfrm>
        </p:grpSpPr>
        <p:sp>
          <p:nvSpPr>
            <p:cNvPr id="3" name="TextBox 32">
              <a:extLst>
                <a:ext uri="{FF2B5EF4-FFF2-40B4-BE49-F238E27FC236}">
                  <a16:creationId xmlns:a16="http://schemas.microsoft.com/office/drawing/2014/main" id="{442F20E0-0037-4900-8A8F-16DBFCBDF044}"/>
                </a:ext>
              </a:extLst>
            </p:cNvPr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sz="3200" dirty="0">
                  <a:latin typeface="+mj-lt"/>
                </a:rPr>
                <a:t>Reducing to Quotient and Remainder</a:t>
              </a:r>
              <a:endParaRPr lang="en-GB" sz="3200" dirty="0"/>
            </a:p>
          </p:txBody>
        </p:sp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3521A877-32C1-41B7-90B4-FEA5040AFF37}"/>
                </a:ext>
              </a:extLst>
            </p:cNvPr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57662281-8C7D-4579-B69F-F572FA61248A}"/>
                  </a:ext>
                </a:extLst>
              </p:cNvPr>
              <p:cNvSpPr txBox="1"/>
              <p:nvPr/>
            </p:nvSpPr>
            <p:spPr>
              <a:xfrm>
                <a:off x="827584" y="908720"/>
                <a:ext cx="7200800" cy="17043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dirty="0"/>
                  <a:t>You know for example that as 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</a:rPr>
                      <m:t>7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÷3=2 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𝑟𝑒𝑚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 1</m:t>
                    </m:r>
                  </m:oMath>
                </a14:m>
                <a:r>
                  <a:rPr lang="en-GB" dirty="0"/>
                  <a:t>, we could write: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7</m:t>
                          </m:r>
                        </m:num>
                        <m:den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den>
                      </m:f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=2+</m:t>
                      </m:r>
                      <m:f>
                        <m:f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den>
                      </m:f>
                    </m:oMath>
                  </m:oMathPara>
                </a14:m>
                <a:endParaRPr lang="en-GB" dirty="0"/>
              </a:p>
              <a:p>
                <a:r>
                  <a:rPr lang="en-GB" dirty="0"/>
                  <a:t>Similarly in general: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𝐹</m:t>
                          </m:r>
                          <m:d>
                            <m:d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</m:num>
                        <m:den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𝑑𝑖𝑣𝑖𝑠𝑜𝑟</m:t>
                          </m:r>
                        </m:den>
                      </m:f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𝑄</m:t>
                      </m:r>
                      <m:d>
                        <m:d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𝑟𝑒𝑚𝑎𝑖𝑛𝑑𝑒𝑟</m:t>
                          </m:r>
                        </m:num>
                        <m:den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𝑑𝑖𝑣𝑖𝑠𝑜𝑟</m:t>
                          </m:r>
                        </m:den>
                      </m:f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57662281-8C7D-4579-B69F-F572FA61248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7584" y="908720"/>
                <a:ext cx="7200800" cy="1704377"/>
              </a:xfrm>
              <a:prstGeom prst="rect">
                <a:avLst/>
              </a:prstGeom>
              <a:blipFill>
                <a:blip r:embed="rId2"/>
                <a:stretch>
                  <a:fillRect l="-762" t="-1786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8FD75992-81B0-4900-81B1-895274421705}"/>
                  </a:ext>
                </a:extLst>
              </p:cNvPr>
              <p:cNvSpPr txBox="1"/>
              <p:nvPr/>
            </p:nvSpPr>
            <p:spPr>
              <a:xfrm>
                <a:off x="466972" y="2983235"/>
                <a:ext cx="8082483" cy="524182"/>
              </a:xfrm>
              <a:prstGeom prst="rect">
                <a:avLst/>
              </a:prstGeom>
              <a:solidFill>
                <a:schemeClr val="bg1"/>
              </a:solid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 wrap="square" rtlCol="0">
                <a:spAutoFit/>
              </a:bodyPr>
              <a:lstStyle/>
              <a:p>
                <a:r>
                  <a:rPr lang="en-GB" b="0" dirty="0"/>
                  <a:t>If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GB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+5</m:t>
                        </m:r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−9</m:t>
                        </m:r>
                      </m:num>
                      <m:den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+2</m:t>
                        </m:r>
                      </m:den>
                    </m:f>
                    <m:r>
                      <a:rPr lang="en-GB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𝐴𝑥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num>
                      <m:den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+2</m:t>
                        </m:r>
                      </m:den>
                    </m:f>
                  </m:oMath>
                </a14:m>
                <a:r>
                  <a:rPr lang="en-GB" dirty="0"/>
                  <a:t>, determine the values of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GB" dirty="0"/>
                  <a:t>,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GB" dirty="0"/>
                  <a:t> and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lang="en-GB" dirty="0"/>
                  <a:t>.</a:t>
                </a: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8FD75992-81B0-4900-81B1-89527442170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6972" y="2983235"/>
                <a:ext cx="8082483" cy="52418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D4434C17-6FCB-401F-AFD9-696BC86A7965}"/>
                  </a:ext>
                </a:extLst>
              </p:cNvPr>
              <p:cNvSpPr txBox="1"/>
              <p:nvPr/>
            </p:nvSpPr>
            <p:spPr>
              <a:xfrm>
                <a:off x="777776" y="3574157"/>
                <a:ext cx="7128792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b="1" dirty="0"/>
                  <a:t>Note first that after dividing </a:t>
                </a:r>
                <a14:m>
                  <m:oMath xmlns:m="http://schemas.openxmlformats.org/officeDocument/2006/math">
                    <m:r>
                      <a:rPr lang="en-GB" b="1" i="1" smtClean="0"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GB" b="1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b="1" i="1" smtClean="0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p>
                        <m:r>
                          <a:rPr lang="en-GB" b="1" i="1" smtClean="0"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  <m:r>
                      <a:rPr lang="en-GB" b="1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GB" b="1" i="1" smtClean="0">
                        <a:latin typeface="Cambria Math" panose="02040503050406030204" pitchFamily="18" charset="0"/>
                      </a:rPr>
                      <m:t>𝟓</m:t>
                    </m:r>
                    <m:r>
                      <a:rPr lang="en-GB" b="1" i="1" smtClean="0"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GB" b="1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GB" b="1" i="1" smtClean="0">
                        <a:latin typeface="Cambria Math" panose="02040503050406030204" pitchFamily="18" charset="0"/>
                      </a:rPr>
                      <m:t>𝟗</m:t>
                    </m:r>
                    <m:r>
                      <a:rPr lang="en-GB" b="1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GB" b="1" dirty="0"/>
                  <a:t> by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GB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b="1" i="1" smtClean="0">
                            <a:latin typeface="Cambria Math" panose="02040503050406030204" pitchFamily="18" charset="0"/>
                          </a:rPr>
                          <m:t>𝒙</m:t>
                        </m:r>
                        <m:r>
                          <a:rPr lang="en-GB" b="1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GB" b="1" i="1" smtClean="0">
                            <a:latin typeface="Cambria Math" panose="02040503050406030204" pitchFamily="18" charset="0"/>
                          </a:rPr>
                          <m:t>𝟐</m:t>
                        </m:r>
                      </m:e>
                    </m:d>
                  </m:oMath>
                </a14:m>
                <a:r>
                  <a:rPr lang="en-GB" b="1" dirty="0"/>
                  <a:t>, </a:t>
                </a:r>
              </a:p>
              <a:p>
                <a14:m>
                  <m:oMath xmlns:m="http://schemas.openxmlformats.org/officeDocument/2006/math">
                    <m:r>
                      <a:rPr lang="en-GB" b="1" i="1" smtClean="0">
                        <a:latin typeface="Cambria Math" panose="02040503050406030204" pitchFamily="18" charset="0"/>
                      </a:rPr>
                      <m:t>𝑨𝒙</m:t>
                    </m:r>
                    <m:r>
                      <a:rPr lang="en-GB" b="1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GB" b="1" i="1" smtClean="0">
                        <a:latin typeface="Cambria Math" panose="02040503050406030204" pitchFamily="18" charset="0"/>
                      </a:rPr>
                      <m:t>𝑩</m:t>
                    </m:r>
                  </m:oMath>
                </a14:m>
                <a:r>
                  <a:rPr lang="en-GB" b="1" dirty="0"/>
                  <a:t> is the quotient and </a:t>
                </a:r>
                <a14:m>
                  <m:oMath xmlns:m="http://schemas.openxmlformats.org/officeDocument/2006/math">
                    <m:r>
                      <a:rPr lang="en-GB" b="1" i="1" smtClean="0">
                        <a:latin typeface="Cambria Math" panose="02040503050406030204" pitchFamily="18" charset="0"/>
                      </a:rPr>
                      <m:t>𝑪</m:t>
                    </m:r>
                  </m:oMath>
                </a14:m>
                <a:r>
                  <a:rPr lang="en-GB" b="1" dirty="0"/>
                  <a:t> the remainder:</a:t>
                </a: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D4434C17-6FCB-401F-AFD9-696BC86A796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7776" y="3574157"/>
                <a:ext cx="7128792" cy="646331"/>
              </a:xfrm>
              <a:prstGeom prst="rect">
                <a:avLst/>
              </a:prstGeom>
              <a:blipFill>
                <a:blip r:embed="rId4"/>
                <a:stretch>
                  <a:fillRect l="-770" t="-3774" b="-15094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DD978F3B-DD28-4105-97E3-F73FF0698322}"/>
                  </a:ext>
                </a:extLst>
              </p:cNvPr>
              <p:cNvSpPr txBox="1"/>
              <p:nvPr/>
            </p:nvSpPr>
            <p:spPr>
              <a:xfrm>
                <a:off x="1971503" y="4725144"/>
                <a:ext cx="141272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+5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−9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DD978F3B-DD28-4105-97E3-F73FF069832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71503" y="4725144"/>
                <a:ext cx="1412726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EA0DACF8-5722-4D47-80B1-B7DA143866E4}"/>
                  </a:ext>
                </a:extLst>
              </p:cNvPr>
              <p:cNvSpPr txBox="1"/>
              <p:nvPr/>
            </p:nvSpPr>
            <p:spPr>
              <a:xfrm>
                <a:off x="769555" y="4725144"/>
                <a:ext cx="1149052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+2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EA0DACF8-5722-4D47-80B1-B7DA143866E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9555" y="4725144"/>
                <a:ext cx="1149052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258610DC-842F-4DF7-BBD1-D0ACEB72AB20}"/>
                  </a:ext>
                </a:extLst>
              </p:cNvPr>
              <p:cNvSpPr txBox="1"/>
              <p:nvPr/>
            </p:nvSpPr>
            <p:spPr>
              <a:xfrm>
                <a:off x="2037124" y="4314404"/>
                <a:ext cx="1149052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 + 3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258610DC-842F-4DF7-BBD1-D0ACEB72AB2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37124" y="4314404"/>
                <a:ext cx="1149052" cy="36933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234291CF-0BE4-44C4-BE63-1EB0C6D318AD}"/>
                  </a:ext>
                </a:extLst>
              </p:cNvPr>
              <p:cNvSpPr txBox="1"/>
              <p:nvPr/>
            </p:nvSpPr>
            <p:spPr>
              <a:xfrm>
                <a:off x="1991404" y="5048756"/>
                <a:ext cx="1149052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+2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234291CF-0BE4-44C4-BE63-1EB0C6D318A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91404" y="5048756"/>
                <a:ext cx="1149052" cy="36933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D45C1E56-1E7F-41C6-834A-EF8B01ABE13A}"/>
                  </a:ext>
                </a:extLst>
              </p:cNvPr>
              <p:cNvSpPr txBox="1"/>
              <p:nvPr/>
            </p:nvSpPr>
            <p:spPr>
              <a:xfrm>
                <a:off x="2509564" y="5357128"/>
                <a:ext cx="1149052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−9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D45C1E56-1E7F-41C6-834A-EF8B01ABE13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09564" y="5357128"/>
                <a:ext cx="1149052" cy="369332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E8BF2AF6-2E6A-4707-8706-297136C4FF07}"/>
                  </a:ext>
                </a:extLst>
              </p:cNvPr>
              <p:cNvSpPr txBox="1"/>
              <p:nvPr/>
            </p:nvSpPr>
            <p:spPr>
              <a:xfrm>
                <a:off x="2509192" y="5627400"/>
                <a:ext cx="1149052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+6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E8BF2AF6-2E6A-4707-8706-297136C4FF0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09192" y="5627400"/>
                <a:ext cx="1149052" cy="369332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6C4EF614-583A-4D5F-BC63-1D958F6A8BAD}"/>
                  </a:ext>
                </a:extLst>
              </p:cNvPr>
              <p:cNvSpPr txBox="1"/>
              <p:nvPr/>
            </p:nvSpPr>
            <p:spPr>
              <a:xfrm>
                <a:off x="2798345" y="5920532"/>
                <a:ext cx="1149052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−15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6C4EF614-583A-4D5F-BC63-1D958F6A8BA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98345" y="5920532"/>
                <a:ext cx="1149052" cy="369332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85C5521C-295F-42B7-8447-75C6220CA4E3}"/>
              </a:ext>
            </a:extLst>
          </p:cNvPr>
          <p:cNvCxnSpPr/>
          <p:nvPr/>
        </p:nvCxnSpPr>
        <p:spPr>
          <a:xfrm>
            <a:off x="906830" y="5069711"/>
            <a:ext cx="947007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5A485090-9C33-4DAD-812E-1A6B465911DC}"/>
              </a:ext>
            </a:extLst>
          </p:cNvPr>
          <p:cNvCxnSpPr>
            <a:cxnSpLocks/>
          </p:cNvCxnSpPr>
          <p:nvPr/>
        </p:nvCxnSpPr>
        <p:spPr>
          <a:xfrm>
            <a:off x="1851338" y="4683736"/>
            <a:ext cx="1532891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E215BC5C-B0FE-4886-9574-164C04214C35}"/>
              </a:ext>
            </a:extLst>
          </p:cNvPr>
          <p:cNvCxnSpPr>
            <a:cxnSpLocks/>
          </p:cNvCxnSpPr>
          <p:nvPr/>
        </p:nvCxnSpPr>
        <p:spPr>
          <a:xfrm flipV="1">
            <a:off x="1851338" y="4683736"/>
            <a:ext cx="0" cy="39550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03145EB8-A1D1-4028-B42D-359A023B1023}"/>
              </a:ext>
            </a:extLst>
          </p:cNvPr>
          <p:cNvCxnSpPr>
            <a:cxnSpLocks/>
          </p:cNvCxnSpPr>
          <p:nvPr/>
        </p:nvCxnSpPr>
        <p:spPr>
          <a:xfrm>
            <a:off x="2037124" y="5369804"/>
            <a:ext cx="858476" cy="2296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C8CFB433-FFC6-4EAF-8E54-EC1B783BF401}"/>
              </a:ext>
            </a:extLst>
          </p:cNvPr>
          <p:cNvCxnSpPr>
            <a:cxnSpLocks/>
          </p:cNvCxnSpPr>
          <p:nvPr/>
        </p:nvCxnSpPr>
        <p:spPr>
          <a:xfrm>
            <a:off x="2525753" y="5938923"/>
            <a:ext cx="858476" cy="2296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B9EA158F-D862-4540-B724-3B98FE4868FB}"/>
                  </a:ext>
                </a:extLst>
              </p:cNvPr>
              <p:cNvSpPr txBox="1"/>
              <p:nvPr/>
            </p:nvSpPr>
            <p:spPr>
              <a:xfrm>
                <a:off x="4342172" y="4881486"/>
                <a:ext cx="4262276" cy="92974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+5</m:t>
                          </m:r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−9</m:t>
                          </m:r>
                        </m:num>
                        <m:den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+2</m:t>
                          </m:r>
                        </m:den>
                      </m:f>
                      <m:r>
                        <a:rPr lang="en-GB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+3−</m:t>
                      </m:r>
                      <m:f>
                        <m:f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15</m:t>
                          </m:r>
                        </m:num>
                        <m:den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+2</m:t>
                          </m:r>
                        </m:den>
                      </m:f>
                    </m:oMath>
                  </m:oMathPara>
                </a14:m>
                <a:endParaRPr lang="en-GB" dirty="0"/>
              </a:p>
              <a:p>
                <a:r>
                  <a:rPr lang="en-GB" dirty="0"/>
                  <a:t>i.e.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=1, 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=3, 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=−15</m:t>
                    </m:r>
                  </m:oMath>
                </a14:m>
                <a:endParaRPr lang="en-GB" dirty="0"/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B9EA158F-D862-4540-B724-3B98FE4868F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42172" y="4881486"/>
                <a:ext cx="4262276" cy="929742"/>
              </a:xfrm>
              <a:prstGeom prst="rect">
                <a:avLst/>
              </a:prstGeom>
              <a:blipFill>
                <a:blip r:embed="rId12"/>
                <a:stretch>
                  <a:fillRect l="-1144" b="-9868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6" name="Arrow: Right 25">
            <a:extLst>
              <a:ext uri="{FF2B5EF4-FFF2-40B4-BE49-F238E27FC236}">
                <a16:creationId xmlns:a16="http://schemas.microsoft.com/office/drawing/2014/main" id="{0A53209E-EAD3-4623-AC01-E80B985B4DEE}"/>
              </a:ext>
            </a:extLst>
          </p:cNvPr>
          <p:cNvSpPr/>
          <p:nvPr/>
        </p:nvSpPr>
        <p:spPr>
          <a:xfrm>
            <a:off x="3658244" y="5229200"/>
            <a:ext cx="518160" cy="188888"/>
          </a:xfrm>
          <a:prstGeom prst="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ABDF0B80-F5FA-46FF-93E7-089099606AB6}"/>
                  </a:ext>
                </a:extLst>
              </p:cNvPr>
              <p:cNvSpPr txBox="1"/>
              <p:nvPr/>
            </p:nvSpPr>
            <p:spPr>
              <a:xfrm>
                <a:off x="4215172" y="5920532"/>
                <a:ext cx="4334284" cy="738664"/>
              </a:xfrm>
              <a:prstGeom prst="rect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wrap="square" rtlCol="0">
                <a:spAutoFit/>
              </a:bodyPr>
              <a:lstStyle/>
              <a:p>
                <a:r>
                  <a:rPr lang="en-GB" sz="1400" b="1" dirty="0"/>
                  <a:t>Fro Tip</a:t>
                </a:r>
                <a:r>
                  <a:rPr lang="en-GB" sz="1400" dirty="0"/>
                  <a:t>: The degree of the quotient is the degree of the original expression minus the degree of the divisor. In this case, the quotient </a:t>
                </a:r>
                <a14:m>
                  <m:oMath xmlns:m="http://schemas.openxmlformats.org/officeDocument/2006/math">
                    <m:r>
                      <a:rPr lang="en-GB" sz="1400" b="0" i="1" smtClean="0">
                        <a:latin typeface="Cambria Math" panose="02040503050406030204" pitchFamily="18" charset="0"/>
                      </a:rPr>
                      <m:t>𝐴𝑥</m:t>
                    </m:r>
                    <m:r>
                      <a:rPr lang="en-GB" sz="1400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GB" sz="1400" b="0" i="1" smtClean="0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GB" sz="1400" dirty="0"/>
                  <a:t> has degree </a:t>
                </a:r>
                <a14:m>
                  <m:oMath xmlns:m="http://schemas.openxmlformats.org/officeDocument/2006/math">
                    <m:r>
                      <a:rPr lang="en-GB" sz="1400" b="0" i="1" smtClean="0">
                        <a:latin typeface="Cambria Math" panose="02040503050406030204" pitchFamily="18" charset="0"/>
                      </a:rPr>
                      <m:t>2−1=1</m:t>
                    </m:r>
                  </m:oMath>
                </a14:m>
                <a:r>
                  <a:rPr lang="en-GB" sz="1400" dirty="0"/>
                  <a:t>.</a:t>
                </a:r>
              </a:p>
            </p:txBody>
          </p:sp>
        </mc:Choice>
        <mc:Fallback xmlns="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ABDF0B80-F5FA-46FF-93E7-089099606AB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15172" y="5920532"/>
                <a:ext cx="4334284" cy="738664"/>
              </a:xfrm>
              <a:prstGeom prst="rect">
                <a:avLst/>
              </a:prstGeom>
              <a:blipFill>
                <a:blip r:embed="rId13"/>
                <a:stretch>
                  <a:fillRect l="-140" b="-640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8" name="Rectangle 27">
            <a:extLst>
              <a:ext uri="{FF2B5EF4-FFF2-40B4-BE49-F238E27FC236}">
                <a16:creationId xmlns:a16="http://schemas.microsoft.com/office/drawing/2014/main" id="{75D1461A-C96F-41A9-A465-E0294C4202D9}"/>
              </a:ext>
            </a:extLst>
          </p:cNvPr>
          <p:cNvSpPr/>
          <p:nvPr/>
        </p:nvSpPr>
        <p:spPr>
          <a:xfrm>
            <a:off x="466972" y="3507417"/>
            <a:ext cx="8082484" cy="3182176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800" dirty="0"/>
              <a:t>?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73F59E0A-8E9E-4C96-904B-7BDF4D7EC3E2}"/>
              </a:ext>
            </a:extLst>
          </p:cNvPr>
          <p:cNvSpPr txBox="1"/>
          <p:nvPr/>
        </p:nvSpPr>
        <p:spPr>
          <a:xfrm>
            <a:off x="4098521" y="2589670"/>
            <a:ext cx="121454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dirty="0"/>
              <a:t>Quotient</a:t>
            </a:r>
          </a:p>
        </p:txBody>
      </p: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87BE2C04-0AF6-4AA7-BFE3-29B212251538}"/>
              </a:ext>
            </a:extLst>
          </p:cNvPr>
          <p:cNvCxnSpPr>
            <a:cxnSpLocks/>
          </p:cNvCxnSpPr>
          <p:nvPr/>
        </p:nvCxnSpPr>
        <p:spPr>
          <a:xfrm flipH="1" flipV="1">
            <a:off x="4356100" y="2482850"/>
            <a:ext cx="127001" cy="15875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883407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2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8"/>
                  </p:tgtEl>
                </p:cond>
              </p:nextCondLst>
            </p:seq>
          </p:childTnLst>
        </p:cTn>
      </p:par>
    </p:tnLst>
    <p:bldLst>
      <p:bldP spid="28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1256367D-8D00-4F8C-8308-45260D1F42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6744" y="2916287"/>
            <a:ext cx="4608512" cy="3941713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B2E2F8BA-744E-4141-9BE2-AC9B51D02CF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6744" y="1136070"/>
            <a:ext cx="6846354" cy="1788997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632DC24-A8CD-40FD-8756-D0397139C3EE}"/>
              </a:ext>
            </a:extLst>
          </p:cNvPr>
          <p:cNvSpPr txBox="1"/>
          <p:nvPr/>
        </p:nvSpPr>
        <p:spPr>
          <a:xfrm>
            <a:off x="416744" y="766739"/>
            <a:ext cx="2520280" cy="369332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GB" dirty="0"/>
              <a:t>Edexcel C4 June 2013 Q1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E582A935-E90B-4CC5-AA48-58899628B900}"/>
              </a:ext>
            </a:extLst>
          </p:cNvPr>
          <p:cNvGrpSpPr/>
          <p:nvPr/>
        </p:nvGrpSpPr>
        <p:grpSpPr>
          <a:xfrm>
            <a:off x="0" y="0"/>
            <a:ext cx="9144000" cy="599127"/>
            <a:chOff x="0" y="13335"/>
            <a:chExt cx="9144218" cy="599127"/>
          </a:xfrm>
        </p:grpSpPr>
        <p:sp>
          <p:nvSpPr>
            <p:cNvPr id="5" name="TextBox 32">
              <a:extLst>
                <a:ext uri="{FF2B5EF4-FFF2-40B4-BE49-F238E27FC236}">
                  <a16:creationId xmlns:a16="http://schemas.microsoft.com/office/drawing/2014/main" id="{7F78FCDF-FC83-47C8-822A-F9E19EBA9DF3}"/>
                </a:ext>
              </a:extLst>
            </p:cNvPr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sz="3200" dirty="0"/>
                <a:t>Test Your Understanding</a:t>
              </a:r>
            </a:p>
          </p:txBody>
        </p:sp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A1E7AF48-BC0C-4821-8D0C-3DE5E3C2FD99}"/>
                </a:ext>
              </a:extLst>
            </p:cNvPr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CDB1FD8F-E18A-4972-9D0D-EF73017EF438}"/>
                  </a:ext>
                </a:extLst>
              </p:cNvPr>
              <p:cNvSpPr txBox="1"/>
              <p:nvPr/>
            </p:nvSpPr>
            <p:spPr>
              <a:xfrm>
                <a:off x="6204868" y="992544"/>
                <a:ext cx="2736304" cy="954107"/>
              </a:xfrm>
              <a:prstGeom prst="rect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wrap="square" rtlCol="0">
                <a:spAutoFit/>
              </a:bodyPr>
              <a:lstStyle/>
              <a:p>
                <a:r>
                  <a:rPr lang="en-GB" sz="1400" b="1" dirty="0"/>
                  <a:t>Fro Tip</a:t>
                </a:r>
                <a:r>
                  <a:rPr lang="en-GB" sz="1400" dirty="0"/>
                  <a:t>: There’s a missing </a:t>
                </a:r>
                <a14:m>
                  <m:oMath xmlns:m="http://schemas.openxmlformats.org/officeDocument/2006/math">
                    <m:r>
                      <a:rPr lang="en-GB" sz="1400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GB" sz="1400" dirty="0"/>
                  <a:t> term in the numerator and missing </a:t>
                </a:r>
                <a14:m>
                  <m:oMath xmlns:m="http://schemas.openxmlformats.org/officeDocument/2006/math">
                    <m:r>
                      <a:rPr lang="en-GB" sz="1400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GB" sz="1400" dirty="0"/>
                  <a:t> term in the denominator. Use </a:t>
                </a:r>
                <a14:m>
                  <m:oMath xmlns:m="http://schemas.openxmlformats.org/officeDocument/2006/math">
                    <m:r>
                      <a:rPr lang="en-GB" sz="1400" b="0" i="1" smtClean="0">
                        <a:latin typeface="Cambria Math" panose="02040503050406030204" pitchFamily="18" charset="0"/>
                      </a:rPr>
                      <m:t>+0</m:t>
                    </m:r>
                    <m:r>
                      <a:rPr lang="en-GB" sz="1400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GB" sz="1400" dirty="0"/>
                  <a:t> to avoid gaps.</a:t>
                </a: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CDB1FD8F-E18A-4972-9D0D-EF73017EF43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04868" y="992544"/>
                <a:ext cx="2736304" cy="954107"/>
              </a:xfrm>
              <a:prstGeom prst="rect">
                <a:avLst/>
              </a:prstGeom>
              <a:blipFill>
                <a:blip r:embed="rId4"/>
                <a:stretch>
                  <a:fillRect l="-221" r="-662" b="-437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C13BE3AD-138A-4848-821B-D999C014488F}"/>
                  </a:ext>
                </a:extLst>
              </p:cNvPr>
              <p:cNvSpPr txBox="1"/>
              <p:nvPr/>
            </p:nvSpPr>
            <p:spPr>
              <a:xfrm>
                <a:off x="5186660" y="4316709"/>
                <a:ext cx="3754512" cy="1322734"/>
              </a:xfrm>
              <a:prstGeom prst="rect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wrap="square" rtlCol="0">
                <a:spAutoFit/>
              </a:bodyPr>
              <a:lstStyle/>
              <a:p>
                <a:r>
                  <a:rPr lang="en-GB" sz="1600" dirty="0"/>
                  <a:t>An alternative (but probably harder) approach is to write: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600" b="0" i="1" smtClean="0">
                          <a:latin typeface="Cambria Math" panose="02040503050406030204" pitchFamily="18" charset="0"/>
                        </a:rPr>
                        <m:t>3</m:t>
                      </m:r>
                      <m:sSup>
                        <m:sSupPr>
                          <m:ctrlPr>
                            <a:rPr lang="en-GB" sz="16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p>
                      </m:sSup>
                      <m:r>
                        <a:rPr lang="en-GB" sz="1600" b="0" i="1" smtClean="0">
                          <a:latin typeface="Cambria Math" panose="02040503050406030204" pitchFamily="18" charset="0"/>
                        </a:rPr>
                        <m:t>−2</m:t>
                      </m:r>
                      <m:sSup>
                        <m:sSupPr>
                          <m:ctrlPr>
                            <a:rPr lang="en-GB" sz="16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p>
                      <m:r>
                        <a:rPr lang="en-GB" sz="1600" b="0" i="1" smtClean="0">
                          <a:latin typeface="Cambria Math" panose="02040503050406030204" pitchFamily="18" charset="0"/>
                        </a:rPr>
                        <m:t>−5</m:t>
                      </m:r>
                      <m:sSup>
                        <m:sSupPr>
                          <m:ctrlPr>
                            <a:rPr lang="en-GB" sz="16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sz="1600" b="0" i="1" smtClean="0">
                          <a:latin typeface="Cambria Math" panose="02040503050406030204" pitchFamily="18" charset="0"/>
                        </a:rPr>
                        <m:t>−4≡</m:t>
                      </m:r>
                      <m:d>
                        <m:dPr>
                          <m:ctrlPr>
                            <a:rPr lang="en-GB" sz="16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  <m:sSup>
                            <m:sSupPr>
                              <m:ctrlPr>
                                <a:rPr lang="en-GB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sz="16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GB" sz="16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𝑏𝑥</m:t>
                          </m:r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</m:d>
                      <m:d>
                        <m:dPr>
                          <m:ctrlPr>
                            <a:rPr lang="en-GB" sz="16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GB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sz="16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GB" sz="16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−4</m:t>
                          </m:r>
                        </m:e>
                      </m:d>
                      <m:r>
                        <a:rPr lang="en-GB" sz="16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sz="1600" b="0" i="1" smtClean="0">
                          <a:latin typeface="Cambria Math" panose="02040503050406030204" pitchFamily="18" charset="0"/>
                        </a:rPr>
                        <m:t>𝑑𝑥</m:t>
                      </m:r>
                      <m:r>
                        <a:rPr lang="en-GB" sz="16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sz="1600" b="0" i="1" smtClean="0">
                          <a:latin typeface="Cambria Math" panose="02040503050406030204" pitchFamily="18" charset="0"/>
                        </a:rPr>
                        <m:t>𝑒</m:t>
                      </m:r>
                    </m:oMath>
                  </m:oMathPara>
                </a14:m>
                <a:endParaRPr lang="en-GB" sz="1600" dirty="0"/>
              </a:p>
              <a:p>
                <a:r>
                  <a:rPr lang="en-GB" sz="1600" dirty="0"/>
                  <a:t>and to then compare coefficients.</a:t>
                </a: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C13BE3AD-138A-4848-821B-D999C014488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86660" y="4316709"/>
                <a:ext cx="3754512" cy="1322734"/>
              </a:xfrm>
              <a:prstGeom prst="rect">
                <a:avLst/>
              </a:prstGeom>
              <a:blipFill>
                <a:blip r:embed="rId5"/>
                <a:stretch>
                  <a:fillRect l="-645" t="-452" b="-4072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Rectangle 9">
            <a:extLst>
              <a:ext uri="{FF2B5EF4-FFF2-40B4-BE49-F238E27FC236}">
                <a16:creationId xmlns:a16="http://schemas.microsoft.com/office/drawing/2014/main" id="{E2B03D98-2FC3-42DD-AAC9-6B30CFF9DE79}"/>
              </a:ext>
            </a:extLst>
          </p:cNvPr>
          <p:cNvSpPr/>
          <p:nvPr/>
        </p:nvSpPr>
        <p:spPr>
          <a:xfrm>
            <a:off x="416744" y="2925066"/>
            <a:ext cx="8524428" cy="3932933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800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13228099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"/>
                  </p:tgtEl>
                </p:cond>
              </p:nextCondLst>
            </p:seq>
          </p:childTnLst>
        </p:cTn>
      </p:par>
    </p:tnLst>
    <p:bldLst>
      <p:bldP spid="10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0" y="0"/>
            <a:ext cx="9144000" cy="599127"/>
            <a:chOff x="0" y="13335"/>
            <a:chExt cx="9144218" cy="599127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sz="3200" dirty="0"/>
                <a:t>Dealing with Improper Fractions</a:t>
              </a:r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827583" y="764705"/>
                <a:ext cx="7767015" cy="559897"/>
              </a:xfrm>
              <a:prstGeom prst="rect">
                <a:avLst/>
              </a:prstGeom>
              <a:solidFill>
                <a:schemeClr val="bg1"/>
              </a:solid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 wrap="square" rtlCol="0">
                <a:spAutoFit/>
              </a:bodyPr>
              <a:lstStyle/>
              <a:p>
                <a:r>
                  <a:rPr lang="en-GB" dirty="0"/>
                  <a:t>Split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3</m:t>
                        </m:r>
                        <m:sSup>
                          <m:sSupPr>
                            <m:ctrlPr>
                              <a:rPr lang="en-GB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−3</m:t>
                        </m:r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−2</m:t>
                        </m:r>
                      </m:num>
                      <m:den>
                        <m:d>
                          <m:dPr>
                            <m:ctrlPr>
                              <a:rPr lang="en-GB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−1</m:t>
                            </m:r>
                          </m:e>
                        </m:d>
                        <m:d>
                          <m:dPr>
                            <m:ctrlPr>
                              <a:rPr lang="en-GB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−2</m:t>
                            </m:r>
                          </m:e>
                        </m:d>
                      </m:den>
                    </m:f>
                  </m:oMath>
                </a14:m>
                <a:r>
                  <a:rPr lang="en-GB" dirty="0"/>
                  <a:t> into partial fractions.</a:t>
                </a:r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7583" y="764705"/>
                <a:ext cx="7767015" cy="559897"/>
              </a:xfrm>
              <a:prstGeom prst="rect">
                <a:avLst/>
              </a:prstGeom>
              <a:blipFill rotWithShape="0">
                <a:blip r:embed="rId2"/>
                <a:stretch>
                  <a:fillRect/>
                </a:stretch>
              </a:blip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Rectangle 5"/>
          <p:cNvSpPr/>
          <p:nvPr/>
        </p:nvSpPr>
        <p:spPr>
          <a:xfrm>
            <a:off x="395536" y="764704"/>
            <a:ext cx="432048" cy="559897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b="1" dirty="0"/>
              <a:t>Q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298171" y="2132856"/>
                <a:ext cx="3265718" cy="459478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3</m:t>
                          </m:r>
                          <m:sSup>
                            <m:sSup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−3</m:t>
                          </m:r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−2</m:t>
                          </m:r>
                        </m:num>
                        <m:den>
                          <m:d>
                            <m:d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e>
                          </m:d>
                          <m:d>
                            <m:d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−2</m:t>
                              </m:r>
                            </m:e>
                          </m:d>
                        </m:den>
                      </m:f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≡</m:t>
                      </m:r>
                      <m:f>
                        <m:f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  <m:sSup>
                            <m:sSup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−3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−2</m:t>
                          </m:r>
                        </m:num>
                        <m:den>
                          <m:sSup>
                            <m:sSup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−3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+2</m:t>
                          </m:r>
                        </m:den>
                      </m:f>
                    </m:oMath>
                  </m:oMathPara>
                </a14:m>
                <a:endParaRPr lang="en-GB" dirty="0"/>
              </a:p>
              <a:p>
                <a:endParaRPr lang="en-GB" dirty="0"/>
              </a:p>
              <a:p>
                <a:r>
                  <a:rPr lang="en-GB" dirty="0"/>
                  <a:t>Dividing algebraically gives: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3+</m:t>
                      </m:r>
                      <m:f>
                        <m:f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6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−8</m:t>
                          </m:r>
                        </m:num>
                        <m:den>
                          <m:sSup>
                            <m:sSup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−3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+2</m:t>
                          </m:r>
                        </m:den>
                      </m:f>
                    </m:oMath>
                  </m:oMathPara>
                </a14:m>
                <a:endParaRPr lang="en-GB" b="0" dirty="0"/>
              </a:p>
              <a:p>
                <a:r>
                  <a:rPr lang="en-GB" dirty="0"/>
                  <a:t>Turn numerator back: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=3+</m:t>
                      </m:r>
                      <m:f>
                        <m:f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6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−8</m:t>
                          </m:r>
                        </m:num>
                        <m:den>
                          <m:d>
                            <m:d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e>
                          </m:d>
                          <m:d>
                            <m:d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−2</m:t>
                              </m:r>
                            </m:e>
                          </m:d>
                        </m:den>
                      </m:f>
                    </m:oMath>
                  </m:oMathPara>
                </a14:m>
                <a:endParaRPr lang="en-GB" dirty="0"/>
              </a:p>
              <a:p>
                <a:endParaRPr lang="en-GB" dirty="0"/>
              </a:p>
              <a:p>
                <a:r>
                  <a:rPr lang="en-GB" dirty="0"/>
                  <a:t>Let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6</m:t>
                        </m:r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−8</m:t>
                        </m:r>
                      </m:num>
                      <m:den>
                        <m:d>
                          <m:dPr>
                            <m:ctrlPr>
                              <a:rPr lang="en-GB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−1</m:t>
                            </m:r>
                          </m:e>
                        </m:d>
                        <m:d>
                          <m:dPr>
                            <m:ctrlPr>
                              <a:rPr lang="en-GB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−2</m:t>
                            </m:r>
                          </m:e>
                        </m:d>
                      </m:den>
                    </m:f>
                    <m:r>
                      <a:rPr lang="en-GB" b="0" i="1" smtClean="0">
                        <a:latin typeface="Cambria Math" panose="02040503050406030204" pitchFamily="18" charset="0"/>
                      </a:rPr>
                      <m:t>≡</m:t>
                    </m:r>
                    <m:f>
                      <m:f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num>
                      <m:den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den>
                    </m:f>
                    <m:r>
                      <a:rPr lang="en-GB" b="0" i="1" smtClean="0"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num>
                      <m:den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−2</m:t>
                        </m:r>
                      </m:den>
                    </m:f>
                  </m:oMath>
                </a14:m>
                <a:endParaRPr lang="en-GB" dirty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=2</m:t>
                      </m:r>
                    </m:oMath>
                  </m:oMathPara>
                </a14:m>
                <a:endParaRPr lang="en-GB" b="0" dirty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=4</m:t>
                      </m:r>
                    </m:oMath>
                  </m:oMathPara>
                </a14:m>
                <a:endParaRPr lang="en-GB" dirty="0"/>
              </a:p>
              <a:p>
                <a:endParaRPr lang="en-GB" dirty="0"/>
              </a:p>
              <a:p>
                <a:r>
                  <a:rPr lang="en-GB" dirty="0"/>
                  <a:t>So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GB" b="1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b="1" i="1">
                            <a:latin typeface="Cambria Math" panose="02040503050406030204" pitchFamily="18" charset="0"/>
                          </a:rPr>
                          <m:t>𝟑</m:t>
                        </m:r>
                        <m:sSup>
                          <m:sSupPr>
                            <m:ctrlPr>
                              <a:rPr lang="en-GB" b="1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GB" b="1" i="1"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  <m:sup>
                            <m:r>
                              <a:rPr lang="en-GB" b="1" i="1"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p>
                        </m:sSup>
                        <m:r>
                          <a:rPr lang="en-GB" b="1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GB" b="1" i="1">
                            <a:latin typeface="Cambria Math" panose="02040503050406030204" pitchFamily="18" charset="0"/>
                          </a:rPr>
                          <m:t>𝟑</m:t>
                        </m:r>
                        <m:r>
                          <a:rPr lang="en-GB" b="1" i="1">
                            <a:latin typeface="Cambria Math" panose="02040503050406030204" pitchFamily="18" charset="0"/>
                          </a:rPr>
                          <m:t>𝒙</m:t>
                        </m:r>
                        <m:r>
                          <a:rPr lang="en-GB" b="1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GB" b="1" i="1">
                            <a:latin typeface="Cambria Math" panose="02040503050406030204" pitchFamily="18" charset="0"/>
                          </a:rPr>
                          <m:t>𝟐</m:t>
                        </m:r>
                      </m:num>
                      <m:den>
                        <m:d>
                          <m:dPr>
                            <m:ctrlPr>
                              <a:rPr lang="en-GB" b="1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GB" b="1" i="1">
                                <a:latin typeface="Cambria Math" panose="02040503050406030204" pitchFamily="18" charset="0"/>
                              </a:rPr>
                              <m:t>𝒙</m:t>
                            </m:r>
                            <m:r>
                              <a:rPr lang="en-GB" b="1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GB" b="1" i="1">
                                <a:latin typeface="Cambria Math" panose="02040503050406030204" pitchFamily="18" charset="0"/>
                              </a:rPr>
                              <m:t>𝟏</m:t>
                            </m:r>
                          </m:e>
                        </m:d>
                        <m:d>
                          <m:dPr>
                            <m:ctrlPr>
                              <a:rPr lang="en-GB" b="1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GB" b="1" i="1">
                                <a:latin typeface="Cambria Math" panose="02040503050406030204" pitchFamily="18" charset="0"/>
                              </a:rPr>
                              <m:t>𝒙</m:t>
                            </m:r>
                            <m:r>
                              <a:rPr lang="en-GB" b="1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GB" b="1" i="1">
                                <a:latin typeface="Cambria Math" panose="02040503050406030204" pitchFamily="18" charset="0"/>
                              </a:rPr>
                              <m:t>𝟐</m:t>
                            </m:r>
                          </m:e>
                        </m:d>
                      </m:den>
                    </m:f>
                    <m:r>
                      <a:rPr lang="en-GB" b="1" i="1" smtClean="0">
                        <a:latin typeface="Cambria Math" panose="02040503050406030204" pitchFamily="18" charset="0"/>
                      </a:rPr>
                      <m:t>≡</m:t>
                    </m:r>
                    <m:r>
                      <a:rPr lang="en-GB" b="1" i="1" smtClean="0">
                        <a:latin typeface="Cambria Math" panose="02040503050406030204" pitchFamily="18" charset="0"/>
                      </a:rPr>
                      <m:t>𝟑</m:t>
                    </m:r>
                    <m:r>
                      <a:rPr lang="en-GB" b="1" i="1" smtClean="0"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en-GB" b="1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b="1" i="1" smtClean="0">
                            <a:latin typeface="Cambria Math" panose="02040503050406030204" pitchFamily="18" charset="0"/>
                          </a:rPr>
                          <m:t>𝟐</m:t>
                        </m:r>
                      </m:num>
                      <m:den>
                        <m:r>
                          <a:rPr lang="en-GB" b="1" i="1" smtClean="0">
                            <a:latin typeface="Cambria Math" panose="02040503050406030204" pitchFamily="18" charset="0"/>
                          </a:rPr>
                          <m:t>𝒙</m:t>
                        </m:r>
                        <m:r>
                          <a:rPr lang="en-GB" b="1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GB" b="1" i="1" smtClean="0">
                            <a:latin typeface="Cambria Math" panose="02040503050406030204" pitchFamily="18" charset="0"/>
                          </a:rPr>
                          <m:t>𝟏</m:t>
                        </m:r>
                      </m:den>
                    </m:f>
                    <m:r>
                      <a:rPr lang="en-GB" b="1" i="1" smtClean="0"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en-GB" b="1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b="1" i="1" smtClean="0">
                            <a:latin typeface="Cambria Math" panose="02040503050406030204" pitchFamily="18" charset="0"/>
                          </a:rPr>
                          <m:t>𝟒</m:t>
                        </m:r>
                      </m:num>
                      <m:den>
                        <m:r>
                          <a:rPr lang="en-GB" b="1" i="1" smtClean="0">
                            <a:latin typeface="Cambria Math" panose="02040503050406030204" pitchFamily="18" charset="0"/>
                          </a:rPr>
                          <m:t>𝒙</m:t>
                        </m:r>
                        <m:r>
                          <a:rPr lang="en-GB" b="1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GB" b="1" i="1" smtClean="0">
                            <a:latin typeface="Cambria Math" panose="02040503050406030204" pitchFamily="18" charset="0"/>
                          </a:rPr>
                          <m:t>𝟐</m:t>
                        </m:r>
                      </m:den>
                    </m:f>
                  </m:oMath>
                </a14:m>
                <a:endParaRPr lang="en-GB" b="1" dirty="0"/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8171" y="2132856"/>
                <a:ext cx="3265718" cy="4594784"/>
              </a:xfrm>
              <a:prstGeom prst="rect">
                <a:avLst/>
              </a:prstGeom>
              <a:blipFill rotWithShape="0">
                <a:blip r:embed="rId3"/>
                <a:stretch>
                  <a:fillRect l="-1679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Box 7"/>
          <p:cNvSpPr txBox="1"/>
          <p:nvPr/>
        </p:nvSpPr>
        <p:spPr>
          <a:xfrm>
            <a:off x="323528" y="1628800"/>
            <a:ext cx="3240360" cy="369332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GB" b="1" dirty="0"/>
              <a:t>Method 1</a:t>
            </a:r>
            <a:r>
              <a:rPr lang="en-GB" dirty="0"/>
              <a:t>: Algebraic Division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067944" y="1628800"/>
            <a:ext cx="4526654" cy="369332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GB" b="1" dirty="0"/>
              <a:t>Method 2</a:t>
            </a:r>
            <a:r>
              <a:rPr lang="en-GB" dirty="0"/>
              <a:t>: Using One Identity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/>
              <p:cNvSpPr txBox="1"/>
              <p:nvPr/>
            </p:nvSpPr>
            <p:spPr>
              <a:xfrm>
                <a:off x="4067944" y="2348880"/>
                <a:ext cx="4464496" cy="317952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dirty="0"/>
                  <a:t>Let: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3</m:t>
                          </m:r>
                          <m:sSup>
                            <m:sSup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−3</m:t>
                          </m:r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−2</m:t>
                          </m:r>
                        </m:num>
                        <m:den>
                          <m:d>
                            <m:d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e>
                          </m:d>
                          <m:d>
                            <m:d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−2</m:t>
                              </m:r>
                            </m:e>
                          </m:d>
                        </m:den>
                      </m:f>
                      <m:r>
                        <a:rPr lang="en-GB" i="1">
                          <a:latin typeface="Cambria Math" panose="02040503050406030204" pitchFamily="18" charset="0"/>
                        </a:rPr>
                        <m:t>≡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num>
                        <m:den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den>
                      </m:f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num>
                        <m:den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−2</m:t>
                          </m:r>
                        </m:den>
                      </m:f>
                    </m:oMath>
                  </m:oMathPara>
                </a14:m>
                <a:endParaRPr lang="en-GB" b="0" dirty="0"/>
              </a:p>
              <a:p>
                <a:endParaRPr lang="en-GB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3</m:t>
                      </m:r>
                      <m:sSup>
                        <m:sSup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−3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−2≡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𝐴</m:t>
                      </m:r>
                      <m:d>
                        <m:d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e>
                      </m:d>
                      <m:d>
                        <m:d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−2</m:t>
                          </m:r>
                        </m:e>
                      </m:d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𝐵</m:t>
                      </m:r>
                      <m:d>
                        <m:d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−2</m:t>
                          </m:r>
                        </m:e>
                      </m:d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𝐶</m:t>
                      </m:r>
                      <m:d>
                        <m:d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e>
                      </m:d>
                    </m:oMath>
                  </m:oMathPara>
                </a14:m>
                <a:endParaRPr lang="en-GB" b="0" dirty="0"/>
              </a:p>
              <a:p>
                <a:endParaRPr lang="en-GB" dirty="0"/>
              </a:p>
              <a:p>
                <a:r>
                  <a:rPr lang="en-GB" dirty="0"/>
                  <a:t>If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=2</m:t>
                    </m:r>
                  </m:oMath>
                </a14:m>
                <a:r>
                  <a:rPr lang="en-GB" dirty="0"/>
                  <a:t>: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4=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endParaRPr lang="en-GB" b="0" dirty="0"/>
              </a:p>
              <a:p>
                <a:r>
                  <a:rPr lang="en-GB" dirty="0"/>
                  <a:t>If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en-GB" dirty="0"/>
                  <a:t>: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−2=−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  →  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=2</m:t>
                    </m:r>
                  </m:oMath>
                </a14:m>
                <a:endParaRPr lang="en-GB" dirty="0"/>
              </a:p>
              <a:p>
                <a:r>
                  <a:rPr lang="en-GB" dirty="0"/>
                  <a:t>Comparing coefficients of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GB" dirty="0"/>
                  <a:t>:</a:t>
                </a:r>
              </a:p>
              <a:p>
                <a:r>
                  <a:rPr lang="en-GB" dirty="0"/>
                  <a:t>     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3=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endParaRPr lang="en-GB" dirty="0"/>
              </a:p>
            </p:txBody>
          </p:sp>
        </mc:Choice>
        <mc:Fallback xmlns=""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67944" y="2348880"/>
                <a:ext cx="4464496" cy="3179525"/>
              </a:xfrm>
              <a:prstGeom prst="rect">
                <a:avLst/>
              </a:prstGeom>
              <a:blipFill rotWithShape="0">
                <a:blip r:embed="rId4"/>
                <a:stretch>
                  <a:fillRect l="-1091" t="-958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TextBox 10"/>
          <p:cNvSpPr txBox="1"/>
          <p:nvPr/>
        </p:nvSpPr>
        <p:spPr>
          <a:xfrm>
            <a:off x="4067944" y="5681766"/>
            <a:ext cx="4176464" cy="584775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GB" sz="1600" b="1" dirty="0"/>
              <a:t>Note</a:t>
            </a:r>
            <a:r>
              <a:rPr lang="en-GB" sz="1600" dirty="0"/>
              <a:t>: Mark-schemes give “using-one-identity” as “Method 1” – implying more standard!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2F87029-9E20-F9D8-7BD6-F50F538B0F51}"/>
              </a:ext>
            </a:extLst>
          </p:cNvPr>
          <p:cNvSpPr/>
          <p:nvPr/>
        </p:nvSpPr>
        <p:spPr>
          <a:xfrm>
            <a:off x="323528" y="1998132"/>
            <a:ext cx="3240360" cy="4729508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800" dirty="0"/>
              <a:t>?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EF99015-BA00-20F5-E3E2-479D8121E2F4}"/>
              </a:ext>
            </a:extLst>
          </p:cNvPr>
          <p:cNvSpPr/>
          <p:nvPr/>
        </p:nvSpPr>
        <p:spPr>
          <a:xfrm>
            <a:off x="4067942" y="1998133"/>
            <a:ext cx="4526655" cy="4729508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800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30973869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2"/>
                  </p:tgtEl>
                </p:cond>
              </p:nextCondLst>
            </p:seq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</p:childTnLst>
        </p:cTn>
      </p:par>
    </p:tnLst>
    <p:bldLst>
      <p:bldP spid="12" grpId="0" animBg="1"/>
      <p:bldP spid="13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0" y="0"/>
            <a:ext cx="9144000" cy="599127"/>
            <a:chOff x="0" y="13335"/>
            <a:chExt cx="9144218" cy="599127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sz="3200" dirty="0"/>
                <a:t>Test Your Understanding</a:t>
              </a:r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7544" y="1175489"/>
            <a:ext cx="5512612" cy="936104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sp>
        <p:nvSpPr>
          <p:cNvPr id="6" name="TextBox 5"/>
          <p:cNvSpPr txBox="1"/>
          <p:nvPr/>
        </p:nvSpPr>
        <p:spPr>
          <a:xfrm>
            <a:off x="467544" y="817539"/>
            <a:ext cx="1944216" cy="369332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GB" dirty="0"/>
              <a:t>C4 Jan 2013 Q3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1560" y="2348880"/>
            <a:ext cx="7825936" cy="4032448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323528" y="2346593"/>
            <a:ext cx="8208912" cy="4381046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800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38607676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"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0" y="0"/>
            <a:ext cx="9143074" cy="599127"/>
            <a:chOff x="0" y="13335"/>
            <a:chExt cx="9144218" cy="599127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sz="3200" dirty="0">
                  <a:latin typeface="+mj-lt"/>
                </a:rPr>
                <a:t>Exercise 1.5</a:t>
              </a:r>
              <a:endParaRPr lang="en-GB" sz="3200" dirty="0"/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sp>
        <p:nvSpPr>
          <p:cNvPr id="5" name="TextBox 4"/>
          <p:cNvSpPr txBox="1"/>
          <p:nvPr/>
        </p:nvSpPr>
        <p:spPr>
          <a:xfrm>
            <a:off x="395536" y="725840"/>
            <a:ext cx="792088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/>
              <a:t>Pearson Pure Mathematics Year 2/AS</a:t>
            </a:r>
          </a:p>
          <a:p>
            <a:r>
              <a:rPr lang="en-GB" sz="2400" dirty="0"/>
              <a:t>Page 4</a:t>
            </a:r>
          </a:p>
        </p:txBody>
      </p:sp>
      <p:cxnSp>
        <p:nvCxnSpPr>
          <p:cNvPr id="6" name="Straight Connector 5"/>
          <p:cNvCxnSpPr/>
          <p:nvPr/>
        </p:nvCxnSpPr>
        <p:spPr>
          <a:xfrm>
            <a:off x="0" y="1739717"/>
            <a:ext cx="914400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5565813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0" y="0"/>
            <a:ext cx="9143074" cy="599127"/>
            <a:chOff x="0" y="13335"/>
            <a:chExt cx="9144218" cy="599127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sz="3200" dirty="0"/>
                <a:t>Homework Exercise</a:t>
              </a:r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pic>
        <p:nvPicPr>
          <p:cNvPr id="6" name="Picture 5">
            <a:extLst>
              <a:ext uri="{FF2B5EF4-FFF2-40B4-BE49-F238E27FC236}">
                <a16:creationId xmlns:a16="http://schemas.microsoft.com/office/drawing/2014/main" id="{C64A3B99-D810-4D9A-AD9A-AD6C0E5088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4253" y="980728"/>
            <a:ext cx="8134350" cy="5076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605372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9033AC-846C-1B51-B0D6-66FCEF5199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8A33E61B-5971-C1CA-63B6-84D4E8CD15B9}"/>
              </a:ext>
            </a:extLst>
          </p:cNvPr>
          <p:cNvGrpSpPr/>
          <p:nvPr/>
        </p:nvGrpSpPr>
        <p:grpSpPr>
          <a:xfrm>
            <a:off x="0" y="0"/>
            <a:ext cx="9143074" cy="599127"/>
            <a:chOff x="0" y="13335"/>
            <a:chExt cx="9144218" cy="599127"/>
          </a:xfrm>
        </p:grpSpPr>
        <p:sp>
          <p:nvSpPr>
            <p:cNvPr id="3" name="TextBox 32">
              <a:extLst>
                <a:ext uri="{FF2B5EF4-FFF2-40B4-BE49-F238E27FC236}">
                  <a16:creationId xmlns:a16="http://schemas.microsoft.com/office/drawing/2014/main" id="{91569A6F-F775-6BAD-E18A-F451C7CF95D5}"/>
                </a:ext>
              </a:extLst>
            </p:cNvPr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sz="3200" dirty="0"/>
                <a:t>Homework Exercise</a:t>
              </a:r>
            </a:p>
          </p:txBody>
        </p:sp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24CF18F9-8040-27F2-298F-E639F1017697}"/>
                </a:ext>
              </a:extLst>
            </p:cNvPr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pic>
        <p:nvPicPr>
          <p:cNvPr id="6" name="Picture 5">
            <a:extLst>
              <a:ext uri="{FF2B5EF4-FFF2-40B4-BE49-F238E27FC236}">
                <a16:creationId xmlns:a16="http://schemas.microsoft.com/office/drawing/2014/main" id="{0EF7531B-AB1B-4252-F7C9-CFF104B618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4278" y="1126976"/>
            <a:ext cx="7734300" cy="3886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120229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E29175-DCDB-EB76-10BB-C602FAB84C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493A88CE-89C4-7F59-7A4F-64CE073FC36C}"/>
              </a:ext>
            </a:extLst>
          </p:cNvPr>
          <p:cNvGrpSpPr/>
          <p:nvPr/>
        </p:nvGrpSpPr>
        <p:grpSpPr>
          <a:xfrm>
            <a:off x="0" y="0"/>
            <a:ext cx="9143074" cy="599127"/>
            <a:chOff x="0" y="13335"/>
            <a:chExt cx="9144218" cy="599127"/>
          </a:xfrm>
        </p:grpSpPr>
        <p:sp>
          <p:nvSpPr>
            <p:cNvPr id="3" name="TextBox 32">
              <a:extLst>
                <a:ext uri="{FF2B5EF4-FFF2-40B4-BE49-F238E27FC236}">
                  <a16:creationId xmlns:a16="http://schemas.microsoft.com/office/drawing/2014/main" id="{EDFB63DF-BB1C-8564-9BA4-46E4F94F6BF9}"/>
                </a:ext>
              </a:extLst>
            </p:cNvPr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sz="3200" dirty="0"/>
                <a:t>Homework Exercise</a:t>
              </a:r>
            </a:p>
          </p:txBody>
        </p:sp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9EA6B00D-0600-15B3-4856-5B9D9205667F}"/>
                </a:ext>
              </a:extLst>
            </p:cNvPr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pic>
        <p:nvPicPr>
          <p:cNvPr id="7" name="Picture 6">
            <a:extLst>
              <a:ext uri="{FF2B5EF4-FFF2-40B4-BE49-F238E27FC236}">
                <a16:creationId xmlns:a16="http://schemas.microsoft.com/office/drawing/2014/main" id="{682AB661-ED27-4C39-97DB-F8944270FC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1890" y="836712"/>
            <a:ext cx="7839075" cy="5505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570059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C8892D-190B-6686-7488-48DE5E7C73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C691A74E-4F58-2BC6-7968-B1E427890F9A}"/>
              </a:ext>
            </a:extLst>
          </p:cNvPr>
          <p:cNvGrpSpPr/>
          <p:nvPr/>
        </p:nvGrpSpPr>
        <p:grpSpPr>
          <a:xfrm>
            <a:off x="0" y="0"/>
            <a:ext cx="9143074" cy="599127"/>
            <a:chOff x="0" y="13335"/>
            <a:chExt cx="9144218" cy="599127"/>
          </a:xfrm>
        </p:grpSpPr>
        <p:sp>
          <p:nvSpPr>
            <p:cNvPr id="3" name="TextBox 32">
              <a:extLst>
                <a:ext uri="{FF2B5EF4-FFF2-40B4-BE49-F238E27FC236}">
                  <a16:creationId xmlns:a16="http://schemas.microsoft.com/office/drawing/2014/main" id="{EA949F26-1A3A-E899-E474-6D57CE966E58}"/>
                </a:ext>
              </a:extLst>
            </p:cNvPr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sz="3200" dirty="0"/>
                <a:t>Homework Exercise</a:t>
              </a:r>
            </a:p>
          </p:txBody>
        </p:sp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567E159D-B5E5-41C4-58F9-8F72B201F3E2}"/>
                </a:ext>
              </a:extLst>
            </p:cNvPr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pic>
        <p:nvPicPr>
          <p:cNvPr id="6" name="Picture 5">
            <a:extLst>
              <a:ext uri="{FF2B5EF4-FFF2-40B4-BE49-F238E27FC236}">
                <a16:creationId xmlns:a16="http://schemas.microsoft.com/office/drawing/2014/main" id="{11E5D4AB-249E-1DCA-658E-BEB0A80093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9528" y="908720"/>
            <a:ext cx="7543800" cy="4438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670472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0" y="0"/>
            <a:ext cx="9143074" cy="587744"/>
            <a:chOff x="0" y="13335"/>
            <a:chExt cx="9144218" cy="587744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84775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sz="3200"/>
                <a:t>Homework</a:t>
              </a:r>
              <a:r>
                <a:rPr lang="en-GB" sz="3200">
                  <a:latin typeface="+mj-lt"/>
                </a:rPr>
                <a:t> </a:t>
              </a:r>
              <a:r>
                <a:rPr lang="en-GB" sz="3200" dirty="0">
                  <a:latin typeface="+mj-lt"/>
                </a:rPr>
                <a:t>Answers</a:t>
              </a:r>
              <a:endParaRPr lang="en-GB" sz="3200" dirty="0"/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pic>
        <p:nvPicPr>
          <p:cNvPr id="6" name="Picture 5">
            <a:extLst>
              <a:ext uri="{FF2B5EF4-FFF2-40B4-BE49-F238E27FC236}">
                <a16:creationId xmlns:a16="http://schemas.microsoft.com/office/drawing/2014/main" id="{DD740689-4A7E-3E05-CDC9-BDA38C14BE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7544" y="1143000"/>
            <a:ext cx="4495800" cy="228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869980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2145CED0C8C3544A5BCCC2783BB773D" ma:contentTypeVersion="18" ma:contentTypeDescription="Create a new document." ma:contentTypeScope="" ma:versionID="071d80e8befb16289be70b0ed95d7a13">
  <xsd:schema xmlns:xsd="http://www.w3.org/2001/XMLSchema" xmlns:xs="http://www.w3.org/2001/XMLSchema" xmlns:p="http://schemas.microsoft.com/office/2006/metadata/properties" xmlns:ns2="faa1ecaf-a1aa-4fc9-8c75-2805352e1f65" xmlns:ns3="f9cd3b9a-9a6c-485a-81b7-4082693b5161" targetNamespace="http://schemas.microsoft.com/office/2006/metadata/properties" ma:root="true" ma:fieldsID="bfedc4b824bdcf7bc3afcdacf96d42fb" ns2:_="" ns3:_="">
    <xsd:import namespace="faa1ecaf-a1aa-4fc9-8c75-2805352e1f65"/>
    <xsd:import namespace="f9cd3b9a-9a6c-485a-81b7-4082693b516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DateTaken" minOccurs="0"/>
                <xsd:element ref="ns2:MediaServiceLocation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MediaServiceObjectDetectorVersions" minOccurs="0"/>
                <xsd:element ref="ns2:lcf76f155ced4ddcb4097134ff3c332f" minOccurs="0"/>
                <xsd:element ref="ns3:TaxCatchAll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aa1ecaf-a1aa-4fc9-8c75-2805352e1f6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MediaServiceAutoTags" ma:internalName="MediaServiceAutoTags" ma:readOnly="true">
      <xsd:simpleType>
        <xsd:restriction base="dms:Text"/>
      </xsd:simpleType>
    </xsd:element>
    <xsd:element name="MediaServiceOCR" ma:index="11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13" nillable="true" ma:displayName="MediaServiceLocation" ma:internalName="MediaServiceLocation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GenerationTime" ma:index="18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9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20" nillable="true" ma:displayName="Length (seconds)" ma:internalName="MediaLengthInSeconds" ma:readOnly="true">
      <xsd:simpleType>
        <xsd:restriction base="dms:Unknown"/>
      </xsd:simpleType>
    </xsd:element>
    <xsd:element name="MediaServiceObjectDetectorVersions" ma:index="2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23" nillable="true" ma:taxonomy="true" ma:internalName="lcf76f155ced4ddcb4097134ff3c332f" ma:taxonomyFieldName="MediaServiceImageTags" ma:displayName="Image Tags" ma:readOnly="false" ma:fieldId="{5cf76f15-5ced-4ddc-b409-7134ff3c332f}" ma:taxonomyMulti="true" ma:sspId="35c9266d-873e-4384-88ad-117b2e21bbbb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9cd3b9a-9a6c-485a-81b7-4082693b516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4" nillable="true" ma:displayName="Taxonomy Catch All Column" ma:hidden="true" ma:list="{37dd2894-802d-4a2b-8969-adc31d00c97c}" ma:internalName="TaxCatchAll" ma:showField="CatchAllData" ma:web="f9cd3b9a-9a6c-485a-81b7-4082693b516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faa1ecaf-a1aa-4fc9-8c75-2805352e1f65">
      <Terms xmlns="http://schemas.microsoft.com/office/infopath/2007/PartnerControls"/>
    </lcf76f155ced4ddcb4097134ff3c332f>
    <TaxCatchAll xmlns="f9cd3b9a-9a6c-485a-81b7-4082693b5161" xsi:nil="true"/>
  </documentManagement>
</p:properties>
</file>

<file path=customXml/itemProps1.xml><?xml version="1.0" encoding="utf-8"?>
<ds:datastoreItem xmlns:ds="http://schemas.openxmlformats.org/officeDocument/2006/customXml" ds:itemID="{A8F9F0BF-CA8C-4D24-90A1-67BA839288EB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C9CFC61B-804A-451F-96CB-09693B40877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faa1ecaf-a1aa-4fc9-8c75-2805352e1f65"/>
    <ds:schemaRef ds:uri="f9cd3b9a-9a6c-485a-81b7-4082693b516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7A78994C-A71F-42AC-8C1A-2D47B8B074D2}">
  <ds:schemaRefs>
    <ds:schemaRef ds:uri="http://schemas.microsoft.com/office/2006/metadata/properties"/>
    <ds:schemaRef ds:uri="http://schemas.microsoft.com/office/infopath/2007/PartnerControls"/>
    <ds:schemaRef ds:uri="faa1ecaf-a1aa-4fc9-8c75-2805352e1f65"/>
    <ds:schemaRef ds:uri="f9cd3b9a-9a6c-485a-81b7-4082693b5161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61751</TotalTime>
  <Words>531</Words>
  <Application>Microsoft Office PowerPoint</Application>
  <PresentationFormat>On-screen Show (4:3)</PresentationFormat>
  <Paragraphs>79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Cambria Math</vt:lpstr>
      <vt:lpstr>Office Theme</vt:lpstr>
      <vt:lpstr>P2 Chapter 1: Algebra Techniques  Algebraic Division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RM plc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Frost J</dc:creator>
  <cp:lastModifiedBy>Dieter Beaven</cp:lastModifiedBy>
  <cp:revision>1284</cp:revision>
  <dcterms:created xsi:type="dcterms:W3CDTF">2013-02-28T07:36:55Z</dcterms:created>
  <dcterms:modified xsi:type="dcterms:W3CDTF">2025-10-16T10:54:33Z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0x010100E2145CED0C8C3544A5BCCC2783BB773D</vt:lpwstr>
  </property>
</Properties>
</file>