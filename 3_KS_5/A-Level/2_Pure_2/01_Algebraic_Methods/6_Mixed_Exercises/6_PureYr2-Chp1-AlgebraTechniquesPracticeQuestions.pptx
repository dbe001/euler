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702" r:id="rId5"/>
    <p:sldId id="533" r:id="rId6"/>
    <p:sldId id="717" r:id="rId7"/>
    <p:sldId id="712" r:id="rId8"/>
    <p:sldId id="713" r:id="rId9"/>
    <p:sldId id="703" r:id="rId10"/>
    <p:sldId id="714" r:id="rId11"/>
    <p:sldId id="532" r:id="rId12"/>
    <p:sldId id="71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290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1D114AD5-718F-4CB2-983E-E11E1B1983E9}"/>
    <pc:docChg chg="undo custSel addSld delSld modSld">
      <pc:chgData name="Dieter Beaven" userId="9bbdb69f-69d0-4759-aa9b-5c090a2da237" providerId="ADAL" clId="{1D114AD5-718F-4CB2-983E-E11E1B1983E9}" dt="2024-09-24T15:43:19.967" v="28" actId="1076"/>
      <pc:docMkLst>
        <pc:docMk/>
      </pc:docMkLst>
      <pc:sldChg chg="addSp delSp mod">
        <pc:chgData name="Dieter Beaven" userId="9bbdb69f-69d0-4759-aa9b-5c090a2da237" providerId="ADAL" clId="{1D114AD5-718F-4CB2-983E-E11E1B1983E9}" dt="2024-09-24T15:38:41.536" v="6" actId="22"/>
        <pc:sldMkLst>
          <pc:docMk/>
          <pc:sldMk cId="464788855" sldId="532"/>
        </pc:sldMkLst>
      </pc:sldChg>
      <pc:sldChg chg="addSp delSp modSp mod">
        <pc:chgData name="Dieter Beaven" userId="9bbdb69f-69d0-4759-aa9b-5c090a2da237" providerId="ADAL" clId="{1D114AD5-718F-4CB2-983E-E11E1B1983E9}" dt="2024-09-24T15:43:19.967" v="28" actId="1076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1D114AD5-718F-4CB2-983E-E11E1B1983E9}" dt="2024-09-24T15:38:19.545" v="1" actId="20577"/>
        <pc:sldMkLst>
          <pc:docMk/>
          <pc:sldMk cId="3923336104" sldId="702"/>
        </pc:sldMkLst>
      </pc:sldChg>
      <pc:sldChg chg="addSp delSp modSp mod">
        <pc:chgData name="Dieter Beaven" userId="9bbdb69f-69d0-4759-aa9b-5c090a2da237" providerId="ADAL" clId="{1D114AD5-718F-4CB2-983E-E11E1B1983E9}" dt="2024-09-24T15:42:04.058" v="23" actId="1076"/>
        <pc:sldMkLst>
          <pc:docMk/>
          <pc:sldMk cId="3196350854" sldId="703"/>
        </pc:sldMkLst>
      </pc:sldChg>
      <pc:sldChg chg="addSp delSp modSp mod">
        <pc:chgData name="Dieter Beaven" userId="9bbdb69f-69d0-4759-aa9b-5c090a2da237" providerId="ADAL" clId="{1D114AD5-718F-4CB2-983E-E11E1B1983E9}" dt="2024-09-24T15:40:06.408" v="15" actId="1076"/>
        <pc:sldMkLst>
          <pc:docMk/>
          <pc:sldMk cId="1756658491" sldId="712"/>
        </pc:sldMkLst>
      </pc:sldChg>
      <pc:sldChg chg="addSp delSp modSp mod">
        <pc:chgData name="Dieter Beaven" userId="9bbdb69f-69d0-4759-aa9b-5c090a2da237" providerId="ADAL" clId="{1D114AD5-718F-4CB2-983E-E11E1B1983E9}" dt="2024-09-24T15:41:21.835" v="20" actId="1076"/>
        <pc:sldMkLst>
          <pc:docMk/>
          <pc:sldMk cId="1336369231" sldId="713"/>
        </pc:sldMkLst>
      </pc:sldChg>
      <pc:sldChg chg="delSp del mod">
        <pc:chgData name="Dieter Beaven" userId="9bbdb69f-69d0-4759-aa9b-5c090a2da237" providerId="ADAL" clId="{1D114AD5-718F-4CB2-983E-E11E1B1983E9}" dt="2024-09-24T15:42:57.812" v="27" actId="47"/>
        <pc:sldMkLst>
          <pc:docMk/>
          <pc:sldMk cId="2341366643" sldId="714"/>
        </pc:sldMkLst>
      </pc:sldChg>
      <pc:sldChg chg="add del">
        <pc:chgData name="Dieter Beaven" userId="9bbdb69f-69d0-4759-aa9b-5c090a2da237" providerId="ADAL" clId="{1D114AD5-718F-4CB2-983E-E11E1B1983E9}" dt="2024-09-24T15:42:08.366" v="24" actId="47"/>
        <pc:sldMkLst>
          <pc:docMk/>
          <pc:sldMk cId="2435014896" sldId="715"/>
        </pc:sldMkLst>
      </pc:sldChg>
    </pc:docChg>
  </pc:docChgLst>
  <pc:docChgLst>
    <pc:chgData name="Dieter Beaven" userId="9bbdb69f-69d0-4759-aa9b-5c090a2da237" providerId="ADAL" clId="{05207F2A-3D3E-48D1-84F6-1DE81023290D}"/>
    <pc:docChg chg="custSel addSld delSld modSld">
      <pc:chgData name="Dieter Beaven" userId="9bbdb69f-69d0-4759-aa9b-5c090a2da237" providerId="ADAL" clId="{05207F2A-3D3E-48D1-84F6-1DE81023290D}" dt="2024-09-13T17:01:48.475" v="87" actId="1076"/>
      <pc:docMkLst>
        <pc:docMk/>
      </pc:docMkLst>
      <pc:sldChg chg="addSp delSp modSp mod">
        <pc:chgData name="Dieter Beaven" userId="9bbdb69f-69d0-4759-aa9b-5c090a2da237" providerId="ADAL" clId="{05207F2A-3D3E-48D1-84F6-1DE81023290D}" dt="2024-09-13T17:01:48.475" v="87" actId="1076"/>
        <pc:sldMkLst>
          <pc:docMk/>
          <pc:sldMk cId="464788855" sldId="532"/>
        </pc:sldMkLst>
      </pc:sldChg>
      <pc:sldChg chg="addSp delSp modSp mod">
        <pc:chgData name="Dieter Beaven" userId="9bbdb69f-69d0-4759-aa9b-5c090a2da237" providerId="ADAL" clId="{05207F2A-3D3E-48D1-84F6-1DE81023290D}" dt="2024-09-06T16:59:12.266" v="53" actId="1036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05207F2A-3D3E-48D1-84F6-1DE81023290D}" dt="2024-09-06T16:55:32.295" v="42" actId="20577"/>
        <pc:sldMkLst>
          <pc:docMk/>
          <pc:sldMk cId="3923336104" sldId="702"/>
        </pc:sldMkLst>
      </pc:sldChg>
      <pc:sldChg chg="addSp delSp modSp mod">
        <pc:chgData name="Dieter Beaven" userId="9bbdb69f-69d0-4759-aa9b-5c090a2da237" providerId="ADAL" clId="{05207F2A-3D3E-48D1-84F6-1DE81023290D}" dt="2024-09-13T16:59:58.312" v="78" actId="1035"/>
        <pc:sldMkLst>
          <pc:docMk/>
          <pc:sldMk cId="3196350854" sldId="703"/>
        </pc:sldMkLst>
      </pc:sldChg>
      <pc:sldChg chg="delSp del mod">
        <pc:chgData name="Dieter Beaven" userId="9bbdb69f-69d0-4759-aa9b-5c090a2da237" providerId="ADAL" clId="{05207F2A-3D3E-48D1-84F6-1DE81023290D}" dt="2024-09-13T17:00:03.007" v="79" actId="47"/>
        <pc:sldMkLst>
          <pc:docMk/>
          <pc:sldMk cId="2552052628" sldId="704"/>
        </pc:sldMkLst>
      </pc:sldChg>
      <pc:sldChg chg="delSp del mod">
        <pc:chgData name="Dieter Beaven" userId="9bbdb69f-69d0-4759-aa9b-5c090a2da237" providerId="ADAL" clId="{05207F2A-3D3E-48D1-84F6-1DE81023290D}" dt="2024-09-13T17:00:03.960" v="80" actId="47"/>
        <pc:sldMkLst>
          <pc:docMk/>
          <pc:sldMk cId="2801626350" sldId="705"/>
        </pc:sldMkLst>
      </pc:sldChg>
      <pc:sldChg chg="delSp del mod">
        <pc:chgData name="Dieter Beaven" userId="9bbdb69f-69d0-4759-aa9b-5c090a2da237" providerId="ADAL" clId="{05207F2A-3D3E-48D1-84F6-1DE81023290D}" dt="2024-09-13T17:00:04.429" v="81" actId="47"/>
        <pc:sldMkLst>
          <pc:docMk/>
          <pc:sldMk cId="3939677621" sldId="708"/>
        </pc:sldMkLst>
      </pc:sldChg>
      <pc:sldChg chg="addSp delSp modSp mod">
        <pc:chgData name="Dieter Beaven" userId="9bbdb69f-69d0-4759-aa9b-5c090a2da237" providerId="ADAL" clId="{05207F2A-3D3E-48D1-84F6-1DE81023290D}" dt="2024-09-13T16:57:14.093" v="60" actId="1076"/>
        <pc:sldMkLst>
          <pc:docMk/>
          <pc:sldMk cId="1756658491" sldId="712"/>
        </pc:sldMkLst>
      </pc:sldChg>
      <pc:sldChg chg="addSp delSp modSp mod">
        <pc:chgData name="Dieter Beaven" userId="9bbdb69f-69d0-4759-aa9b-5c090a2da237" providerId="ADAL" clId="{05207F2A-3D3E-48D1-84F6-1DE81023290D}" dt="2024-09-13T16:58:50.522" v="67" actId="1076"/>
        <pc:sldMkLst>
          <pc:docMk/>
          <pc:sldMk cId="1336369231" sldId="713"/>
        </pc:sldMkLst>
      </pc:sldChg>
      <pc:sldChg chg="addSp modSp add mod">
        <pc:chgData name="Dieter Beaven" userId="9bbdb69f-69d0-4759-aa9b-5c090a2da237" providerId="ADAL" clId="{05207F2A-3D3E-48D1-84F6-1DE81023290D}" dt="2024-09-06T16:59:19.229" v="55" actId="1036"/>
        <pc:sldMkLst>
          <pc:docMk/>
          <pc:sldMk cId="2341366643" sldId="714"/>
        </pc:sldMkLst>
      </pc:sldChg>
    </pc:docChg>
  </pc:docChgLst>
  <pc:docChgLst>
    <pc:chgData name="Dieter Beaven" userId="9bbdb69f-69d0-4759-aa9b-5c090a2da237" providerId="ADAL" clId="{80E935A1-906A-4C35-B826-3E85B8F681A0}"/>
    <pc:docChg chg="custSel delSld modSld">
      <pc:chgData name="Dieter Beaven" userId="9bbdb69f-69d0-4759-aa9b-5c090a2da237" providerId="ADAL" clId="{80E935A1-906A-4C35-B826-3E85B8F681A0}" dt="2025-10-16T11:01:29.268" v="25" actId="47"/>
      <pc:docMkLst>
        <pc:docMk/>
      </pc:docMkLst>
      <pc:sldChg chg="addSp delSp modSp mod">
        <pc:chgData name="Dieter Beaven" userId="9bbdb69f-69d0-4759-aa9b-5c090a2da237" providerId="ADAL" clId="{80E935A1-906A-4C35-B826-3E85B8F681A0}" dt="2025-10-16T11:00:35.725" v="22" actId="1036"/>
        <pc:sldMkLst>
          <pc:docMk/>
          <pc:sldMk cId="464788855" sldId="532"/>
        </pc:sldMkLst>
        <pc:picChg chg="add del mod">
          <ac:chgData name="Dieter Beaven" userId="9bbdb69f-69d0-4759-aa9b-5c090a2da237" providerId="ADAL" clId="{80E935A1-906A-4C35-B826-3E85B8F681A0}" dt="2025-10-16T10:57:04.317" v="8" actId="478"/>
          <ac:picMkLst>
            <pc:docMk/>
            <pc:sldMk cId="464788855" sldId="532"/>
            <ac:picMk id="6" creationId="{1CB44C2D-2840-BC47-818C-BECA3077D616}"/>
          </ac:picMkLst>
        </pc:picChg>
        <pc:picChg chg="add mod">
          <ac:chgData name="Dieter Beaven" userId="9bbdb69f-69d0-4759-aa9b-5c090a2da237" providerId="ADAL" clId="{80E935A1-906A-4C35-B826-3E85B8F681A0}" dt="2025-10-16T11:00:35.725" v="22" actId="1036"/>
          <ac:picMkLst>
            <pc:docMk/>
            <pc:sldMk cId="464788855" sldId="532"/>
            <ac:picMk id="8" creationId="{70EA2BAE-7888-0A25-390C-78849A8049A7}"/>
          </ac:picMkLst>
        </pc:picChg>
      </pc:sldChg>
      <pc:sldChg chg="addSp modSp mod">
        <pc:chgData name="Dieter Beaven" userId="9bbdb69f-69d0-4759-aa9b-5c090a2da237" providerId="ADAL" clId="{80E935A1-906A-4C35-B826-3E85B8F681A0}" dt="2025-10-16T11:01:28.132" v="24" actId="1076"/>
        <pc:sldMkLst>
          <pc:docMk/>
          <pc:sldMk cId="2518799286" sldId="715"/>
        </pc:sldMkLst>
        <pc:picChg chg="add mod">
          <ac:chgData name="Dieter Beaven" userId="9bbdb69f-69d0-4759-aa9b-5c090a2da237" providerId="ADAL" clId="{80E935A1-906A-4C35-B826-3E85B8F681A0}" dt="2025-10-16T11:01:28.132" v="24" actId="1076"/>
          <ac:picMkLst>
            <pc:docMk/>
            <pc:sldMk cId="2518799286" sldId="715"/>
            <ac:picMk id="6" creationId="{D0CEBE2F-2E61-DBFE-1FD3-FA888A84AD8B}"/>
          </ac:picMkLst>
        </pc:picChg>
      </pc:sldChg>
      <pc:sldChg chg="del">
        <pc:chgData name="Dieter Beaven" userId="9bbdb69f-69d0-4759-aa9b-5c090a2da237" providerId="ADAL" clId="{80E935A1-906A-4C35-B826-3E85B8F681A0}" dt="2025-10-16T11:01:29.268" v="25" actId="47"/>
        <pc:sldMkLst>
          <pc:docMk/>
          <pc:sldMk cId="1641819024" sldId="716"/>
        </pc:sldMkLst>
      </pc:sldChg>
    </pc:docChg>
  </pc:docChgLst>
  <pc:docChgLst>
    <pc:chgData name="Dieter Beaven" userId="9bbdb69f-69d0-4759-aa9b-5c090a2da237" providerId="ADAL" clId="{CC99A3AF-044B-4B34-A335-2DB6B7B1CD53}"/>
    <pc:docChg chg="custSel modSld">
      <pc:chgData name="Dieter Beaven" userId="9bbdb69f-69d0-4759-aa9b-5c090a2da237" providerId="ADAL" clId="{CC99A3AF-044B-4B34-A335-2DB6B7B1CD53}" dt="2025-04-29T13:35:38.204" v="4" actId="20577"/>
      <pc:docMkLst>
        <pc:docMk/>
      </pc:docMkLst>
      <pc:sldChg chg="modSp mod">
        <pc:chgData name="Dieter Beaven" userId="9bbdb69f-69d0-4759-aa9b-5c090a2da237" providerId="ADAL" clId="{CC99A3AF-044B-4B34-A335-2DB6B7B1CD53}" dt="2025-04-29T13:35:38.204" v="4" actId="20577"/>
        <pc:sldMkLst>
          <pc:docMk/>
          <pc:sldMk cId="3923336104" sldId="702"/>
        </pc:sldMkLst>
      </pc:sldChg>
    </pc:docChg>
  </pc:docChgLst>
  <pc:docChgLst>
    <pc:chgData name="Dieter Beaven" userId="9bbdb69f-69d0-4759-aa9b-5c090a2da237" providerId="ADAL" clId="{D6904693-DD2A-4A62-BD52-2109273F1217}"/>
    <pc:docChg chg="custSel modSld">
      <pc:chgData name="Dieter Beaven" userId="9bbdb69f-69d0-4759-aa9b-5c090a2da237" providerId="ADAL" clId="{D6904693-DD2A-4A62-BD52-2109273F1217}" dt="2025-04-24T16:03:46.260" v="11" actId="6549"/>
      <pc:docMkLst>
        <pc:docMk/>
      </pc:docMkLst>
      <pc:sldChg chg="delSp mod">
        <pc:chgData name="Dieter Beaven" userId="9bbdb69f-69d0-4759-aa9b-5c090a2da237" providerId="ADAL" clId="{D6904693-DD2A-4A62-BD52-2109273F1217}" dt="2025-04-24T16:03:38.545" v="4" actId="478"/>
        <pc:sldMkLst>
          <pc:docMk/>
          <pc:sldMk cId="464788855" sldId="532"/>
        </pc:sldMkLst>
      </pc:sldChg>
      <pc:sldChg chg="delSp mod">
        <pc:chgData name="Dieter Beaven" userId="9bbdb69f-69d0-4759-aa9b-5c090a2da237" providerId="ADAL" clId="{D6904693-DD2A-4A62-BD52-2109273F1217}" dt="2025-04-24T16:03:29.578" v="0" actId="478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D6904693-DD2A-4A62-BD52-2109273F1217}" dt="2025-04-24T16:03:46.260" v="11" actId="6549"/>
        <pc:sldMkLst>
          <pc:docMk/>
          <pc:sldMk cId="3923336104" sldId="702"/>
        </pc:sldMkLst>
      </pc:sldChg>
      <pc:sldChg chg="delSp mod">
        <pc:chgData name="Dieter Beaven" userId="9bbdb69f-69d0-4759-aa9b-5c090a2da237" providerId="ADAL" clId="{D6904693-DD2A-4A62-BD52-2109273F1217}" dt="2025-04-24T16:03:33.838" v="3" actId="478"/>
        <pc:sldMkLst>
          <pc:docMk/>
          <pc:sldMk cId="3196350854" sldId="703"/>
        </pc:sldMkLst>
      </pc:sldChg>
      <pc:sldChg chg="delSp mod">
        <pc:chgData name="Dieter Beaven" userId="9bbdb69f-69d0-4759-aa9b-5c090a2da237" providerId="ADAL" clId="{D6904693-DD2A-4A62-BD52-2109273F1217}" dt="2025-04-24T16:03:31.160" v="1" actId="478"/>
        <pc:sldMkLst>
          <pc:docMk/>
          <pc:sldMk cId="1756658491" sldId="712"/>
        </pc:sldMkLst>
      </pc:sldChg>
      <pc:sldChg chg="delSp mod">
        <pc:chgData name="Dieter Beaven" userId="9bbdb69f-69d0-4759-aa9b-5c090a2da237" providerId="ADAL" clId="{D6904693-DD2A-4A62-BD52-2109273F1217}" dt="2025-04-24T16:03:32.718" v="2" actId="478"/>
        <pc:sldMkLst>
          <pc:docMk/>
          <pc:sldMk cId="1336369231" sldId="713"/>
        </pc:sldMkLst>
      </pc:sldChg>
    </pc:docChg>
  </pc:docChgLst>
  <pc:docChgLst>
    <pc:chgData name="Dieter Beaven" userId="9bbdb69f-69d0-4759-aa9b-5c090a2da237" providerId="ADAL" clId="{C5632F8E-00A2-4B0B-89F9-814EF8289F9F}"/>
    <pc:docChg chg="custSel addSld modSld">
      <pc:chgData name="Dieter Beaven" userId="9bbdb69f-69d0-4759-aa9b-5c090a2da237" providerId="ADAL" clId="{C5632F8E-00A2-4B0B-89F9-814EF8289F9F}" dt="2025-08-27T09:01:29.208" v="25" actId="1036"/>
      <pc:docMkLst>
        <pc:docMk/>
      </pc:docMkLst>
      <pc:sldChg chg="addSp delSp modSp mod">
        <pc:chgData name="Dieter Beaven" userId="9bbdb69f-69d0-4759-aa9b-5c090a2da237" providerId="ADAL" clId="{C5632F8E-00A2-4B0B-89F9-814EF8289F9F}" dt="2025-08-27T09:00:42.110" v="20" actId="1076"/>
        <pc:sldMkLst>
          <pc:docMk/>
          <pc:sldMk cId="173887519" sldId="533"/>
        </pc:sldMkLst>
      </pc:sldChg>
      <pc:sldChg chg="addSp modSp mod">
        <pc:chgData name="Dieter Beaven" userId="9bbdb69f-69d0-4759-aa9b-5c090a2da237" providerId="ADAL" clId="{C5632F8E-00A2-4B0B-89F9-814EF8289F9F}" dt="2025-08-27T08:58:07.626" v="8" actId="1076"/>
        <pc:sldMkLst>
          <pc:docMk/>
          <pc:sldMk cId="3196350854" sldId="703"/>
        </pc:sldMkLst>
      </pc:sldChg>
      <pc:sldChg chg="addSp modSp mod">
        <pc:chgData name="Dieter Beaven" userId="9bbdb69f-69d0-4759-aa9b-5c090a2da237" providerId="ADAL" clId="{C5632F8E-00A2-4B0B-89F9-814EF8289F9F}" dt="2025-08-27T08:56:19.069" v="1" actId="1076"/>
        <pc:sldMkLst>
          <pc:docMk/>
          <pc:sldMk cId="1756658491" sldId="712"/>
        </pc:sldMkLst>
      </pc:sldChg>
      <pc:sldChg chg="addSp delSp modSp mod">
        <pc:chgData name="Dieter Beaven" userId="9bbdb69f-69d0-4759-aa9b-5c090a2da237" providerId="ADAL" clId="{C5632F8E-00A2-4B0B-89F9-814EF8289F9F}" dt="2025-08-27T08:57:28.877" v="6" actId="1076"/>
        <pc:sldMkLst>
          <pc:docMk/>
          <pc:sldMk cId="1336369231" sldId="713"/>
        </pc:sldMkLst>
      </pc:sldChg>
      <pc:sldChg chg="addSp delSp add mod">
        <pc:chgData name="Dieter Beaven" userId="9bbdb69f-69d0-4759-aa9b-5c090a2da237" providerId="ADAL" clId="{C5632F8E-00A2-4B0B-89F9-814EF8289F9F}" dt="2025-08-27T08:58:50.575" v="11" actId="22"/>
        <pc:sldMkLst>
          <pc:docMk/>
          <pc:sldMk cId="1710743498" sldId="714"/>
        </pc:sldMkLst>
      </pc:sldChg>
      <pc:sldChg chg="add">
        <pc:chgData name="Dieter Beaven" userId="9bbdb69f-69d0-4759-aa9b-5c090a2da237" providerId="ADAL" clId="{C5632F8E-00A2-4B0B-89F9-814EF8289F9F}" dt="2025-08-27T08:58:55.200" v="12"/>
        <pc:sldMkLst>
          <pc:docMk/>
          <pc:sldMk cId="2518799286" sldId="715"/>
        </pc:sldMkLst>
      </pc:sldChg>
      <pc:sldChg chg="add">
        <pc:chgData name="Dieter Beaven" userId="9bbdb69f-69d0-4759-aa9b-5c090a2da237" providerId="ADAL" clId="{C5632F8E-00A2-4B0B-89F9-814EF8289F9F}" dt="2025-08-27T08:58:55.272" v="13"/>
        <pc:sldMkLst>
          <pc:docMk/>
          <pc:sldMk cId="1641819024" sldId="716"/>
        </pc:sldMkLst>
      </pc:sldChg>
      <pc:sldChg chg="addSp delSp modSp add mod">
        <pc:chgData name="Dieter Beaven" userId="9bbdb69f-69d0-4759-aa9b-5c090a2da237" providerId="ADAL" clId="{C5632F8E-00A2-4B0B-89F9-814EF8289F9F}" dt="2025-08-27T09:01:29.208" v="25" actId="1036"/>
        <pc:sldMkLst>
          <pc:docMk/>
          <pc:sldMk cId="1430146623" sldId="7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16/10/2025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16/10/2025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306687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1: </a:t>
            </a:r>
            <a:r>
              <a:rPr lang="en-GB" dirty="0">
                <a:solidFill>
                  <a:schemeClr val="accent5"/>
                </a:solidFill>
              </a:rPr>
              <a:t>Algebra Techniques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Chapter Practice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336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E56FF33-C28A-4C30-AE98-10F9559B1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03" y="980728"/>
            <a:ext cx="771525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4B704-6A59-AE23-94F3-528608C82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82089D1-37E6-F2E5-DD87-CC223328DDAF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A8277BD5-BEA0-07CF-C245-3513DB76AC6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15C9319-BBD0-873E-AA6B-74AD5BEF6FB6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837024FB-96E4-5788-CD78-0C21C2F47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151731"/>
            <a:ext cx="765810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46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4BF3B7A-C182-690D-A358-FF90149B0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28" y="908720"/>
            <a:ext cx="7772400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58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D6E2941-CB63-E040-7EFB-ADB73698C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0" y="836712"/>
            <a:ext cx="7800975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69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91ED524-A586-5BB3-5492-FC8709DE2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5" y="980728"/>
            <a:ext cx="7858125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50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67027-0DA9-AC58-2435-119F1A10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F002DFC-CBC9-4E0D-F971-6A27F47C24C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62F617D-6276-2963-2E4F-3A84337BAEC3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EC59C12-119F-C550-6953-D186F1F727B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A6E040C-A125-5CC0-D13A-77C305093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947737"/>
            <a:ext cx="7981950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743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70EA2BAE-7888-0A25-390C-78849A804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1839"/>
            <a:ext cx="9144000" cy="573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5D55D-3481-9CD2-874C-921EA3008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1B6DE1-6B88-147E-5CFA-2441BAB18053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53F3176-712F-F602-7FEC-30EE9BDA6E8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D8F0E8D-21A8-83BE-034B-8A6CFC8E2E56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0CEBE2F-2E61-DBFE-1FD3-FA888A84A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052736"/>
            <a:ext cx="45148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799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9D3391-997D-4369-8C5A-9887D520139A}">
  <ds:schemaRefs>
    <ds:schemaRef ds:uri="http://purl.org/dc/elements/1.1/"/>
    <ds:schemaRef ds:uri="faa1ecaf-a1aa-4fc9-8c75-2805352e1f65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f9cd3b9a-9a6c-485a-81b7-4082693b5161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DA38195-DE73-4ADB-89E9-06FC4C7B97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16367F5-30EB-4FB8-AC0F-C9698F2B8F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29566</TotalTime>
  <Words>27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P2 Chapter 1: Algebra Techniques   Chapter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916</cp:revision>
  <dcterms:created xsi:type="dcterms:W3CDTF">2013-02-28T07:36:55Z</dcterms:created>
  <dcterms:modified xsi:type="dcterms:W3CDTF">2025-10-16T11:01:38Z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