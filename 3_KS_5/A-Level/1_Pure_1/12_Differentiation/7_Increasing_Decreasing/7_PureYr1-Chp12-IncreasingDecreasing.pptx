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sldIdLst>
    <p:sldId id="547" r:id="rId5"/>
    <p:sldId id="641" r:id="rId6"/>
    <p:sldId id="642" r:id="rId7"/>
    <p:sldId id="643" r:id="rId8"/>
    <p:sldId id="549" r:id="rId9"/>
    <p:sldId id="543" r:id="rId10"/>
    <p:sldId id="55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812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128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3736D5E5-739F-49F8-8648-95658EB5771D}"/>
    <pc:docChg chg="undo custSel delSld modSld">
      <pc:chgData name="Dieter Beaven" userId="9bbdb69f-69d0-4759-aa9b-5c090a2da237" providerId="ADAL" clId="{3736D5E5-739F-49F8-8648-95658EB5771D}" dt="2024-09-20T16:27:38.428" v="45" actId="20577"/>
      <pc:docMkLst>
        <pc:docMk/>
      </pc:docMkLst>
      <pc:sldChg chg="modSp">
        <pc:chgData name="Dieter Beaven" userId="9bbdb69f-69d0-4759-aa9b-5c090a2da237" providerId="ADAL" clId="{3736D5E5-739F-49F8-8648-95658EB5771D}" dt="2024-09-20T16:27:38.428" v="45" actId="2057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3736D5E5-739F-49F8-8648-95658EB5771D}" dt="2024-09-17T16:12:19.708" v="5" actId="47"/>
        <pc:sldMkLst>
          <pc:docMk/>
          <pc:sldMk cId="2097919484" sldId="503"/>
        </pc:sldMkLst>
      </pc:sldChg>
      <pc:sldChg chg="addSp delSp modSp mod addAnim delAnim">
        <pc:chgData name="Dieter Beaven" userId="9bbdb69f-69d0-4759-aa9b-5c090a2da237" providerId="ADAL" clId="{3736D5E5-739F-49F8-8648-95658EB5771D}" dt="2024-09-20T16:26:58.661" v="27" actId="1076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3736D5E5-739F-49F8-8648-95658EB5771D}" dt="2024-09-17T16:12:18.145" v="1" actId="47"/>
        <pc:sldMkLst>
          <pc:docMk/>
          <pc:sldMk cId="3587264838" sldId="515"/>
        </pc:sldMkLst>
      </pc:sldChg>
      <pc:sldChg chg="del">
        <pc:chgData name="Dieter Beaven" userId="9bbdb69f-69d0-4759-aa9b-5c090a2da237" providerId="ADAL" clId="{3736D5E5-739F-49F8-8648-95658EB5771D}" dt="2024-09-17T16:12:18.486" v="2" actId="47"/>
        <pc:sldMkLst>
          <pc:docMk/>
          <pc:sldMk cId="1162890895" sldId="516"/>
        </pc:sldMkLst>
      </pc:sldChg>
      <pc:sldChg chg="del">
        <pc:chgData name="Dieter Beaven" userId="9bbdb69f-69d0-4759-aa9b-5c090a2da237" providerId="ADAL" clId="{3736D5E5-739F-49F8-8648-95658EB5771D}" dt="2024-09-17T16:12:19.107" v="3" actId="47"/>
        <pc:sldMkLst>
          <pc:docMk/>
          <pc:sldMk cId="2008796709" sldId="517"/>
        </pc:sldMkLst>
      </pc:sldChg>
      <pc:sldChg chg="del">
        <pc:chgData name="Dieter Beaven" userId="9bbdb69f-69d0-4759-aa9b-5c090a2da237" providerId="ADAL" clId="{3736D5E5-739F-49F8-8648-95658EB5771D}" dt="2024-09-17T16:12:19.696" v="4" actId="47"/>
        <pc:sldMkLst>
          <pc:docMk/>
          <pc:sldMk cId="3124780132" sldId="518"/>
        </pc:sldMkLst>
      </pc:sldChg>
      <pc:sldChg chg="del">
        <pc:chgData name="Dieter Beaven" userId="9bbdb69f-69d0-4759-aa9b-5c090a2da237" providerId="ADAL" clId="{3736D5E5-739F-49F8-8648-95658EB5771D}" dt="2024-09-17T16:12:20.787" v="7" actId="47"/>
        <pc:sldMkLst>
          <pc:docMk/>
          <pc:sldMk cId="3312647161" sldId="519"/>
        </pc:sldMkLst>
      </pc:sldChg>
      <pc:sldChg chg="del">
        <pc:chgData name="Dieter Beaven" userId="9bbdb69f-69d0-4759-aa9b-5c090a2da237" providerId="ADAL" clId="{3736D5E5-739F-49F8-8648-95658EB5771D}" dt="2024-09-17T16:12:21.247" v="8" actId="47"/>
        <pc:sldMkLst>
          <pc:docMk/>
          <pc:sldMk cId="3196817432" sldId="520"/>
        </pc:sldMkLst>
      </pc:sldChg>
      <pc:sldChg chg="del">
        <pc:chgData name="Dieter Beaven" userId="9bbdb69f-69d0-4759-aa9b-5c090a2da237" providerId="ADAL" clId="{3736D5E5-739F-49F8-8648-95658EB5771D}" dt="2024-09-17T16:12:21.260" v="9" actId="47"/>
        <pc:sldMkLst>
          <pc:docMk/>
          <pc:sldMk cId="216391128" sldId="521"/>
        </pc:sldMkLst>
      </pc:sldChg>
      <pc:sldChg chg="del">
        <pc:chgData name="Dieter Beaven" userId="9bbdb69f-69d0-4759-aa9b-5c090a2da237" providerId="ADAL" clId="{3736D5E5-739F-49F8-8648-95658EB5771D}" dt="2024-09-17T16:12:23.138" v="11" actId="47"/>
        <pc:sldMkLst>
          <pc:docMk/>
          <pc:sldMk cId="3052028698" sldId="522"/>
        </pc:sldMkLst>
      </pc:sldChg>
      <pc:sldChg chg="del">
        <pc:chgData name="Dieter Beaven" userId="9bbdb69f-69d0-4759-aa9b-5c090a2da237" providerId="ADAL" clId="{3736D5E5-739F-49F8-8648-95658EB5771D}" dt="2024-09-17T16:12:24.348" v="12" actId="47"/>
        <pc:sldMkLst>
          <pc:docMk/>
          <pc:sldMk cId="623853206" sldId="523"/>
        </pc:sldMkLst>
      </pc:sldChg>
      <pc:sldChg chg="del">
        <pc:chgData name="Dieter Beaven" userId="9bbdb69f-69d0-4759-aa9b-5c090a2da237" providerId="ADAL" clId="{3736D5E5-739F-49F8-8648-95658EB5771D}" dt="2024-09-17T16:12:25.073" v="13" actId="47"/>
        <pc:sldMkLst>
          <pc:docMk/>
          <pc:sldMk cId="280797512" sldId="524"/>
        </pc:sldMkLst>
      </pc:sldChg>
      <pc:sldChg chg="addSp modSp mod">
        <pc:chgData name="Dieter Beaven" userId="9bbdb69f-69d0-4759-aa9b-5c090a2da237" providerId="ADAL" clId="{3736D5E5-739F-49F8-8648-95658EB5771D}" dt="2024-09-20T16:25:21.649" v="17" actId="1035"/>
        <pc:sldMkLst>
          <pc:docMk/>
          <pc:sldMk cId="3896053727" sldId="543"/>
        </pc:sldMkLst>
      </pc:sldChg>
      <pc:sldChg chg="del">
        <pc:chgData name="Dieter Beaven" userId="9bbdb69f-69d0-4759-aa9b-5c090a2da237" providerId="ADAL" clId="{3736D5E5-739F-49F8-8648-95658EB5771D}" dt="2024-09-20T16:25:25.114" v="18" actId="47"/>
        <pc:sldMkLst>
          <pc:docMk/>
          <pc:sldMk cId="446446822" sldId="544"/>
        </pc:sldMkLst>
      </pc:sldChg>
      <pc:sldChg chg="addSp modSp mod">
        <pc:chgData name="Dieter Beaven" userId="9bbdb69f-69d0-4759-aa9b-5c090a2da237" providerId="ADAL" clId="{3736D5E5-739F-49F8-8648-95658EB5771D}" dt="2024-09-20T16:26:14.209" v="20" actId="1076"/>
        <pc:sldMkLst>
          <pc:docMk/>
          <pc:sldMk cId="3458699803" sldId="545"/>
        </pc:sldMkLst>
      </pc:sldChg>
      <pc:sldChg chg="del">
        <pc:chgData name="Dieter Beaven" userId="9bbdb69f-69d0-4759-aa9b-5c090a2da237" providerId="ADAL" clId="{3736D5E5-739F-49F8-8648-95658EB5771D}" dt="2024-09-17T16:12:17.231" v="0" actId="47"/>
        <pc:sldMkLst>
          <pc:docMk/>
          <pc:sldMk cId="4071243651" sldId="548"/>
        </pc:sldMkLst>
      </pc:sldChg>
      <pc:sldChg chg="del">
        <pc:chgData name="Dieter Beaven" userId="9bbdb69f-69d0-4759-aa9b-5c090a2da237" providerId="ADAL" clId="{3736D5E5-739F-49F8-8648-95658EB5771D}" dt="2024-09-17T16:12:20.028" v="6" actId="47"/>
        <pc:sldMkLst>
          <pc:docMk/>
          <pc:sldMk cId="4190994049" sldId="550"/>
        </pc:sldMkLst>
      </pc:sldChg>
      <pc:sldChg chg="del">
        <pc:chgData name="Dieter Beaven" userId="9bbdb69f-69d0-4759-aa9b-5c090a2da237" providerId="ADAL" clId="{3736D5E5-739F-49F8-8648-95658EB5771D}" dt="2024-09-17T16:12:21.650" v="10" actId="4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99669303-92E5-4D1E-9624-C2AD9A1D60EB}"/>
    <pc:docChg chg="addSld modSld">
      <pc:chgData name="Dieter Beaven" userId="9bbdb69f-69d0-4759-aa9b-5c090a2da237" providerId="ADAL" clId="{99669303-92E5-4D1E-9624-C2AD9A1D60EB}" dt="2025-05-09T15:47:19.184" v="40" actId="6549"/>
      <pc:docMkLst>
        <pc:docMk/>
      </pc:docMkLst>
      <pc:sldChg chg="modSp mod">
        <pc:chgData name="Dieter Beaven" userId="9bbdb69f-69d0-4759-aa9b-5c090a2da237" providerId="ADAL" clId="{99669303-92E5-4D1E-9624-C2AD9A1D60EB}" dt="2025-05-09T15:46:50.239" v="34" actId="20577"/>
        <pc:sldMkLst>
          <pc:docMk/>
          <pc:sldMk cId="3991975165" sldId="547"/>
        </pc:sldMkLst>
        <pc:spChg chg="mod">
          <ac:chgData name="Dieter Beaven" userId="9bbdb69f-69d0-4759-aa9b-5c090a2da237" providerId="ADAL" clId="{99669303-92E5-4D1E-9624-C2AD9A1D60EB}" dt="2025-05-09T15:46:50.239" v="34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99669303-92E5-4D1E-9624-C2AD9A1D60EB}" dt="2025-05-09T15:47:19.184" v="40" actId="6549"/>
        <pc:sldMkLst>
          <pc:docMk/>
          <pc:sldMk cId="3055658135" sldId="549"/>
        </pc:sldMkLst>
        <pc:spChg chg="mod">
          <ac:chgData name="Dieter Beaven" userId="9bbdb69f-69d0-4759-aa9b-5c090a2da237" providerId="ADAL" clId="{99669303-92E5-4D1E-9624-C2AD9A1D60EB}" dt="2025-05-09T15:47:14.041" v="37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99669303-92E5-4D1E-9624-C2AD9A1D60EB}" dt="2025-05-09T15:47:19.184" v="40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99669303-92E5-4D1E-9624-C2AD9A1D60EB}" dt="2025-05-09T15:47:03.444" v="35"/>
        <pc:sldMkLst>
          <pc:docMk/>
          <pc:sldMk cId="3804841879" sldId="641"/>
        </pc:sldMkLst>
      </pc:sldChg>
      <pc:sldChg chg="add">
        <pc:chgData name="Dieter Beaven" userId="9bbdb69f-69d0-4759-aa9b-5c090a2da237" providerId="ADAL" clId="{99669303-92E5-4D1E-9624-C2AD9A1D60EB}" dt="2025-05-09T15:47:03.444" v="35"/>
        <pc:sldMkLst>
          <pc:docMk/>
          <pc:sldMk cId="1312571502" sldId="642"/>
        </pc:sldMkLst>
      </pc:sldChg>
      <pc:sldChg chg="add">
        <pc:chgData name="Dieter Beaven" userId="9bbdb69f-69d0-4759-aa9b-5c090a2da237" providerId="ADAL" clId="{99669303-92E5-4D1E-9624-C2AD9A1D60EB}" dt="2025-05-09T15:47:03.444" v="35"/>
        <pc:sldMkLst>
          <pc:docMk/>
          <pc:sldMk cId="1867304660" sldId="643"/>
        </pc:sldMkLst>
      </pc:sldChg>
    </pc:docChg>
  </pc:docChgLst>
  <pc:docChgLst>
    <pc:chgData name="Dieter Beaven" userId="9bbdb69f-69d0-4759-aa9b-5c090a2da237" providerId="ADAL" clId="{2F302947-2B75-4670-B1D7-9A45CF8980D0}"/>
    <pc:docChg chg="modSld">
      <pc:chgData name="Dieter Beaven" userId="9bbdb69f-69d0-4759-aa9b-5c090a2da237" providerId="ADAL" clId="{2F302947-2B75-4670-B1D7-9A45CF8980D0}" dt="2025-04-29T11:59:10.265" v="22" actId="20577"/>
      <pc:docMkLst>
        <pc:docMk/>
      </pc:docMkLst>
      <pc:sldChg chg="modSp mod">
        <pc:chgData name="Dieter Beaven" userId="9bbdb69f-69d0-4759-aa9b-5c090a2da237" providerId="ADAL" clId="{2F302947-2B75-4670-B1D7-9A45CF8980D0}" dt="2025-04-29T11:58:36.234" v="21" actId="20577"/>
        <pc:sldMkLst>
          <pc:docMk/>
          <pc:sldMk cId="3991975165" sldId="547"/>
        </pc:sldMkLst>
        <pc:spChg chg="mod">
          <ac:chgData name="Dieter Beaven" userId="9bbdb69f-69d0-4759-aa9b-5c090a2da237" providerId="ADAL" clId="{2F302947-2B75-4670-B1D7-9A45CF8980D0}" dt="2025-04-29T11:58:36.234" v="21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2F302947-2B75-4670-B1D7-9A45CF8980D0}" dt="2025-04-29T11:59:10.265" v="22" actId="20577"/>
        <pc:sldMkLst>
          <pc:docMk/>
          <pc:sldMk cId="3055658135" sldId="549"/>
        </pc:sldMkLst>
        <pc:spChg chg="mod">
          <ac:chgData name="Dieter Beaven" userId="9bbdb69f-69d0-4759-aa9b-5c090a2da237" providerId="ADAL" clId="{2F302947-2B75-4670-B1D7-9A45CF8980D0}" dt="2025-04-29T11:59:10.265" v="22" actId="20577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73517785-EB4C-4D85-AC28-4F98C203B6D8}"/>
    <pc:docChg chg="modSld">
      <pc:chgData name="Dieter Beaven" userId="9bbdb69f-69d0-4759-aa9b-5c090a2da237" providerId="ADAL" clId="{73517785-EB4C-4D85-AC28-4F98C203B6D8}" dt="2025-04-24T16:05:52.271" v="12" actId="20577"/>
      <pc:docMkLst>
        <pc:docMk/>
      </pc:docMkLst>
      <pc:sldChg chg="modSp mod">
        <pc:chgData name="Dieter Beaven" userId="9bbdb69f-69d0-4759-aa9b-5c090a2da237" providerId="ADAL" clId="{73517785-EB4C-4D85-AC28-4F98C203B6D8}" dt="2025-04-24T16:05:52.271" v="12" actId="20577"/>
        <pc:sldMkLst>
          <pc:docMk/>
          <pc:sldMk cId="3991975165" sldId="547"/>
        </pc:sldMkLst>
        <pc:spChg chg="mod">
          <ac:chgData name="Dieter Beaven" userId="9bbdb69f-69d0-4759-aa9b-5c090a2da237" providerId="ADAL" clId="{73517785-EB4C-4D85-AC28-4F98C203B6D8}" dt="2025-04-24T16:05:52.271" v="12" actId="20577"/>
          <ac:spMkLst>
            <pc:docMk/>
            <pc:sldMk cId="3991975165" sldId="547"/>
            <ac:spMk id="2" creationId="{00000000-0000-0000-0000-000000000000}"/>
          </ac:spMkLst>
        </pc:spChg>
      </pc:sldChg>
    </pc:docChg>
  </pc:docChgLst>
  <pc:docChgLst>
    <pc:chgData name="Dieter Beaven" userId="9bbdb69f-69d0-4759-aa9b-5c090a2da237" providerId="ADAL" clId="{B949104A-C40F-4B4C-A75E-820670A6E3F2}"/>
    <pc:docChg chg="undo custSel delSld modSld">
      <pc:chgData name="Dieter Beaven" userId="9bbdb69f-69d0-4759-aa9b-5c090a2da237" providerId="ADAL" clId="{B949104A-C40F-4B4C-A75E-820670A6E3F2}" dt="2025-06-20T09:22:57.281" v="8" actId="47"/>
      <pc:docMkLst>
        <pc:docMk/>
      </pc:docMkLst>
      <pc:sldChg chg="addSp delSp modSp mod">
        <pc:chgData name="Dieter Beaven" userId="9bbdb69f-69d0-4759-aa9b-5c090a2da237" providerId="ADAL" clId="{B949104A-C40F-4B4C-A75E-820670A6E3F2}" dt="2025-06-20T09:22:51.986" v="3" actId="22"/>
        <pc:sldMkLst>
          <pc:docMk/>
          <pc:sldMk cId="3896053727" sldId="543"/>
        </pc:sldMkLst>
        <pc:picChg chg="add mod">
          <ac:chgData name="Dieter Beaven" userId="9bbdb69f-69d0-4759-aa9b-5c090a2da237" providerId="ADAL" clId="{B949104A-C40F-4B4C-A75E-820670A6E3F2}" dt="2025-06-17T14:58:07.226" v="1" actId="1076"/>
          <ac:picMkLst>
            <pc:docMk/>
            <pc:sldMk cId="3896053727" sldId="543"/>
            <ac:picMk id="6" creationId="{1E068A3A-0179-2A6D-0844-780AAF69884E}"/>
          </ac:picMkLst>
        </pc:picChg>
        <pc:picChg chg="add del">
          <ac:chgData name="Dieter Beaven" userId="9bbdb69f-69d0-4759-aa9b-5c090a2da237" providerId="ADAL" clId="{B949104A-C40F-4B4C-A75E-820670A6E3F2}" dt="2025-06-20T09:22:51.986" v="3" actId="22"/>
          <ac:picMkLst>
            <pc:docMk/>
            <pc:sldMk cId="3896053727" sldId="543"/>
            <ac:picMk id="7" creationId="{A5204F26-EA1D-B9BF-EDCC-30402D569641}"/>
          </ac:picMkLst>
        </pc:picChg>
      </pc:sldChg>
      <pc:sldChg chg="del">
        <pc:chgData name="Dieter Beaven" userId="9bbdb69f-69d0-4759-aa9b-5c090a2da237" providerId="ADAL" clId="{B949104A-C40F-4B4C-A75E-820670A6E3F2}" dt="2025-06-20T09:22:56.844" v="7" actId="47"/>
        <pc:sldMkLst>
          <pc:docMk/>
          <pc:sldMk cId="3458699803" sldId="545"/>
        </pc:sldMkLst>
      </pc:sldChg>
      <pc:sldChg chg="addSp modSp mod">
        <pc:chgData name="Dieter Beaven" userId="9bbdb69f-69d0-4759-aa9b-5c090a2da237" providerId="ADAL" clId="{B949104A-C40F-4B4C-A75E-820670A6E3F2}" dt="2025-06-20T09:22:55.125" v="5" actId="1076"/>
        <pc:sldMkLst>
          <pc:docMk/>
          <pc:sldMk cId="4091202299" sldId="550"/>
        </pc:sldMkLst>
        <pc:picChg chg="add mod">
          <ac:chgData name="Dieter Beaven" userId="9bbdb69f-69d0-4759-aa9b-5c090a2da237" providerId="ADAL" clId="{B949104A-C40F-4B4C-A75E-820670A6E3F2}" dt="2025-06-20T09:22:55.125" v="5" actId="1076"/>
          <ac:picMkLst>
            <pc:docMk/>
            <pc:sldMk cId="4091202299" sldId="550"/>
            <ac:picMk id="6" creationId="{F9048C19-7B90-65E4-60C8-4ADF871849C6}"/>
          </ac:picMkLst>
        </pc:picChg>
      </pc:sldChg>
      <pc:sldChg chg="del">
        <pc:chgData name="Dieter Beaven" userId="9bbdb69f-69d0-4759-aa9b-5c090a2da237" providerId="ADAL" clId="{B949104A-C40F-4B4C-A75E-820670A6E3F2}" dt="2025-06-20T09:22:56.391" v="6" actId="47"/>
        <pc:sldMkLst>
          <pc:docMk/>
          <pc:sldMk cId="3826585799" sldId="551"/>
        </pc:sldMkLst>
      </pc:sldChg>
      <pc:sldChg chg="del">
        <pc:chgData name="Dieter Beaven" userId="9bbdb69f-69d0-4759-aa9b-5c090a2da237" providerId="ADAL" clId="{B949104A-C40F-4B4C-A75E-820670A6E3F2}" dt="2025-06-20T09:22:57.281" v="8" actId="47"/>
        <pc:sldMkLst>
          <pc:docMk/>
          <pc:sldMk cId="2531956736" sldId="552"/>
        </pc:sldMkLst>
      </pc:sldChg>
    </pc:docChg>
  </pc:docChgLst>
  <pc:docChgLst>
    <pc:chgData name="Dieter Beaven" userId="S::dbeaven@newsteadwood.co.uk::9bbdb69f-69d0-4759-aa9b-5c090a2da237" providerId="AD" clId="Web-{6BD7071B-32F0-A215-B523-DBD5E937F1B5}"/>
    <pc:docChg chg="modSld">
      <pc:chgData name="Dieter Beaven" userId="S::dbeaven@newsteadwood.co.uk::9bbdb69f-69d0-4759-aa9b-5c090a2da237" providerId="AD" clId="Web-{6BD7071B-32F0-A215-B523-DBD5E937F1B5}" dt="2024-09-23T10:28:21.091" v="1" actId="20577"/>
      <pc:docMkLst>
        <pc:docMk/>
      </pc:docMkLst>
      <pc:sldChg chg="modSp">
        <pc:chgData name="Dieter Beaven" userId="S::dbeaven@newsteadwood.co.uk::9bbdb69f-69d0-4759-aa9b-5c090a2da237" providerId="AD" clId="Web-{6BD7071B-32F0-A215-B523-DBD5E937F1B5}" dt="2024-09-23T10:28:21.091" v="1" actId="20577"/>
        <pc:sldMkLst>
          <pc:docMk/>
          <pc:sldMk cId="3991975165" sldId="547"/>
        </pc:sldMkLst>
      </pc:sldChg>
    </pc:docChg>
  </pc:docChgLst>
  <pc:docChgLst>
    <pc:chgData name="Dieter Beaven" userId="9bbdb69f-69d0-4759-aa9b-5c090a2da237" providerId="ADAL" clId="{1C892770-E48D-412B-AA99-7BE3E2823042}"/>
    <pc:docChg chg="custSel addSld delSld modSld">
      <pc:chgData name="Dieter Beaven" userId="9bbdb69f-69d0-4759-aa9b-5c090a2da237" providerId="ADAL" clId="{1C892770-E48D-412B-AA99-7BE3E2823042}" dt="2025-04-24T16:01:51.069" v="48"/>
      <pc:docMkLst>
        <pc:docMk/>
      </pc:docMkLst>
      <pc:sldChg chg="del">
        <pc:chgData name="Dieter Beaven" userId="9bbdb69f-69d0-4759-aa9b-5c090a2da237" providerId="ADAL" clId="{1C892770-E48D-412B-AA99-7BE3E2823042}" dt="2025-04-24T16:01:13.369" v="38" actId="47"/>
        <pc:sldMkLst>
          <pc:docMk/>
          <pc:sldMk cId="1020239277" sldId="484"/>
        </pc:sldMkLst>
      </pc:sldChg>
      <pc:sldChg chg="del">
        <pc:chgData name="Dieter Beaven" userId="9bbdb69f-69d0-4759-aa9b-5c090a2da237" providerId="ADAL" clId="{1C892770-E48D-412B-AA99-7BE3E2823042}" dt="2025-04-24T16:01:14.591" v="39" actId="47"/>
        <pc:sldMkLst>
          <pc:docMk/>
          <pc:sldMk cId="2811694845" sldId="513"/>
        </pc:sldMkLst>
      </pc:sldChg>
      <pc:sldChg chg="del">
        <pc:chgData name="Dieter Beaven" userId="9bbdb69f-69d0-4759-aa9b-5c090a2da237" providerId="ADAL" clId="{1C892770-E48D-412B-AA99-7BE3E2823042}" dt="2025-04-24T16:01:15.393" v="40" actId="47"/>
        <pc:sldMkLst>
          <pc:docMk/>
          <pc:sldMk cId="767054381" sldId="514"/>
        </pc:sldMkLst>
      </pc:sldChg>
      <pc:sldChg chg="delSp mod">
        <pc:chgData name="Dieter Beaven" userId="9bbdb69f-69d0-4759-aa9b-5c090a2da237" providerId="ADAL" clId="{1C892770-E48D-412B-AA99-7BE3E2823042}" dt="2025-04-24T16:01:18.643" v="41" actId="478"/>
        <pc:sldMkLst>
          <pc:docMk/>
          <pc:sldMk cId="3896053727" sldId="543"/>
        </pc:sldMkLst>
      </pc:sldChg>
      <pc:sldChg chg="delSp mod">
        <pc:chgData name="Dieter Beaven" userId="9bbdb69f-69d0-4759-aa9b-5c090a2da237" providerId="ADAL" clId="{1C892770-E48D-412B-AA99-7BE3E2823042}" dt="2025-04-24T16:01:20.187" v="42" actId="478"/>
        <pc:sldMkLst>
          <pc:docMk/>
          <pc:sldMk cId="3458699803" sldId="545"/>
        </pc:sldMkLst>
      </pc:sldChg>
      <pc:sldChg chg="modSp mod">
        <pc:chgData name="Dieter Beaven" userId="9bbdb69f-69d0-4759-aa9b-5c090a2da237" providerId="ADAL" clId="{1C892770-E48D-412B-AA99-7BE3E2823042}" dt="2025-04-24T16:01:06.370" v="37" actId="6549"/>
        <pc:sldMkLst>
          <pc:docMk/>
          <pc:sldMk cId="3991975165" sldId="547"/>
        </pc:sldMkLst>
        <pc:spChg chg="mod">
          <ac:chgData name="Dieter Beaven" userId="9bbdb69f-69d0-4759-aa9b-5c090a2da237" providerId="ADAL" clId="{1C892770-E48D-412B-AA99-7BE3E2823042}" dt="2025-04-24T16:01:06.370" v="37" actId="6549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1C892770-E48D-412B-AA99-7BE3E2823042}" dt="2025-04-24T16:01:42.159" v="45" actId="6549"/>
        <pc:sldMkLst>
          <pc:docMk/>
          <pc:sldMk cId="3055658135" sldId="549"/>
        </pc:sldMkLst>
        <pc:spChg chg="mod">
          <ac:chgData name="Dieter Beaven" userId="9bbdb69f-69d0-4759-aa9b-5c090a2da237" providerId="ADAL" clId="{1C892770-E48D-412B-AA99-7BE3E2823042}" dt="2025-04-24T16:01:26.587" v="43" actId="6549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1C892770-E48D-412B-AA99-7BE3E2823042}" dt="2025-04-24T16:01:42.159" v="45" actId="6549"/>
          <ac:spMkLst>
            <pc:docMk/>
            <pc:sldMk cId="3055658135" sldId="549"/>
            <ac:spMk id="5" creationId="{00000000-0000-0000-0000-000000000000}"/>
          </ac:spMkLst>
        </pc:spChg>
      </pc:sldChg>
      <pc:sldChg chg="add">
        <pc:chgData name="Dieter Beaven" userId="9bbdb69f-69d0-4759-aa9b-5c090a2da237" providerId="ADAL" clId="{1C892770-E48D-412B-AA99-7BE3E2823042}" dt="2025-04-24T16:01:47.507" v="46"/>
        <pc:sldMkLst>
          <pc:docMk/>
          <pc:sldMk cId="4091202299" sldId="550"/>
        </pc:sldMkLst>
      </pc:sldChg>
      <pc:sldChg chg="add">
        <pc:chgData name="Dieter Beaven" userId="9bbdb69f-69d0-4759-aa9b-5c090a2da237" providerId="ADAL" clId="{1C892770-E48D-412B-AA99-7BE3E2823042}" dt="2025-04-24T16:01:48.048" v="47"/>
        <pc:sldMkLst>
          <pc:docMk/>
          <pc:sldMk cId="3826585799" sldId="551"/>
        </pc:sldMkLst>
      </pc:sldChg>
      <pc:sldChg chg="add">
        <pc:chgData name="Dieter Beaven" userId="9bbdb69f-69d0-4759-aa9b-5c090a2da237" providerId="ADAL" clId="{1C892770-E48D-412B-AA99-7BE3E2823042}" dt="2025-04-24T16:01:51.069" v="48"/>
        <pc:sldMkLst>
          <pc:docMk/>
          <pc:sldMk cId="2531956736" sldId="552"/>
        </pc:sldMkLst>
      </pc:sldChg>
    </pc:docChg>
  </pc:docChgLst>
  <pc:docChgLst>
    <pc:chgData name="Dieter Beaven" userId="9bbdb69f-69d0-4759-aa9b-5c090a2da237" providerId="ADAL" clId="{4C852731-5E00-4CEB-968B-CB6D352D4FBA}"/>
    <pc:docChg chg="modSld">
      <pc:chgData name="Dieter Beaven" userId="9bbdb69f-69d0-4759-aa9b-5c090a2da237" providerId="ADAL" clId="{4C852731-5E00-4CEB-968B-CB6D352D4FBA}" dt="2025-04-25T15:27:25.676" v="5" actId="20577"/>
      <pc:docMkLst>
        <pc:docMk/>
      </pc:docMkLst>
      <pc:sldChg chg="modSp mod">
        <pc:chgData name="Dieter Beaven" userId="9bbdb69f-69d0-4759-aa9b-5c090a2da237" providerId="ADAL" clId="{4C852731-5E00-4CEB-968B-CB6D352D4FBA}" dt="2025-04-25T15:27:25.676" v="5" actId="20577"/>
        <pc:sldMkLst>
          <pc:docMk/>
          <pc:sldMk cId="3991975165" sldId="547"/>
        </pc:sldMkLst>
        <pc:spChg chg="mod">
          <ac:chgData name="Dieter Beaven" userId="9bbdb69f-69d0-4759-aa9b-5c090a2da237" providerId="ADAL" clId="{4C852731-5E00-4CEB-968B-CB6D352D4FBA}" dt="2025-04-25T15:27:25.676" v="5" actId="20577"/>
          <ac:spMkLst>
            <pc:docMk/>
            <pc:sldMk cId="3991975165" sldId="547"/>
            <ac:spMk id="2" creationId="{00000000-0000-0000-0000-000000000000}"/>
          </ac:spMkLst>
        </pc:spChg>
      </pc:sldChg>
      <pc:sldChg chg="modSp mod">
        <pc:chgData name="Dieter Beaven" userId="9bbdb69f-69d0-4759-aa9b-5c090a2da237" providerId="ADAL" clId="{4C852731-5E00-4CEB-968B-CB6D352D4FBA}" dt="2025-04-25T15:27:07.693" v="2" actId="6549"/>
        <pc:sldMkLst>
          <pc:docMk/>
          <pc:sldMk cId="3055658135" sldId="549"/>
        </pc:sldMkLst>
        <pc:spChg chg="mod">
          <ac:chgData name="Dieter Beaven" userId="9bbdb69f-69d0-4759-aa9b-5c090a2da237" providerId="ADAL" clId="{4C852731-5E00-4CEB-968B-CB6D352D4FBA}" dt="2025-04-25T15:27:04.615" v="0" actId="20577"/>
          <ac:spMkLst>
            <pc:docMk/>
            <pc:sldMk cId="3055658135" sldId="549"/>
            <ac:spMk id="3" creationId="{00000000-0000-0000-0000-000000000000}"/>
          </ac:spMkLst>
        </pc:spChg>
        <pc:spChg chg="mod">
          <ac:chgData name="Dieter Beaven" userId="9bbdb69f-69d0-4759-aa9b-5c090a2da237" providerId="ADAL" clId="{4C852731-5E00-4CEB-968B-CB6D352D4FBA}" dt="2025-04-25T15:27:07.693" v="2" actId="6549"/>
          <ac:spMkLst>
            <pc:docMk/>
            <pc:sldMk cId="3055658135" sldId="549"/>
            <ac:spMk id="5" creationId="{00000000-0000-0000-0000-000000000000}"/>
          </ac:spMkLst>
        </pc:spChg>
      </pc:sldChg>
    </pc:docChg>
  </pc:docChgLst>
  <pc:docChgLst>
    <pc:chgData name="Dieter Beaven" userId="9bbdb69f-69d0-4759-aa9b-5c090a2da237" providerId="ADAL" clId="{2A5AE0E2-2788-4AA7-8B3C-A04471EF5D14}"/>
    <pc:docChg chg="custSel addSld delSld modSld">
      <pc:chgData name="Dieter Beaven" userId="9bbdb69f-69d0-4759-aa9b-5c090a2da237" providerId="ADAL" clId="{2A5AE0E2-2788-4AA7-8B3C-A04471EF5D14}" dt="2024-09-17T16:09:35.830" v="251" actId="47"/>
      <pc:docMkLst>
        <pc:docMk/>
      </pc:docMkLst>
      <pc:sldChg chg="del">
        <pc:chgData name="Dieter Beaven" userId="9bbdb69f-69d0-4759-aa9b-5c090a2da237" providerId="ADAL" clId="{2A5AE0E2-2788-4AA7-8B3C-A04471EF5D14}" dt="2024-09-17T16:01:05.070" v="1" actId="47"/>
        <pc:sldMkLst>
          <pc:docMk/>
          <pc:sldMk cId="2913017854" sldId="481"/>
        </pc:sldMkLst>
      </pc:sldChg>
      <pc:sldChg chg="del">
        <pc:chgData name="Dieter Beaven" userId="9bbdb69f-69d0-4759-aa9b-5c090a2da237" providerId="ADAL" clId="{2A5AE0E2-2788-4AA7-8B3C-A04471EF5D14}" dt="2024-09-17T16:01:10.136" v="3" actId="47"/>
        <pc:sldMkLst>
          <pc:docMk/>
          <pc:sldMk cId="3808051470" sldId="483"/>
        </pc:sldMkLst>
      </pc:sldChg>
      <pc:sldChg chg="modSp mod">
        <pc:chgData name="Dieter Beaven" userId="9bbdb69f-69d0-4759-aa9b-5c090a2da237" providerId="ADAL" clId="{2A5AE0E2-2788-4AA7-8B3C-A04471EF5D14}" dt="2024-09-17T16:06:58.646" v="119" actId="6549"/>
        <pc:sldMkLst>
          <pc:docMk/>
          <pc:sldMk cId="2097919484" sldId="503"/>
        </pc:sldMkLst>
      </pc:sldChg>
      <pc:sldChg chg="modSp mod">
        <pc:chgData name="Dieter Beaven" userId="9bbdb69f-69d0-4759-aa9b-5c090a2da237" providerId="ADAL" clId="{2A5AE0E2-2788-4AA7-8B3C-A04471EF5D14}" dt="2024-09-17T16:08:22.961" v="181" actId="20577"/>
        <pc:sldMkLst>
          <pc:docMk/>
          <pc:sldMk cId="216391128" sldId="521"/>
        </pc:sldMkLst>
      </pc:sldChg>
      <pc:sldChg chg="modSp mod">
        <pc:chgData name="Dieter Beaven" userId="9bbdb69f-69d0-4759-aa9b-5c090a2da237" providerId="ADAL" clId="{2A5AE0E2-2788-4AA7-8B3C-A04471EF5D14}" dt="2024-09-17T16:09:15.811" v="250" actId="20577"/>
        <pc:sldMkLst>
          <pc:docMk/>
          <pc:sldMk cId="280797512" sldId="524"/>
        </pc:sldMkLst>
      </pc:sldChg>
      <pc:sldChg chg="del">
        <pc:chgData name="Dieter Beaven" userId="9bbdb69f-69d0-4759-aa9b-5c090a2da237" providerId="ADAL" clId="{2A5AE0E2-2788-4AA7-8B3C-A04471EF5D14}" dt="2024-09-17T16:09:35.830" v="251" actId="47"/>
        <pc:sldMkLst>
          <pc:docMk/>
          <pc:sldMk cId="2491822179" sldId="525"/>
        </pc:sldMkLst>
      </pc:sldChg>
      <pc:sldChg chg="del">
        <pc:chgData name="Dieter Beaven" userId="9bbdb69f-69d0-4759-aa9b-5c090a2da237" providerId="ADAL" clId="{2A5AE0E2-2788-4AA7-8B3C-A04471EF5D14}" dt="2024-09-17T16:01:06.407" v="2" actId="47"/>
        <pc:sldMkLst>
          <pc:docMk/>
          <pc:sldMk cId="3958245491" sldId="526"/>
        </pc:sldMkLst>
      </pc:sldChg>
      <pc:sldChg chg="modSp add mod">
        <pc:chgData name="Dieter Beaven" userId="9bbdb69f-69d0-4759-aa9b-5c090a2da237" providerId="ADAL" clId="{2A5AE0E2-2788-4AA7-8B3C-A04471EF5D14}" dt="2024-09-17T16:01:47.892" v="41" actId="20577"/>
        <pc:sldMkLst>
          <pc:docMk/>
          <pc:sldMk cId="3991975165" sldId="547"/>
        </pc:sldMkLst>
      </pc:sldChg>
      <pc:sldChg chg="modSp add mod">
        <pc:chgData name="Dieter Beaven" userId="9bbdb69f-69d0-4759-aa9b-5c090a2da237" providerId="ADAL" clId="{2A5AE0E2-2788-4AA7-8B3C-A04471EF5D14}" dt="2024-09-17T16:04:57.733" v="104" actId="20577"/>
        <pc:sldMkLst>
          <pc:docMk/>
          <pc:sldMk cId="4071243651" sldId="548"/>
        </pc:sldMkLst>
      </pc:sldChg>
      <pc:sldChg chg="modSp add mod">
        <pc:chgData name="Dieter Beaven" userId="9bbdb69f-69d0-4759-aa9b-5c090a2da237" providerId="ADAL" clId="{2A5AE0E2-2788-4AA7-8B3C-A04471EF5D14}" dt="2024-09-17T16:03:59.444" v="54" actId="20577"/>
        <pc:sldMkLst>
          <pc:docMk/>
          <pc:sldMk cId="3055658135" sldId="549"/>
        </pc:sldMkLst>
      </pc:sldChg>
      <pc:sldChg chg="modSp add mod">
        <pc:chgData name="Dieter Beaven" userId="9bbdb69f-69d0-4759-aa9b-5c090a2da237" providerId="ADAL" clId="{2A5AE0E2-2788-4AA7-8B3C-A04471EF5D14}" dt="2024-09-17T16:07:44.310" v="168" actId="20577"/>
        <pc:sldMkLst>
          <pc:docMk/>
          <pc:sldMk cId="4190994049" sldId="550"/>
        </pc:sldMkLst>
      </pc:sldChg>
      <pc:sldChg chg="modSp add mod">
        <pc:chgData name="Dieter Beaven" userId="9bbdb69f-69d0-4759-aa9b-5c090a2da237" providerId="ADAL" clId="{2A5AE0E2-2788-4AA7-8B3C-A04471EF5D14}" dt="2024-09-17T16:08:53.370" v="235" actId="20577"/>
        <pc:sldMkLst>
          <pc:docMk/>
          <pc:sldMk cId="2915845008" sldId="551"/>
        </pc:sldMkLst>
      </pc:sldChg>
    </pc:docChg>
  </pc:docChgLst>
  <pc:docChgLst>
    <pc:chgData name="Dieter Beaven" userId="9bbdb69f-69d0-4759-aa9b-5c090a2da237" providerId="ADAL" clId="{5BC22596-4F92-4FA2-85D4-CE6A6FE2A641}"/>
    <pc:docChg chg="custSel addSld modSld">
      <pc:chgData name="Dieter Beaven" userId="9bbdb69f-69d0-4759-aa9b-5c090a2da237" providerId="ADAL" clId="{5BC22596-4F92-4FA2-85D4-CE6A6FE2A641}" dt="2024-09-17T16:11:36.921" v="3" actId="478"/>
      <pc:docMkLst>
        <pc:docMk/>
      </pc:docMkLst>
      <pc:sldChg chg="delSp add mod">
        <pc:chgData name="Dieter Beaven" userId="9bbdb69f-69d0-4759-aa9b-5c090a2da237" providerId="ADAL" clId="{5BC22596-4F92-4FA2-85D4-CE6A6FE2A641}" dt="2024-09-17T16:11:36.921" v="3" actId="478"/>
        <pc:sldMkLst>
          <pc:docMk/>
          <pc:sldMk cId="3896053727" sldId="543"/>
        </pc:sldMkLst>
      </pc:sldChg>
      <pc:sldChg chg="delSp add mod">
        <pc:chgData name="Dieter Beaven" userId="9bbdb69f-69d0-4759-aa9b-5c090a2da237" providerId="ADAL" clId="{5BC22596-4F92-4FA2-85D4-CE6A6FE2A641}" dt="2024-09-17T16:11:35.672" v="2" actId="478"/>
        <pc:sldMkLst>
          <pc:docMk/>
          <pc:sldMk cId="446446822" sldId="544"/>
        </pc:sldMkLst>
      </pc:sldChg>
      <pc:sldChg chg="delSp add mod">
        <pc:chgData name="Dieter Beaven" userId="9bbdb69f-69d0-4759-aa9b-5c090a2da237" providerId="ADAL" clId="{5BC22596-4F92-4FA2-85D4-CE6A6FE2A641}" dt="2024-09-17T16:11:34.191" v="1" actId="478"/>
        <pc:sldMkLst>
          <pc:docMk/>
          <pc:sldMk cId="3458699803" sldId="54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20/06/2025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9.png"/><Relationship Id="rId3" Type="http://schemas.openxmlformats.org/officeDocument/2006/relationships/image" Target="../media/image134.png"/><Relationship Id="rId7" Type="http://schemas.openxmlformats.org/officeDocument/2006/relationships/image" Target="../media/image138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7.png"/><Relationship Id="rId5" Type="http://schemas.openxmlformats.org/officeDocument/2006/relationships/image" Target="../media/image136.png"/><Relationship Id="rId4" Type="http://schemas.openxmlformats.org/officeDocument/2006/relationships/image" Target="../media/image135.png"/><Relationship Id="rId9" Type="http://schemas.openxmlformats.org/officeDocument/2006/relationships/image" Target="../media/image14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4.png"/><Relationship Id="rId4" Type="http://schemas.openxmlformats.org/officeDocument/2006/relationships/image" Target="../media/image14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8.png"/><Relationship Id="rId4" Type="http://schemas.openxmlformats.org/officeDocument/2006/relationships/image" Target="../media/image14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130425"/>
            <a:ext cx="8640960" cy="3026767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92D050"/>
                </a:solidFill>
              </a:rPr>
              <a:t>P1 Chapter 12: </a:t>
            </a:r>
            <a:r>
              <a:rPr lang="en-GB" dirty="0">
                <a:solidFill>
                  <a:schemeClr val="accent5"/>
                </a:solidFill>
              </a:rPr>
              <a:t>Differentiation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Increasing and Decreasing  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19751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Increasing and Decreasing Functions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Freeform: Shape 4"/>
          <p:cNvSpPr/>
          <p:nvPr/>
        </p:nvSpPr>
        <p:spPr>
          <a:xfrm>
            <a:off x="683568" y="1628800"/>
            <a:ext cx="3200400" cy="2604977"/>
          </a:xfrm>
          <a:custGeom>
            <a:avLst/>
            <a:gdLst>
              <a:gd name="connsiteX0" fmla="*/ 0 w 3200400"/>
              <a:gd name="connsiteY0" fmla="*/ 2604977 h 2604977"/>
              <a:gd name="connsiteX1" fmla="*/ 1190846 w 3200400"/>
              <a:gd name="connsiteY1" fmla="*/ 1063256 h 2604977"/>
              <a:gd name="connsiteX2" fmla="*/ 2211572 w 3200400"/>
              <a:gd name="connsiteY2" fmla="*/ 797442 h 2604977"/>
              <a:gd name="connsiteX3" fmla="*/ 2477386 w 3200400"/>
              <a:gd name="connsiteY3" fmla="*/ 712381 h 2604977"/>
              <a:gd name="connsiteX4" fmla="*/ 2849525 w 3200400"/>
              <a:gd name="connsiteY4" fmla="*/ 467833 h 2604977"/>
              <a:gd name="connsiteX5" fmla="*/ 3200400 w 3200400"/>
              <a:gd name="connsiteY5" fmla="*/ 0 h 26049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00400" h="2604977">
                <a:moveTo>
                  <a:pt x="0" y="2604977"/>
                </a:moveTo>
                <a:cubicBezTo>
                  <a:pt x="411125" y="1984744"/>
                  <a:pt x="822251" y="1364512"/>
                  <a:pt x="1190846" y="1063256"/>
                </a:cubicBezTo>
                <a:cubicBezTo>
                  <a:pt x="1559441" y="762000"/>
                  <a:pt x="1997149" y="855921"/>
                  <a:pt x="2211572" y="797442"/>
                </a:cubicBezTo>
                <a:cubicBezTo>
                  <a:pt x="2425995" y="738963"/>
                  <a:pt x="2371061" y="767316"/>
                  <a:pt x="2477386" y="712381"/>
                </a:cubicBezTo>
                <a:cubicBezTo>
                  <a:pt x="2583712" y="657446"/>
                  <a:pt x="2729023" y="586563"/>
                  <a:pt x="2849525" y="467833"/>
                </a:cubicBezTo>
                <a:cubicBezTo>
                  <a:pt x="2970027" y="349103"/>
                  <a:pt x="3085213" y="174551"/>
                  <a:pt x="3200400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637565" y="2948115"/>
            <a:ext cx="20162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What do you think it means for a function to be an ‘increasing function’?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011711" y="4583034"/>
                <a:ext cx="2444899" cy="1107996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>
                    <a:latin typeface="Wingdings" panose="05000000000000000000" pitchFamily="2" charset="2"/>
                  </a:rPr>
                  <a:t>!</a:t>
                </a:r>
                <a:r>
                  <a:rPr lang="en-GB" sz="1600" dirty="0"/>
                  <a:t> An increasing function is one whose gradient is always at least 0.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sz="1600" dirty="0"/>
                  <a:t> for all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600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1711" y="4583034"/>
                <a:ext cx="2444899" cy="1107996"/>
              </a:xfrm>
              <a:prstGeom prst="rect">
                <a:avLst/>
              </a:prstGeom>
              <a:blipFill>
                <a:blip r:embed="rId2"/>
                <a:stretch>
                  <a:fillRect l="-988" t="-1075" b="-2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956931" y="5770946"/>
                <a:ext cx="2448936" cy="73866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400" dirty="0"/>
                  <a:t>It would be ‘</a:t>
                </a:r>
                <a:r>
                  <a:rPr lang="en-GB" sz="1400" b="1" u="sng" dirty="0"/>
                  <a:t>strictly</a:t>
                </a:r>
                <a:r>
                  <a:rPr lang="en-GB" sz="1400" b="1" dirty="0"/>
                  <a:t> increasing</a:t>
                </a:r>
                <a:r>
                  <a:rPr lang="en-GB" sz="1400" dirty="0"/>
                  <a:t>’ if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GB" sz="1400" dirty="0"/>
                  <a:t> for all </a:t>
                </a:r>
                <a14:m>
                  <m:oMath xmlns:m="http://schemas.openxmlformats.org/officeDocument/2006/math">
                    <m:r>
                      <a:rPr lang="en-GB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1400" dirty="0"/>
                  <a:t>, i.e. is not allowed to go horizontal.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31" y="5770946"/>
                <a:ext cx="2448936" cy="738664"/>
              </a:xfrm>
              <a:prstGeom prst="rect">
                <a:avLst/>
              </a:prstGeom>
              <a:blipFill>
                <a:blip r:embed="rId3"/>
                <a:stretch>
                  <a:fillRect l="-746" t="-1653" r="-995" b="-743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Freeform: Shape 8"/>
          <p:cNvSpPr/>
          <p:nvPr/>
        </p:nvSpPr>
        <p:spPr>
          <a:xfrm>
            <a:off x="4646428" y="1679944"/>
            <a:ext cx="3104707" cy="2349796"/>
          </a:xfrm>
          <a:custGeom>
            <a:avLst/>
            <a:gdLst>
              <a:gd name="connsiteX0" fmla="*/ 0 w 3104707"/>
              <a:gd name="connsiteY0" fmla="*/ 2349796 h 2349796"/>
              <a:gd name="connsiteX1" fmla="*/ 1052623 w 3104707"/>
              <a:gd name="connsiteY1" fmla="*/ 754912 h 2349796"/>
              <a:gd name="connsiteX2" fmla="*/ 2030819 w 3104707"/>
              <a:gd name="connsiteY2" fmla="*/ 1860698 h 2349796"/>
              <a:gd name="connsiteX3" fmla="*/ 3104707 w 3104707"/>
              <a:gd name="connsiteY3" fmla="*/ 0 h 23497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04707" h="2349796">
                <a:moveTo>
                  <a:pt x="0" y="2349796"/>
                </a:moveTo>
                <a:cubicBezTo>
                  <a:pt x="357076" y="1593112"/>
                  <a:pt x="714153" y="836428"/>
                  <a:pt x="1052623" y="754912"/>
                </a:cubicBezTo>
                <a:cubicBezTo>
                  <a:pt x="1391093" y="673396"/>
                  <a:pt x="1688805" y="1986517"/>
                  <a:pt x="2030819" y="1860698"/>
                </a:cubicBezTo>
                <a:cubicBezTo>
                  <a:pt x="2372833" y="1734879"/>
                  <a:pt x="2738770" y="867439"/>
                  <a:pt x="3104707" y="0"/>
                </a:cubicBezTo>
              </a:path>
            </a:pathLst>
          </a:cu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1" name="Straight Connector 10"/>
          <p:cNvCxnSpPr/>
          <p:nvPr/>
        </p:nvCxnSpPr>
        <p:spPr>
          <a:xfrm>
            <a:off x="5724128" y="1484784"/>
            <a:ext cx="0" cy="294065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6588224" y="1477785"/>
            <a:ext cx="0" cy="2940659"/>
          </a:xfrm>
          <a:prstGeom prst="line">
            <a:avLst/>
          </a:prstGeom>
          <a:ln>
            <a:prstDash val="lgDashDot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4646428" y="4425443"/>
            <a:ext cx="93368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5796136" y="4399478"/>
            <a:ext cx="710990" cy="2401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6660232" y="4425443"/>
            <a:ext cx="933684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890645" y="711791"/>
            <a:ext cx="3539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 function can also be increasing and decreasing in certain intervals.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5071399" y="2090326"/>
                <a:ext cx="68946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2,3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71399" y="2090326"/>
                <a:ext cx="689467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6515778" y="3502113"/>
                <a:ext cx="9163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4,−1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5778" y="3502113"/>
                <a:ext cx="916380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Oval 20"/>
          <p:cNvSpPr/>
          <p:nvPr/>
        </p:nvSpPr>
        <p:spPr>
          <a:xfrm>
            <a:off x="5661764" y="2368263"/>
            <a:ext cx="129436" cy="12728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Oval 21"/>
          <p:cNvSpPr/>
          <p:nvPr/>
        </p:nvSpPr>
        <p:spPr>
          <a:xfrm>
            <a:off x="6543496" y="3470219"/>
            <a:ext cx="129436" cy="12728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4298962" y="4527332"/>
                <a:ext cx="1281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Increasing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8962" y="4527332"/>
                <a:ext cx="1281150" cy="584775"/>
              </a:xfrm>
              <a:prstGeom prst="rect">
                <a:avLst/>
              </a:prstGeom>
              <a:blipFill>
                <a:blip r:embed="rId6"/>
                <a:stretch>
                  <a:fillRect l="-2381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5433237" y="4584684"/>
                <a:ext cx="14424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:r>
                  <a:rPr lang="en-GB" sz="1600" dirty="0"/>
                  <a:t>Decreasing for </a:t>
                </a:r>
                <a:br>
                  <a:rPr lang="en-GB" sz="1600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2≤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≤4</m:t>
                      </m:r>
                    </m:oMath>
                  </m:oMathPara>
                </a14:m>
                <a:endParaRPr lang="en-GB" sz="1600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3237" y="4584684"/>
                <a:ext cx="1442490" cy="584775"/>
              </a:xfrm>
              <a:prstGeom prst="rect">
                <a:avLst/>
              </a:prstGeom>
              <a:blipFill>
                <a:blip r:embed="rId7"/>
                <a:stretch>
                  <a:fillRect l="-2110" t="-3125" r="-8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875727" y="4564396"/>
                <a:ext cx="128115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Increasing for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≥4</m:t>
                    </m:r>
                  </m:oMath>
                </a14:m>
                <a:endParaRPr lang="en-GB" sz="16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5727" y="4564396"/>
                <a:ext cx="1281150" cy="584775"/>
              </a:xfrm>
              <a:prstGeom prst="rect">
                <a:avLst/>
              </a:prstGeom>
              <a:blipFill>
                <a:blip r:embed="rId8"/>
                <a:stretch>
                  <a:fillRect l="-2857" t="-3125" b="-125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603564" y="5233829"/>
                <a:ext cx="3362491" cy="1354217"/>
              </a:xfrm>
              <a:prstGeom prst="rect">
                <a:avLst/>
              </a:prstGeom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n-GB" sz="1600" dirty="0"/>
                  <a:t>We could also write “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1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GB" sz="1600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sz="1600" b="0" i="1" smtClean="0">
                        <a:latin typeface="Cambria Math" panose="02040503050406030204" pitchFamily="18" charset="0"/>
                      </a:rPr>
                      <m:t>[2,4]</m:t>
                    </m:r>
                  </m:oMath>
                </a14:m>
                <a:r>
                  <a:rPr lang="en-GB" sz="1600" dirty="0"/>
                  <a:t>”</a:t>
                </a:r>
              </a:p>
              <a:p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GB" sz="1600" b="1" dirty="0"/>
                  <a:t> represents all the real numbers between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𝒂</m:t>
                    </m:r>
                  </m:oMath>
                </a14:m>
                <a:r>
                  <a:rPr lang="en-GB" sz="1600" b="1" dirty="0"/>
                  <a:t> and </a:t>
                </a:r>
                <a14:m>
                  <m:oMath xmlns:m="http://schemas.openxmlformats.org/officeDocument/2006/math">
                    <m:r>
                      <a:rPr lang="en-GB" sz="1600" b="1" i="1" smtClean="0">
                        <a:latin typeface="Cambria Math" panose="02040503050406030204" pitchFamily="18" charset="0"/>
                      </a:rPr>
                      <m:t>𝒃</m:t>
                    </m:r>
                  </m:oMath>
                </a14:m>
                <a:r>
                  <a:rPr lang="en-GB" sz="1600" b="1" dirty="0"/>
                  <a:t> inclusive, </a:t>
                </a:r>
                <a:r>
                  <a:rPr lang="en-GB" sz="1600" b="1" dirty="0" err="1"/>
                  <a:t>i.e</a:t>
                </a:r>
                <a:r>
                  <a:rPr lang="en-GB" sz="1600" b="1" dirty="0"/>
                  <a:t>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  <m:r>
                        <a:rPr lang="en-GB" sz="16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 :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564" y="5233829"/>
                <a:ext cx="3362491" cy="1354217"/>
              </a:xfrm>
              <a:prstGeom prst="rect">
                <a:avLst/>
              </a:prstGeom>
              <a:blipFill>
                <a:blip r:embed="rId9"/>
                <a:stretch>
                  <a:fillRect l="-540" t="-442" r="-89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Rectangle 26"/>
          <p:cNvSpPr/>
          <p:nvPr/>
        </p:nvSpPr>
        <p:spPr>
          <a:xfrm>
            <a:off x="4285216" y="4531385"/>
            <a:ext cx="1074184" cy="5867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34029" y="4533804"/>
            <a:ext cx="1196380" cy="5867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23531" y="4533804"/>
            <a:ext cx="1143217" cy="58671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804841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66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7" fill="hold">
                      <p:stCondLst>
                        <p:cond delay="0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7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3" fill="hold">
                      <p:stCondLst>
                        <p:cond delay="0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7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9" fill="hold">
                      <p:stCondLst>
                        <p:cond delay="0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9"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8" grpId="0"/>
      <p:bldP spid="19" grpId="0"/>
      <p:bldP spid="20" grpId="0"/>
      <p:bldP spid="21" grpId="0" animBg="1"/>
      <p:bldP spid="22" grpId="0" animBg="1"/>
      <p:bldP spid="23" grpId="0"/>
      <p:bldP spid="24" grpId="0"/>
      <p:bldP spid="25" grpId="0"/>
      <p:bldP spid="26" grpId="0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Examples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Show that the function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+21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lang="en-GB" sz="2000" dirty="0"/>
                  <a:t> is increasing for all real 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53959" y="2132856"/>
                <a:ext cx="3497961" cy="20313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+21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+4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+7</m:t>
                          </m:r>
                        </m:e>
                      </m:d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+9</m:t>
                      </m:r>
                    </m:oMath>
                  </m:oMathPara>
                </a14:m>
                <a:endParaRPr lang="en-GB" b="0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,</a:t>
                </a:r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GB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GB" b="0" i="1" smtClean="0">
                                <a:latin typeface="Cambria Math" panose="02040503050406030204" pitchFamily="18" charset="0"/>
                              </a:rPr>
                              <m:t>+2</m:t>
                            </m:r>
                          </m:e>
                        </m:d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+9≥0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an increasing function for all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9" y="2132856"/>
                <a:ext cx="3497961" cy="2031325"/>
              </a:xfrm>
              <a:prstGeom prst="rect">
                <a:avLst/>
              </a:prstGeom>
              <a:blipFill>
                <a:blip r:embed="rId3"/>
                <a:stretch>
                  <a:fillRect l="-1394" r="-1568" b="-390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>
          <a:xfrm>
            <a:off x="611560" y="4869160"/>
            <a:ext cx="2673901" cy="132343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GB" sz="1600" b="1" dirty="0" err="1"/>
              <a:t>Fro</a:t>
            </a:r>
            <a:r>
              <a:rPr lang="en-GB" sz="1600" b="1" dirty="0"/>
              <a:t> Tip</a:t>
            </a:r>
            <a:r>
              <a:rPr lang="en-GB" sz="1600" dirty="0"/>
              <a:t>: To show a quadratic is </a:t>
            </a:r>
            <a:r>
              <a:rPr lang="en-GB" sz="1600" u="sng" dirty="0"/>
              <a:t>always</a:t>
            </a:r>
            <a:r>
              <a:rPr lang="en-GB" sz="1600" dirty="0"/>
              <a:t> positive, </a:t>
            </a:r>
            <a:r>
              <a:rPr lang="en-GB" sz="1600" u="sng" dirty="0"/>
              <a:t>complete the square</a:t>
            </a:r>
            <a:r>
              <a:rPr lang="en-GB" sz="1600" dirty="0"/>
              <a:t>, then indicate the squared term is always at least 0.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3958" y="1858166"/>
            <a:ext cx="3641282" cy="27244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283968" y="842503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interval on which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+3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−9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decreasing.</a:t>
                </a: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842503"/>
                <a:ext cx="3633251" cy="1015663"/>
              </a:xfrm>
              <a:prstGeom prst="rect">
                <a:avLst/>
              </a:prstGeom>
              <a:blipFill>
                <a:blip r:embed="rId4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55976" y="1988840"/>
                <a:ext cx="3456384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</m:t>
                      </m:r>
                    </m:oMath>
                  </m:oMathPara>
                </a14:m>
                <a:endParaRPr lang="en-GB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+6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−9≤0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−3≤0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+3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−3≤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≤1</m:t>
                      </m:r>
                    </m:oMath>
                  </m:oMathPara>
                </a14:m>
                <a:endParaRPr lang="en-GB" dirty="0"/>
              </a:p>
              <a:p>
                <a:r>
                  <a:rPr lang="en-GB" dirty="0"/>
                  <a:t>So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[−3,1]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5976" y="1988840"/>
                <a:ext cx="3456384" cy="2585323"/>
              </a:xfrm>
              <a:prstGeom prst="rect">
                <a:avLst/>
              </a:prstGeom>
              <a:blipFill>
                <a:blip r:embed="rId5"/>
                <a:stretch>
                  <a:fillRect l="-1587"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279952" y="1849697"/>
            <a:ext cx="3641282" cy="2724466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312571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</p:childTnLst>
        </p:cTn>
      </p:par>
    </p:tnLst>
    <p:bldLst>
      <p:bldP spid="8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Test Your Understanding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Show that the function </a:t>
                </a:r>
                <a:br>
                  <a:rPr lang="en-GB" sz="2000" dirty="0"/>
                </a:b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+16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GB" sz="2000" dirty="0"/>
                  <a:t> is increasing for all real values of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.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958" y="842504"/>
                <a:ext cx="3633251" cy="1015663"/>
              </a:xfrm>
              <a:prstGeom prst="rect">
                <a:avLst/>
              </a:prstGeom>
              <a:blipFill>
                <a:blip r:embed="rId2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283968" y="842503"/>
                <a:ext cx="3977530" cy="1015663"/>
              </a:xfrm>
              <a:prstGeom prst="rect">
                <a:avLst/>
              </a:prstGeom>
              <a:solidFill>
                <a:schemeClr val="bg1"/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rtlCol="0">
                <a:spAutoFit/>
              </a:bodyPr>
              <a:lstStyle/>
              <a:p>
                <a:r>
                  <a:rPr lang="en-GB" sz="2000" dirty="0"/>
                  <a:t>Find the interval on which the function </a:t>
                </a:r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+6</m:t>
                    </m:r>
                    <m:sSup>
                      <m:sSupPr>
                        <m:ctrlPr>
                          <a:rPr lang="en-GB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−135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sz="2000" dirty="0"/>
                  <a:t> is decreasing.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83968" y="842503"/>
                <a:ext cx="3977530" cy="1015663"/>
              </a:xfrm>
              <a:prstGeom prst="rect">
                <a:avLst/>
              </a:prstGeom>
              <a:blipFill>
                <a:blip r:embed="rId3"/>
                <a:stretch>
                  <a:fillRect b="-1554"/>
                </a:stretch>
              </a:blip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539552" y="2204864"/>
                <a:ext cx="3168352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+16</m:t>
                      </m:r>
                    </m:oMath>
                  </m:oMathPara>
                </a14:m>
                <a:endParaRPr lang="en-GB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endParaRPr lang="en-GB" dirty="0"/>
              </a:p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∴3</m:t>
                    </m:r>
                    <m:sSup>
                      <m:sSup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smtClean="0">
                        <a:latin typeface="Cambria Math" panose="02040503050406030204" pitchFamily="18" charset="0"/>
                      </a:rPr>
                      <m:t>+16≥0</m:t>
                    </m:r>
                  </m:oMath>
                </a14:m>
                <a:r>
                  <a:rPr lang="en-GB" dirty="0"/>
                  <a:t>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  <a:p>
                <a:r>
                  <a:rPr lang="en-GB" dirty="0"/>
                  <a:t>Therefore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an increasing function for all real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GB" dirty="0"/>
                  <a:t>.</a:t>
                </a: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2204864"/>
                <a:ext cx="3168352" cy="1477328"/>
              </a:xfrm>
              <a:prstGeom prst="rect">
                <a:avLst/>
              </a:prstGeom>
              <a:blipFill>
                <a:blip r:embed="rId4"/>
                <a:stretch>
                  <a:fillRect l="-1734" r="-193" b="-578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27984" y="2132856"/>
                <a:ext cx="3168352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−135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∴3</m:t>
                      </m:r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+12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−135≤0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−45≤0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+9</m:t>
                          </m:r>
                        </m:e>
                      </m:d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≤0</m:t>
                      </m:r>
                    </m:oMath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−9≤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≤5</m:t>
                      </m:r>
                    </m:oMath>
                  </m:oMathPara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So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decreasing in the interval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9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5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GB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27984" y="2132856"/>
                <a:ext cx="3168352" cy="2585323"/>
              </a:xfrm>
              <a:prstGeom prst="rect">
                <a:avLst/>
              </a:prstGeom>
              <a:blipFill>
                <a:blip r:embed="rId5"/>
                <a:stretch>
                  <a:fillRect l="-1538" b="-283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353958" y="1858165"/>
            <a:ext cx="3641282" cy="293898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79952" y="1849696"/>
            <a:ext cx="3981546" cy="294745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8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867304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>
                  <a:latin typeface="+mj-lt"/>
                </a:rPr>
                <a:t>Exercise 12.7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5" name="TextBox 4"/>
          <p:cNvSpPr txBox="1"/>
          <p:nvPr/>
        </p:nvSpPr>
        <p:spPr>
          <a:xfrm>
            <a:off x="395536" y="725840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dirty="0"/>
              <a:t>Pearson Pure Mathematics Year 1/AS</a:t>
            </a:r>
          </a:p>
          <a:p>
            <a:r>
              <a:rPr lang="en-GB" sz="2400" dirty="0"/>
              <a:t>Page 97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739717"/>
            <a:ext cx="9144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5658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E068A3A-0179-2A6D-0844-780AAF6988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40" y="908720"/>
            <a:ext cx="7343775" cy="3228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6053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9033AC-846C-1B51-B0D6-66FCEF519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A33E61B-5971-C1CA-63B6-84D4E8CD15B9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91569A6F-F775-6BAD-E18A-F451C7CF95D5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Homework Exercise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24CF18F9-8040-27F2-298F-E639F1017697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F9048C19-7B90-65E4-60C8-4ADF871849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180779"/>
            <a:ext cx="4648200" cy="301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12022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78994C-A71F-42AC-8C1A-2D47B8B074D2}">
  <ds:schemaRefs>
    <ds:schemaRef ds:uri="http://schemas.microsoft.com/office/2006/metadata/properties"/>
    <ds:schemaRef ds:uri="http://schemas.microsoft.com/office/infopath/2007/PartnerControls"/>
    <ds:schemaRef ds:uri="faa1ecaf-a1aa-4fc9-8c75-2805352e1f65"/>
    <ds:schemaRef ds:uri="f9cd3b9a-9a6c-485a-81b7-4082693b5161"/>
  </ds:schemaRefs>
</ds:datastoreItem>
</file>

<file path=customXml/itemProps2.xml><?xml version="1.0" encoding="utf-8"?>
<ds:datastoreItem xmlns:ds="http://schemas.openxmlformats.org/officeDocument/2006/customXml" ds:itemID="{A8F9F0BF-CA8C-4D24-90A1-67BA839288E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CFC61B-804A-451F-96CB-09693B40877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61750</TotalTime>
  <Words>514</Words>
  <Application>Microsoft Office PowerPoint</Application>
  <PresentationFormat>On-screen Show (4:3)</PresentationFormat>
  <Paragraphs>49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Cambria Math</vt:lpstr>
      <vt:lpstr>Wingdings</vt:lpstr>
      <vt:lpstr>Office Theme</vt:lpstr>
      <vt:lpstr>P1 Chapter 12: Differentiation  Increasing and Decreasing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1284</cp:revision>
  <dcterms:created xsi:type="dcterms:W3CDTF">2013-02-28T07:36:55Z</dcterms:created>
  <dcterms:modified xsi:type="dcterms:W3CDTF">2025-06-20T09:23:00Z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