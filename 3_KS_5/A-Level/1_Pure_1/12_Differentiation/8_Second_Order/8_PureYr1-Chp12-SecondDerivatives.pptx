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547" r:id="rId5"/>
    <p:sldId id="645" r:id="rId6"/>
    <p:sldId id="647" r:id="rId7"/>
    <p:sldId id="648" r:id="rId8"/>
    <p:sldId id="549" r:id="rId9"/>
    <p:sldId id="646" r:id="rId10"/>
    <p:sldId id="543" r:id="rId11"/>
    <p:sldId id="54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47940BD2-C0DB-49D8-BB07-1F15A08C11D9}"/>
    <pc:docChg chg="custSel addSld modSld sldOrd">
      <pc:chgData name="Dieter Beaven" userId="9bbdb69f-69d0-4759-aa9b-5c090a2da237" providerId="ADAL" clId="{47940BD2-C0DB-49D8-BB07-1F15A08C11D9}" dt="2025-05-09T15:50:10.918" v="50" actId="20577"/>
      <pc:docMkLst>
        <pc:docMk/>
      </pc:docMkLst>
      <pc:sldChg chg="modSp mod">
        <pc:chgData name="Dieter Beaven" userId="9bbdb69f-69d0-4759-aa9b-5c090a2da237" providerId="ADAL" clId="{47940BD2-C0DB-49D8-BB07-1F15A08C11D9}" dt="2025-05-09T15:50:10.918" v="50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7940BD2-C0DB-49D8-BB07-1F15A08C11D9}" dt="2025-05-09T15:50:10.918" v="50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7940BD2-C0DB-49D8-BB07-1F15A08C11D9}" dt="2025-05-09T15:49:52.328" v="12" actId="6549"/>
        <pc:sldMkLst>
          <pc:docMk/>
          <pc:sldMk cId="3055658135" sldId="549"/>
        </pc:sldMkLst>
        <pc:spChg chg="mod">
          <ac:chgData name="Dieter Beaven" userId="9bbdb69f-69d0-4759-aa9b-5c090a2da237" providerId="ADAL" clId="{47940BD2-C0DB-49D8-BB07-1F15A08C11D9}" dt="2025-05-09T15:49:45.063" v="10" actId="6549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47940BD2-C0DB-49D8-BB07-1F15A08C11D9}" dt="2025-05-09T15:49:52.328" v="12" actId="6549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47940BD2-C0DB-49D8-BB07-1F15A08C11D9}" dt="2025-05-09T15:48:36.298" v="0"/>
        <pc:sldMkLst>
          <pc:docMk/>
          <pc:sldMk cId="130389274" sldId="645"/>
        </pc:sldMkLst>
      </pc:sldChg>
      <pc:sldChg chg="add ord">
        <pc:chgData name="Dieter Beaven" userId="9bbdb69f-69d0-4759-aa9b-5c090a2da237" providerId="ADAL" clId="{47940BD2-C0DB-49D8-BB07-1F15A08C11D9}" dt="2025-05-09T15:49:15.772" v="3"/>
        <pc:sldMkLst>
          <pc:docMk/>
          <pc:sldMk cId="4056519408" sldId="646"/>
        </pc:sldMkLst>
      </pc:sldChg>
      <pc:sldChg chg="add">
        <pc:chgData name="Dieter Beaven" userId="9bbdb69f-69d0-4759-aa9b-5c090a2da237" providerId="ADAL" clId="{47940BD2-C0DB-49D8-BB07-1F15A08C11D9}" dt="2025-05-09T15:48:36.298" v="0"/>
        <pc:sldMkLst>
          <pc:docMk/>
          <pc:sldMk cId="1981163926" sldId="647"/>
        </pc:sldMkLst>
      </pc:sldChg>
      <pc:sldChg chg="delSp add mod">
        <pc:chgData name="Dieter Beaven" userId="9bbdb69f-69d0-4759-aa9b-5c090a2da237" providerId="ADAL" clId="{47940BD2-C0DB-49D8-BB07-1F15A08C11D9}" dt="2025-05-09T15:49:09.245" v="1" actId="478"/>
        <pc:sldMkLst>
          <pc:docMk/>
          <pc:sldMk cId="2378107595" sldId="648"/>
        </pc:sldMkLst>
      </pc:sldChg>
    </pc:docChg>
  </pc:docChgLst>
  <pc:docChgLst>
    <pc:chgData name="Dieter Beaven" userId="9bbdb69f-69d0-4759-aa9b-5c090a2da237" providerId="ADAL" clId="{BCECAB31-86A8-4B27-A7AA-6866C78DE593}"/>
    <pc:docChg chg="custSel delSld modSld">
      <pc:chgData name="Dieter Beaven" userId="9bbdb69f-69d0-4759-aa9b-5c090a2da237" providerId="ADAL" clId="{BCECAB31-86A8-4B27-A7AA-6866C78DE593}" dt="2025-06-20T09:23:52.323" v="7" actId="47"/>
      <pc:docMkLst>
        <pc:docMk/>
      </pc:docMkLst>
      <pc:sldChg chg="addSp modSp mod">
        <pc:chgData name="Dieter Beaven" userId="9bbdb69f-69d0-4759-aa9b-5c090a2da237" providerId="ADAL" clId="{BCECAB31-86A8-4B27-A7AA-6866C78DE593}" dt="2025-06-17T14:58:51.093" v="1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BCECAB31-86A8-4B27-A7AA-6866C78DE593}" dt="2025-06-17T14:58:51.093" v="1" actId="1076"/>
          <ac:picMkLst>
            <pc:docMk/>
            <pc:sldMk cId="3896053727" sldId="543"/>
            <ac:picMk id="6" creationId="{79BB5245-C3B4-746C-E1D5-D4A45BD78B05}"/>
          </ac:picMkLst>
        </pc:picChg>
      </pc:sldChg>
      <pc:sldChg chg="addSp modSp mod">
        <pc:chgData name="Dieter Beaven" userId="9bbdb69f-69d0-4759-aa9b-5c090a2da237" providerId="ADAL" clId="{BCECAB31-86A8-4B27-A7AA-6866C78DE593}" dt="2025-06-20T09:23:36.337" v="5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BCECAB31-86A8-4B27-A7AA-6866C78DE593}" dt="2025-06-20T09:23:36.337" v="5" actId="1076"/>
          <ac:picMkLst>
            <pc:docMk/>
            <pc:sldMk cId="3458699803" sldId="545"/>
            <ac:picMk id="6" creationId="{2D84F8A5-AA21-84DD-4C0A-6ECB420CEF96}"/>
          </ac:picMkLst>
        </pc:picChg>
      </pc:sldChg>
      <pc:sldChg chg="del">
        <pc:chgData name="Dieter Beaven" userId="9bbdb69f-69d0-4759-aa9b-5c090a2da237" providerId="ADAL" clId="{BCECAB31-86A8-4B27-A7AA-6866C78DE593}" dt="2025-06-17T14:58:54.515" v="2" actId="47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BCECAB31-86A8-4B27-A7AA-6866C78DE593}" dt="2025-06-17T14:58:54.827" v="3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BCECAB31-86A8-4B27-A7AA-6866C78DE593}" dt="2025-06-20T09:23:52.323" v="7" actId="47"/>
        <pc:sldMkLst>
          <pc:docMk/>
          <pc:sldMk cId="2531956736" sldId="552"/>
        </pc:sldMkLst>
      </pc:sldChg>
      <pc:sldChg chg="delSp mod delAnim">
        <pc:chgData name="Dieter Beaven" userId="9bbdb69f-69d0-4759-aa9b-5c090a2da237" providerId="ADAL" clId="{BCECAB31-86A8-4B27-A7AA-6866C78DE593}" dt="2025-06-20T09:23:41.289" v="6" actId="478"/>
        <pc:sldMkLst>
          <pc:docMk/>
          <pc:sldMk cId="4056519408" sldId="646"/>
        </pc:sldMkLst>
        <pc:spChg chg="del">
          <ac:chgData name="Dieter Beaven" userId="9bbdb69f-69d0-4759-aa9b-5c090a2da237" providerId="ADAL" clId="{BCECAB31-86A8-4B27-A7AA-6866C78DE593}" dt="2025-06-20T09:23:41.289" v="6" actId="478"/>
          <ac:spMkLst>
            <pc:docMk/>
            <pc:sldMk cId="4056519408" sldId="646"/>
            <ac:spMk id="30" creationId="{00000000-0000-0000-0000-000000000000}"/>
          </ac:spMkLst>
        </pc:spChg>
        <pc:picChg chg="del">
          <ac:chgData name="Dieter Beaven" userId="9bbdb69f-69d0-4759-aa9b-5c090a2da237" providerId="ADAL" clId="{BCECAB31-86A8-4B27-A7AA-6866C78DE593}" dt="2025-06-20T09:23:41.289" v="6" actId="478"/>
          <ac:picMkLst>
            <pc:docMk/>
            <pc:sldMk cId="4056519408" sldId="646"/>
            <ac:picMk id="29" creationId="{00000000-0000-0000-0000-000000000000}"/>
          </ac:picMkLst>
        </pc:picChg>
      </pc:sldChg>
    </pc:docChg>
  </pc:docChgLst>
  <pc:docChgLst>
    <pc:chgData name="Dieter Beaven" userId="9bbdb69f-69d0-4759-aa9b-5c090a2da237" providerId="ADAL" clId="{2F302947-2B75-4670-B1D7-9A45CF8980D0}"/>
    <pc:docChg chg="modSld">
      <pc:chgData name="Dieter Beaven" userId="9bbdb69f-69d0-4759-aa9b-5c090a2da237" providerId="ADAL" clId="{2F302947-2B75-4670-B1D7-9A45CF8980D0}" dt="2025-04-29T11:59:10.265" v="22" actId="20577"/>
      <pc:docMkLst>
        <pc:docMk/>
      </pc:docMkLst>
      <pc:sldChg chg="modSp mod">
        <pc:chgData name="Dieter Beaven" userId="9bbdb69f-69d0-4759-aa9b-5c090a2da237" providerId="ADAL" clId="{2F302947-2B75-4670-B1D7-9A45CF8980D0}" dt="2025-04-29T11:58:36.234" v="21" actId="20577"/>
        <pc:sldMkLst>
          <pc:docMk/>
          <pc:sldMk cId="3991975165" sldId="547"/>
        </pc:sldMkLst>
        <pc:spChg chg="mod">
          <ac:chgData name="Dieter Beaven" userId="9bbdb69f-69d0-4759-aa9b-5c090a2da237" providerId="ADAL" clId="{2F302947-2B75-4670-B1D7-9A45CF8980D0}" dt="2025-04-29T11:58:36.234" v="21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2F302947-2B75-4670-B1D7-9A45CF8980D0}" dt="2025-04-29T11:59:10.265" v="22" actId="20577"/>
        <pc:sldMkLst>
          <pc:docMk/>
          <pc:sldMk cId="3055658135" sldId="549"/>
        </pc:sldMkLst>
        <pc:spChg chg="mod">
          <ac:chgData name="Dieter Beaven" userId="9bbdb69f-69d0-4759-aa9b-5c090a2da237" providerId="ADAL" clId="{2F302947-2B75-4670-B1D7-9A45CF8980D0}" dt="2025-04-29T11:59:10.265" v="22" actId="20577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  <pc:spChg chg="mod">
          <ac:chgData name="Dieter Beaven" userId="9bbdb69f-69d0-4759-aa9b-5c090a2da237" providerId="ADAL" clId="{1C892770-E48D-412B-AA99-7BE3E2823042}" dt="2025-04-24T16:01:26.587" v="43" actId="6549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1C892770-E48D-412B-AA99-7BE3E2823042}" dt="2025-04-24T16:01:42.159" v="45" actId="6549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4C852731-5E00-4CEB-968B-CB6D352D4FBA}"/>
    <pc:docChg chg="modSld">
      <pc:chgData name="Dieter Beaven" userId="9bbdb69f-69d0-4759-aa9b-5c090a2da237" providerId="ADAL" clId="{4C852731-5E00-4CEB-968B-CB6D352D4FBA}" dt="2025-04-25T15:27:25.676" v="5" actId="20577"/>
      <pc:docMkLst>
        <pc:docMk/>
      </pc:docMkLst>
      <pc:sldChg chg="modSp mod">
        <pc:chgData name="Dieter Beaven" userId="9bbdb69f-69d0-4759-aa9b-5c090a2da237" providerId="ADAL" clId="{4C852731-5E00-4CEB-968B-CB6D352D4FBA}" dt="2025-04-25T15:27:25.676" v="5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C852731-5E00-4CEB-968B-CB6D352D4FBA}" dt="2025-04-25T15:27:25.676" v="5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C852731-5E00-4CEB-968B-CB6D352D4FBA}" dt="2025-04-25T15:27:07.693" v="2" actId="6549"/>
        <pc:sldMkLst>
          <pc:docMk/>
          <pc:sldMk cId="3055658135" sldId="549"/>
        </pc:sldMkLst>
        <pc:spChg chg="mod">
          <ac:chgData name="Dieter Beaven" userId="9bbdb69f-69d0-4759-aa9b-5c090a2da237" providerId="ADAL" clId="{4C852731-5E00-4CEB-968B-CB6D352D4FBA}" dt="2025-04-25T15:27:04.615" v="0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4C852731-5E00-4CEB-968B-CB6D352D4FBA}" dt="2025-04-25T15:27:07.693" v="2" actId="6549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12" Type="http://schemas.openxmlformats.org/officeDocument/2006/relationships/image" Target="../media/image159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5" Type="http://schemas.openxmlformats.org/officeDocument/2006/relationships/image" Target="../media/image152.png"/><Relationship Id="rId10" Type="http://schemas.openxmlformats.org/officeDocument/2006/relationships/image" Target="../media/image157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/>
            </a:br>
            <a:r>
              <a:rPr lang="en-GB"/>
              <a:t>Second Order Derivatives  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Second Order Derivatives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45747" y="791762"/>
            <a:ext cx="8136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 you differentiate once, the expression you get is known as the </a:t>
            </a:r>
            <a:r>
              <a:rPr lang="en-GB" b="1" dirty="0"/>
              <a:t>first derivative</a:t>
            </a:r>
            <a:r>
              <a:rPr lang="en-GB" dirty="0"/>
              <a:t>.</a:t>
            </a:r>
          </a:p>
          <a:p>
            <a:r>
              <a:rPr lang="en-GB" dirty="0"/>
              <a:t>Unsurprisingly, when we differentiate a second time, the resulting expression is known as the </a:t>
            </a:r>
            <a:r>
              <a:rPr lang="en-GB" b="1" dirty="0"/>
              <a:t>second derivative</a:t>
            </a:r>
            <a:r>
              <a:rPr lang="en-GB" dirty="0"/>
              <a:t>. And so 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38919" y="3369605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919" y="3369605"/>
                <a:ext cx="144016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59011" y="2681861"/>
                <a:ext cx="1440160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011" y="2681861"/>
                <a:ext cx="1440160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59011" y="3547843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011" y="3547843"/>
                <a:ext cx="144016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61945" y="4164911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945" y="4164911"/>
                <a:ext cx="144016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519251" y="2681861"/>
                <a:ext cx="1440160" cy="64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251" y="2681861"/>
                <a:ext cx="1440160" cy="6481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519251" y="3547843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′′=12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251" y="3547843"/>
                <a:ext cx="1440160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22185" y="4164911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185" y="4164911"/>
                <a:ext cx="144016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38919" y="5292042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919" y="5292042"/>
                <a:ext cx="144016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10688" y="5288809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688" y="5288809"/>
                <a:ext cx="1440160" cy="369332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47242" y="5244266"/>
                <a:ext cx="16234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242" y="5244266"/>
                <a:ext cx="1623409" cy="369332"/>
              </a:xfrm>
              <a:prstGeom prst="rect">
                <a:avLst/>
              </a:prstGeom>
              <a:blipFill>
                <a:blip r:embed="rId1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/>
          <p:cNvSpPr/>
          <p:nvPr/>
        </p:nvSpPr>
        <p:spPr>
          <a:xfrm rot="20068808">
            <a:off x="2825916" y="3138602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/>
          <p:cNvSpPr/>
          <p:nvPr/>
        </p:nvSpPr>
        <p:spPr>
          <a:xfrm rot="554370">
            <a:off x="2824434" y="3570724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/>
          <p:cNvSpPr/>
          <p:nvPr/>
        </p:nvSpPr>
        <p:spPr>
          <a:xfrm rot="1979714">
            <a:off x="2733691" y="3976384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/>
          <p:cNvSpPr/>
          <p:nvPr/>
        </p:nvSpPr>
        <p:spPr>
          <a:xfrm>
            <a:off x="4852467" y="2943685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/>
          <p:cNvSpPr/>
          <p:nvPr/>
        </p:nvSpPr>
        <p:spPr>
          <a:xfrm>
            <a:off x="4852467" y="3626795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/>
          <p:cNvSpPr/>
          <p:nvPr/>
        </p:nvSpPr>
        <p:spPr>
          <a:xfrm>
            <a:off x="4872713" y="4295549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/>
          <p:cNvSpPr/>
          <p:nvPr/>
        </p:nvSpPr>
        <p:spPr>
          <a:xfrm>
            <a:off x="2847305" y="5369440"/>
            <a:ext cx="459421" cy="21298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/>
          <p:cNvSpPr/>
          <p:nvPr/>
        </p:nvSpPr>
        <p:spPr>
          <a:xfrm>
            <a:off x="4929031" y="5366984"/>
            <a:ext cx="459421" cy="21298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 rot="19885247">
            <a:off x="2579976" y="2866925"/>
            <a:ext cx="815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Leibniz’s</a:t>
            </a:r>
          </a:p>
        </p:txBody>
      </p:sp>
      <p:sp>
        <p:nvSpPr>
          <p:cNvPr id="25" name="TextBox 24"/>
          <p:cNvSpPr txBox="1"/>
          <p:nvPr/>
        </p:nvSpPr>
        <p:spPr>
          <a:xfrm rot="2086670">
            <a:off x="2420344" y="4167335"/>
            <a:ext cx="904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Newton’s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5274" y="4985302"/>
            <a:ext cx="10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Lagrange’s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129" y="1999473"/>
            <a:ext cx="186327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Original 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97373" y="2004721"/>
            <a:ext cx="165312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First Derivative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467" y="2004721"/>
            <a:ext cx="194238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Second 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45747" y="5861655"/>
                <a:ext cx="8136904" cy="801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can similarly have the third derivative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), although this is no longer in the A Level syllabus. We’ll see why might use the second derivative soon…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47" y="5861655"/>
                <a:ext cx="8136904" cy="801181"/>
              </a:xfrm>
              <a:prstGeom prst="rect">
                <a:avLst/>
              </a:prstGeom>
              <a:blipFill>
                <a:blip r:embed="rId12"/>
                <a:stretch>
                  <a:fillRect l="-674" b="-114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8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8" y="842504"/>
                <a:ext cx="3633251" cy="5724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8" y="842504"/>
                <a:ext cx="3633251" cy="5724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71428" y="842504"/>
                <a:ext cx="3633251" cy="558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=3</m:t>
                    </m:r>
                    <m:rad>
                      <m:radPr>
                        <m:deg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842504"/>
                <a:ext cx="3633251" cy="558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1700808"/>
                <a:ext cx="3096344" cy="2528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=60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This could also be written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60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00808"/>
                <a:ext cx="3096344" cy="2528513"/>
              </a:xfrm>
              <a:prstGeom prst="rect">
                <a:avLst/>
              </a:prstGeom>
              <a:blipFill>
                <a:blip r:embed="rId4"/>
                <a:stretch>
                  <a:fillRect l="-17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44008" y="1644546"/>
                <a:ext cx="3096344" cy="1648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1644546"/>
                <a:ext cx="3096344" cy="1648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45927" y="1414968"/>
            <a:ext cx="3641282" cy="352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7412" y="1414968"/>
            <a:ext cx="3641282" cy="352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8116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0283" y="885035"/>
                <a:ext cx="5911917" cy="5724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=5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83" y="885035"/>
                <a:ext cx="5911917" cy="5724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99592" y="1844824"/>
                <a:ext cx="5616624" cy="169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844824"/>
                <a:ext cx="5616624" cy="1694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60282" y="1480194"/>
            <a:ext cx="5911917" cy="274089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7810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12.8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97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140" y="804814"/>
                <a:ext cx="6192688" cy="1195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How does the notation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800" dirty="0"/>
                  <a:t> work?</a:t>
                </a:r>
              </a:p>
              <a:p>
                <a:pPr algn="ctr"/>
                <a:r>
                  <a:rPr lang="en-GB" sz="2800" dirty="0"/>
                  <a:t>Why are the squareds where they are?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40" y="804814"/>
                <a:ext cx="6192688" cy="1195071"/>
              </a:xfrm>
              <a:prstGeom prst="rect">
                <a:avLst/>
              </a:prstGeom>
              <a:blipFill>
                <a:blip r:embed="rId2"/>
                <a:stretch>
                  <a:fillRect b="-137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/>
          <p:cNvSpPr/>
          <p:nvPr/>
        </p:nvSpPr>
        <p:spPr>
          <a:xfrm>
            <a:off x="4397211" y="3086630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Image result for stick man scratching he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589" y="870656"/>
            <a:ext cx="974282" cy="116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660" y="2369497"/>
                <a:ext cx="3706440" cy="2291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Then when we 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, we’re effectively doing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(by substitution), although this would typically be written: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60" y="2369497"/>
                <a:ext cx="3706440" cy="2291589"/>
              </a:xfrm>
              <a:prstGeom prst="rect">
                <a:avLst/>
              </a:prstGeom>
              <a:blipFill>
                <a:blip r:embed="rId4"/>
                <a:stretch>
                  <a:fillRect l="-1480" t="-15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164480" y="2335828"/>
                <a:ext cx="3706440" cy="2125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GB" dirty="0"/>
                  <a:t> notation is quite handy, because it behaves as a function and allows us to write the original expression and the derivative within a single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480" y="2335828"/>
                <a:ext cx="3706440" cy="2125197"/>
              </a:xfrm>
              <a:prstGeom prst="rect">
                <a:avLst/>
              </a:prstGeom>
              <a:blipFill>
                <a:blip r:embed="rId5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Right 22"/>
          <p:cNvSpPr/>
          <p:nvPr/>
        </p:nvSpPr>
        <p:spPr>
          <a:xfrm rot="7777920">
            <a:off x="4930037" y="4315141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476039" y="4881205"/>
                <a:ext cx="5892324" cy="1790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Therefore, if we wanted to differentiate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twice, we’d do: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039" y="4881205"/>
                <a:ext cx="5892324" cy="1790618"/>
              </a:xfrm>
              <a:prstGeom prst="rect">
                <a:avLst/>
              </a:prstGeom>
              <a:blipFill>
                <a:blip r:embed="rId6"/>
                <a:stretch>
                  <a:fillRect l="-827" t="-2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852860" y="4760013"/>
            <a:ext cx="35124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51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2" grpId="0"/>
      <p:bldP spid="23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9BB5245-C3B4-746C-E1D5-D4A45BD78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790" y="980728"/>
            <a:ext cx="715327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D84F8A5-AA21-84DD-4C0A-6ECB420CE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196752"/>
            <a:ext cx="319087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61751</TotalTime>
  <Words>385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P1 Chapter 12: Differentiation  Second Order Derivatives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