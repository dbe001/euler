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547" r:id="rId5"/>
    <p:sldId id="633" r:id="rId6"/>
    <p:sldId id="634" r:id="rId7"/>
    <p:sldId id="635" r:id="rId8"/>
    <p:sldId id="543" r:id="rId9"/>
    <p:sldId id="550" r:id="rId10"/>
    <p:sldId id="54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C54C1D6A-4ADC-4DBA-985B-FF1439212510}"/>
    <pc:docChg chg="delSld modSld">
      <pc:chgData name="Dieter Beaven" userId="9bbdb69f-69d0-4759-aa9b-5c090a2da237" providerId="ADAL" clId="{C54C1D6A-4ADC-4DBA-985B-FF1439212510}" dt="2025-06-20T09:18:57.372" v="8" actId="47"/>
      <pc:docMkLst>
        <pc:docMk/>
      </pc:docMkLst>
      <pc:sldChg chg="addSp modSp mod">
        <pc:chgData name="Dieter Beaven" userId="9bbdb69f-69d0-4759-aa9b-5c090a2da237" providerId="ADAL" clId="{C54C1D6A-4ADC-4DBA-985B-FF1439212510}" dt="2025-06-17T14:53:06.761" v="1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C54C1D6A-4ADC-4DBA-985B-FF1439212510}" dt="2025-06-17T14:53:06.761" v="1" actId="1076"/>
          <ac:picMkLst>
            <pc:docMk/>
            <pc:sldMk cId="3896053727" sldId="543"/>
            <ac:picMk id="6" creationId="{E04FEEC6-F2D8-2D2F-F24F-77A6DA4CDFEF}"/>
          </ac:picMkLst>
        </pc:picChg>
      </pc:sldChg>
      <pc:sldChg chg="addSp modSp mod">
        <pc:chgData name="Dieter Beaven" userId="9bbdb69f-69d0-4759-aa9b-5c090a2da237" providerId="ADAL" clId="{C54C1D6A-4ADC-4DBA-985B-FF1439212510}" dt="2025-06-20T09:18:56.169" v="7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C54C1D6A-4ADC-4DBA-985B-FF1439212510}" dt="2025-06-20T09:18:56.169" v="7" actId="1076"/>
          <ac:picMkLst>
            <pc:docMk/>
            <pc:sldMk cId="3458699803" sldId="545"/>
            <ac:picMk id="6" creationId="{C97BCA31-AC5E-14F9-6E87-26E617075EC8}"/>
          </ac:picMkLst>
        </pc:picChg>
      </pc:sldChg>
      <pc:sldChg chg="addSp modSp mod">
        <pc:chgData name="Dieter Beaven" userId="9bbdb69f-69d0-4759-aa9b-5c090a2da237" providerId="ADAL" clId="{C54C1D6A-4ADC-4DBA-985B-FF1439212510}" dt="2025-06-17T14:53:34.397" v="4" actId="1036"/>
        <pc:sldMkLst>
          <pc:docMk/>
          <pc:sldMk cId="4091202299" sldId="550"/>
        </pc:sldMkLst>
        <pc:picChg chg="add mod">
          <ac:chgData name="Dieter Beaven" userId="9bbdb69f-69d0-4759-aa9b-5c090a2da237" providerId="ADAL" clId="{C54C1D6A-4ADC-4DBA-985B-FF1439212510}" dt="2025-06-17T14:53:34.397" v="4" actId="1036"/>
          <ac:picMkLst>
            <pc:docMk/>
            <pc:sldMk cId="4091202299" sldId="550"/>
            <ac:picMk id="6" creationId="{F273F655-C111-0F01-FB6C-1A765844633B}"/>
          </ac:picMkLst>
        </pc:picChg>
      </pc:sldChg>
      <pc:sldChg chg="del">
        <pc:chgData name="Dieter Beaven" userId="9bbdb69f-69d0-4759-aa9b-5c090a2da237" providerId="ADAL" clId="{C54C1D6A-4ADC-4DBA-985B-FF1439212510}" dt="2025-06-17T14:53:49.312" v="5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C54C1D6A-4ADC-4DBA-985B-FF1439212510}" dt="2025-06-20T09:18:57.372" v="8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76C2014F-F501-4E28-A024-D648EE943003}"/>
    <pc:docChg chg="addSld delSld modSld">
      <pc:chgData name="Dieter Beaven" userId="9bbdb69f-69d0-4759-aa9b-5c090a2da237" providerId="ADAL" clId="{76C2014F-F501-4E28-A024-D648EE943003}" dt="2025-05-09T15:44:01.513" v="40" actId="20577"/>
      <pc:docMkLst>
        <pc:docMk/>
      </pc:docMkLst>
      <pc:sldChg chg="modSp mod">
        <pc:chgData name="Dieter Beaven" userId="9bbdb69f-69d0-4759-aa9b-5c090a2da237" providerId="ADAL" clId="{76C2014F-F501-4E28-A024-D648EE943003}" dt="2025-05-09T15:44:01.513" v="40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6C2014F-F501-4E28-A024-D648EE943003}" dt="2025-05-09T15:44:01.513" v="40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del">
        <pc:chgData name="Dieter Beaven" userId="9bbdb69f-69d0-4759-aa9b-5c090a2da237" providerId="ADAL" clId="{76C2014F-F501-4E28-A024-D648EE943003}" dt="2025-05-09T15:43:28.769" v="1" actId="47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76C2014F-F501-4E28-A024-D648EE943003}" dt="2025-05-09T15:43:25.270" v="0"/>
        <pc:sldMkLst>
          <pc:docMk/>
          <pc:sldMk cId="2689449486" sldId="633"/>
        </pc:sldMkLst>
      </pc:sldChg>
      <pc:sldChg chg="add">
        <pc:chgData name="Dieter Beaven" userId="9bbdb69f-69d0-4759-aa9b-5c090a2da237" providerId="ADAL" clId="{76C2014F-F501-4E28-A024-D648EE943003}" dt="2025-05-09T15:43:25.270" v="0"/>
        <pc:sldMkLst>
          <pc:docMk/>
          <pc:sldMk cId="2094774285" sldId="634"/>
        </pc:sldMkLst>
      </pc:sldChg>
      <pc:sldChg chg="modSp add mod">
        <pc:chgData name="Dieter Beaven" userId="9bbdb69f-69d0-4759-aa9b-5c090a2da237" providerId="ADAL" clId="{76C2014F-F501-4E28-A024-D648EE943003}" dt="2025-05-09T15:43:40.217" v="16" actId="20577"/>
        <pc:sldMkLst>
          <pc:docMk/>
          <pc:sldMk cId="120088484" sldId="635"/>
        </pc:sldMkLst>
        <pc:spChg chg="mod">
          <ac:chgData name="Dieter Beaven" userId="9bbdb69f-69d0-4759-aa9b-5c090a2da237" providerId="ADAL" clId="{76C2014F-F501-4E28-A024-D648EE943003}" dt="2025-05-09T15:43:32.644" v="4" actId="6549"/>
          <ac:spMkLst>
            <pc:docMk/>
            <pc:sldMk cId="120088484" sldId="635"/>
            <ac:spMk id="3" creationId="{00000000-0000-0000-0000-000000000000}"/>
          </ac:spMkLst>
        </pc:spChg>
        <pc:spChg chg="mod">
          <ac:chgData name="Dieter Beaven" userId="9bbdb69f-69d0-4759-aa9b-5c090a2da237" providerId="ADAL" clId="{76C2014F-F501-4E28-A024-D648EE943003}" dt="2025-05-09T15:43:40.217" v="16" actId="20577"/>
          <ac:spMkLst>
            <pc:docMk/>
            <pc:sldMk cId="120088484" sldId="63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Polynomial Gradients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Differentiating Harder Expressions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If your expression isn’t a sum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sz="2000" dirty="0"/>
                  <a:t> terms, simply manipulate it until it is!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" y="845220"/>
                <a:ext cx="7776864" cy="400110"/>
              </a:xfrm>
              <a:prstGeom prst="rect">
                <a:avLst/>
              </a:prstGeom>
              <a:blipFill>
                <a:blip r:embed="rId2"/>
                <a:stretch>
                  <a:fillRect l="-863" t="-9231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70384" y="16839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1. Turn roots into powers: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96" y="1620416"/>
                <a:ext cx="4320480" cy="6182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548" y="2342725"/>
                <a:ext cx="4320480" cy="6701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26728" y="3140968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2. Split up fractions.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8520" y="3206018"/>
                <a:ext cx="4320480" cy="1306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35980" y="4737844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3. Expand out brackets.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→ 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120" y="4686292"/>
                <a:ext cx="4320480" cy="895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52624" y="5794786"/>
            <a:ext cx="2982416" cy="70788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4. Beware of numbers in denominators!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→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828" y="5962562"/>
                <a:ext cx="4320480" cy="612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NOT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dirty="0"/>
                  <a:t>!!!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536" y="5340430"/>
                <a:ext cx="1571352" cy="369332"/>
              </a:xfrm>
              <a:prstGeom prst="rect">
                <a:avLst/>
              </a:prstGeom>
              <a:blipFill>
                <a:blip r:embed="rId8"/>
                <a:stretch>
                  <a:fillRect l="-2290" t="-4615" b="-2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>
            <a:stCxn id="15" idx="1"/>
          </p:cNvCxnSpPr>
          <p:nvPr/>
        </p:nvCxnSpPr>
        <p:spPr>
          <a:xfrm flipH="1">
            <a:off x="5292080" y="5525096"/>
            <a:ext cx="1164456" cy="437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970140" y="2334694"/>
            <a:ext cx="567060" cy="622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0140" y="1623839"/>
            <a:ext cx="541660" cy="622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3880" y="3173842"/>
            <a:ext cx="2404220" cy="77585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70140" y="3949699"/>
            <a:ext cx="1938660" cy="57150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660" y="4610779"/>
            <a:ext cx="1396740" cy="45652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78400" y="5054600"/>
            <a:ext cx="1130300" cy="5207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12570" y="1623839"/>
            <a:ext cx="695734" cy="622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6906" y="2334694"/>
            <a:ext cx="930393" cy="622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88290" y="5941267"/>
            <a:ext cx="723510" cy="7516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5330" y="5893111"/>
            <a:ext cx="925470" cy="7516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894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</p:childTnLst>
        </p:cTn>
      </p:par>
    </p:tnLst>
    <p:bldLst>
      <p:bldP spid="1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44984" y="934616"/>
            <a:ext cx="2982416" cy="400110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Differentiate the following.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268" y="1628800"/>
                <a:ext cx="5637956" cy="6701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44" y="2531473"/>
                <a:ext cx="5425256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→   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168" y="3480869"/>
                <a:ext cx="7431732" cy="7511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049140" y="1547638"/>
            <a:ext cx="3818260" cy="7383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60960" y="2478389"/>
            <a:ext cx="3818260" cy="73836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3660" y="3455603"/>
            <a:ext cx="5627340" cy="7480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9477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9591" y="2060848"/>
                <a:ext cx="7434783" cy="497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Extension</a:t>
                </a:r>
              </a:p>
              <a:p>
                <a:endParaRPr lang="en-GB" i="1" dirty="0"/>
              </a:p>
              <a:p>
                <a:r>
                  <a:rPr lang="en-GB" i="1" dirty="0"/>
                  <a:t>[MAT 2013 1E]</a:t>
                </a:r>
              </a:p>
              <a:p>
                <a:r>
                  <a:rPr lang="en-GB" dirty="0"/>
                  <a:t>The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sSup>
                                  <m:sSup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GB" dirty="0"/>
              </a:p>
              <a:p>
                <a:r>
                  <a:rPr lang="en-GB" dirty="0"/>
                  <a:t>is a polynomial of degree: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9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8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7</a:t>
                </a:r>
              </a:p>
              <a:p>
                <a:pPr marL="342900" indent="-342900">
                  <a:buAutoNum type="alphaUcParenR"/>
                </a:pPr>
                <a:r>
                  <a:rPr lang="en-GB" dirty="0"/>
                  <a:t>less than 7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r>
                  <a:rPr lang="en-GB" b="1" dirty="0"/>
                  <a:t>Full expansion is not needed. The highest power term in the first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</m:oMath>
                </a14:m>
                <a:r>
                  <a:rPr lang="en-GB" b="1" dirty="0"/>
                  <a:t>, differentiating twice to give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𝟏𝟔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sup>
                    </m:sSup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</a:t>
                </a:r>
              </a:p>
              <a:p>
                <a:r>
                  <a:rPr lang="en-GB" b="1" dirty="0"/>
                  <a:t>The highest power term in the second polynomial is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𝟏𝟔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p>
                    </m:sSup>
                  </m:oMath>
                </a14:m>
                <a:r>
                  <a:rPr lang="en-GB" b="1" dirty="0"/>
                  <a:t>, differentiating once to give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e>
                    </m:d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GB" b="1" dirty="0"/>
                  <a:t>. These terms cancel leaving a polynomial of order (at most) 6. The answer is (D).</a:t>
                </a:r>
              </a:p>
              <a:p>
                <a:pPr marL="342900" indent="-342900">
                  <a:buAutoNum type="alphaUcParenR"/>
                </a:pP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1" y="2060848"/>
                <a:ext cx="7434783" cy="4978927"/>
              </a:xfrm>
              <a:prstGeom prst="rect">
                <a:avLst/>
              </a:prstGeom>
              <a:blipFill>
                <a:blip r:embed="rId2"/>
                <a:stretch>
                  <a:fillRect l="-738" t="-612" r="-12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847480" y="2098948"/>
            <a:ext cx="4824536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This just means “differentiate twice”. We’ll be looking at the ‘second derivative’ later in this chapter.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819400" y="2428875"/>
            <a:ext cx="1038225" cy="51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90191" y="4864996"/>
            <a:ext cx="7541428" cy="17378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008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04FEEC6-F2D8-2D2F-F24F-77A6DA4C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90" y="871486"/>
            <a:ext cx="70008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273F655-C111-0F01-FB6C-1A7658446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8" y="958974"/>
            <a:ext cx="72771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97BCA31-AC5E-14F9-6E87-26E61707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08720"/>
            <a:ext cx="48672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61749</TotalTime>
  <Words>338</Words>
  <Application>Microsoft Office PowerPoint</Application>
  <PresentationFormat>On-screen Show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 Math</vt:lpstr>
      <vt:lpstr>Office Theme</vt:lpstr>
      <vt:lpstr>P1 Chapter 12: Differentiation  Polynomial Gradients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