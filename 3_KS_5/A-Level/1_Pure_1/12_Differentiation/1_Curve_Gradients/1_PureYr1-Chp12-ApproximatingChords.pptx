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547" r:id="rId5"/>
    <p:sldId id="270" r:id="rId6"/>
    <p:sldId id="272" r:id="rId7"/>
    <p:sldId id="273" r:id="rId8"/>
    <p:sldId id="620" r:id="rId9"/>
    <p:sldId id="618" r:id="rId10"/>
    <p:sldId id="549" r:id="rId11"/>
    <p:sldId id="543" r:id="rId12"/>
    <p:sldId id="550" r:id="rId13"/>
    <p:sldId id="621" r:id="rId14"/>
    <p:sldId id="54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4089AA-9CB3-442E-8E61-58A49EFDB982}" v="34" dt="2025-09-19T08:38:35.0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70" d="100"/>
          <a:sy n="70" d="100"/>
        </p:scale>
        <p:origin x="1332" y="60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D44089AA-9CB3-442E-8E61-58A49EFDB982}"/>
    <pc:docChg chg="undo custSel delSld modSld sldOrd">
      <pc:chgData name="Dieter Beaven" userId="9bbdb69f-69d0-4759-aa9b-5c090a2da237" providerId="ADAL" clId="{D44089AA-9CB3-442E-8E61-58A49EFDB982}" dt="2025-09-19T08:39:03.593" v="220" actId="1036"/>
      <pc:docMkLst>
        <pc:docMk/>
      </pc:docMkLst>
      <pc:sldChg chg="addSp delSp modSp mod modAnim">
        <pc:chgData name="Dieter Beaven" userId="9bbdb69f-69d0-4759-aa9b-5c090a2da237" providerId="ADAL" clId="{D44089AA-9CB3-442E-8E61-58A49EFDB982}" dt="2025-09-19T08:35:51.934" v="184" actId="14100"/>
        <pc:sldMkLst>
          <pc:docMk/>
          <pc:sldMk cId="882991327" sldId="270"/>
        </pc:sldMkLst>
        <pc:spChg chg="del mod">
          <ac:chgData name="Dieter Beaven" userId="9bbdb69f-69d0-4759-aa9b-5c090a2da237" providerId="ADAL" clId="{D44089AA-9CB3-442E-8E61-58A49EFDB982}" dt="2025-09-18T15:42:40.468" v="50" actId="478"/>
          <ac:spMkLst>
            <pc:docMk/>
            <pc:sldMk cId="882991327" sldId="270"/>
            <ac:spMk id="2" creationId="{00000000-0000-0000-0000-000000000000}"/>
          </ac:spMkLst>
        </pc:spChg>
        <pc:spChg chg="add mod">
          <ac:chgData name="Dieter Beaven" userId="9bbdb69f-69d0-4759-aa9b-5c090a2da237" providerId="ADAL" clId="{D44089AA-9CB3-442E-8E61-58A49EFDB982}" dt="2025-09-19T08:35:51.934" v="184" actId="14100"/>
          <ac:spMkLst>
            <pc:docMk/>
            <pc:sldMk cId="882991327" sldId="270"/>
            <ac:spMk id="2" creationId="{25EEC262-DB8A-E1E0-47AB-9AFA327616A3}"/>
          </ac:spMkLst>
        </pc:spChg>
        <pc:spChg chg="mod">
          <ac:chgData name="Dieter Beaven" userId="9bbdb69f-69d0-4759-aa9b-5c090a2da237" providerId="ADAL" clId="{D44089AA-9CB3-442E-8E61-58A49EFDB982}" dt="2025-09-19T08:35:25.391" v="181" actId="20577"/>
          <ac:spMkLst>
            <pc:docMk/>
            <pc:sldMk cId="882991327" sldId="270"/>
            <ac:spMk id="3" creationId="{00000000-0000-0000-0000-000000000000}"/>
          </ac:spMkLst>
        </pc:spChg>
        <pc:spChg chg="mod">
          <ac:chgData name="Dieter Beaven" userId="9bbdb69f-69d0-4759-aa9b-5c090a2da237" providerId="ADAL" clId="{D44089AA-9CB3-442E-8E61-58A49EFDB982}" dt="2025-09-18T15:42:34.812" v="49" actId="6549"/>
          <ac:spMkLst>
            <pc:docMk/>
            <pc:sldMk cId="882991327" sldId="270"/>
            <ac:spMk id="6" creationId="{9739DC15-1AB7-BF42-85C2-62E1F1043361}"/>
          </ac:spMkLst>
        </pc:spChg>
        <pc:spChg chg="add del mod">
          <ac:chgData name="Dieter Beaven" userId="9bbdb69f-69d0-4759-aa9b-5c090a2da237" providerId="ADAL" clId="{D44089AA-9CB3-442E-8E61-58A49EFDB982}" dt="2025-09-18T15:42:42.843" v="51" actId="478"/>
          <ac:spMkLst>
            <pc:docMk/>
            <pc:sldMk cId="882991327" sldId="270"/>
            <ac:spMk id="9" creationId="{9EC0A4EF-0FFF-66CF-3DEF-2865C799F586}"/>
          </ac:spMkLst>
        </pc:spChg>
        <pc:grpChg chg="add mod">
          <ac:chgData name="Dieter Beaven" userId="9bbdb69f-69d0-4759-aa9b-5c090a2da237" providerId="ADAL" clId="{D44089AA-9CB3-442E-8E61-58A49EFDB982}" dt="2025-09-18T15:42:08.852" v="4"/>
          <ac:grpSpMkLst>
            <pc:docMk/>
            <pc:sldMk cId="882991327" sldId="270"/>
            <ac:grpSpMk id="4" creationId="{6F6F877D-A0DC-CB9E-1E7A-BFDCAFD4F459}"/>
          </ac:grpSpMkLst>
        </pc:grpChg>
        <pc:cxnChg chg="mod">
          <ac:chgData name="Dieter Beaven" userId="9bbdb69f-69d0-4759-aa9b-5c090a2da237" providerId="ADAL" clId="{D44089AA-9CB3-442E-8E61-58A49EFDB982}" dt="2025-09-18T15:42:08.852" v="4"/>
          <ac:cxnSpMkLst>
            <pc:docMk/>
            <pc:sldMk cId="882991327" sldId="270"/>
            <ac:cxnSpMk id="7" creationId="{55EB2D92-C091-54E8-9BC3-CF255C03DC4C}"/>
          </ac:cxnSpMkLst>
        </pc:cxnChg>
      </pc:sldChg>
      <pc:sldChg chg="addSp delSp modSp mod">
        <pc:chgData name="Dieter Beaven" userId="9bbdb69f-69d0-4759-aa9b-5c090a2da237" providerId="ADAL" clId="{D44089AA-9CB3-442E-8E61-58A49EFDB982}" dt="2025-09-19T08:36:26.561" v="193" actId="20577"/>
        <pc:sldMkLst>
          <pc:docMk/>
          <pc:sldMk cId="1555484684" sldId="272"/>
        </pc:sldMkLst>
        <pc:spChg chg="del">
          <ac:chgData name="Dieter Beaven" userId="9bbdb69f-69d0-4759-aa9b-5c090a2da237" providerId="ADAL" clId="{D44089AA-9CB3-442E-8E61-58A49EFDB982}" dt="2025-09-18T15:44:19.914" v="73" actId="478"/>
          <ac:spMkLst>
            <pc:docMk/>
            <pc:sldMk cId="1555484684" sldId="272"/>
            <ac:spMk id="2" creationId="{00000000-0000-0000-0000-000000000000}"/>
          </ac:spMkLst>
        </pc:spChg>
        <pc:spChg chg="mod">
          <ac:chgData name="Dieter Beaven" userId="9bbdb69f-69d0-4759-aa9b-5c090a2da237" providerId="ADAL" clId="{D44089AA-9CB3-442E-8E61-58A49EFDB982}" dt="2025-09-18T15:44:31.687" v="77" actId="1076"/>
          <ac:spMkLst>
            <pc:docMk/>
            <pc:sldMk cId="1555484684" sldId="272"/>
            <ac:spMk id="3" creationId="{00000000-0000-0000-0000-000000000000}"/>
          </ac:spMkLst>
        </pc:spChg>
        <pc:spChg chg="mod">
          <ac:chgData name="Dieter Beaven" userId="9bbdb69f-69d0-4759-aa9b-5c090a2da237" providerId="ADAL" clId="{D44089AA-9CB3-442E-8E61-58A49EFDB982}" dt="2025-09-19T08:36:26.561" v="193" actId="20577"/>
          <ac:spMkLst>
            <pc:docMk/>
            <pc:sldMk cId="1555484684" sldId="272"/>
            <ac:spMk id="6" creationId="{EE503B03-F06C-645D-C205-74F9EB4B3838}"/>
          </ac:spMkLst>
        </pc:spChg>
        <pc:spChg chg="add del mod">
          <ac:chgData name="Dieter Beaven" userId="9bbdb69f-69d0-4759-aa9b-5c090a2da237" providerId="ADAL" clId="{D44089AA-9CB3-442E-8E61-58A49EFDB982}" dt="2025-09-18T15:44:26.208" v="76" actId="478"/>
          <ac:spMkLst>
            <pc:docMk/>
            <pc:sldMk cId="1555484684" sldId="272"/>
            <ac:spMk id="9" creationId="{A11ACD14-E087-BA84-AB54-332BBBC474B1}"/>
          </ac:spMkLst>
        </pc:spChg>
        <pc:grpChg chg="add del mod">
          <ac:chgData name="Dieter Beaven" userId="9bbdb69f-69d0-4759-aa9b-5c090a2da237" providerId="ADAL" clId="{D44089AA-9CB3-442E-8E61-58A49EFDB982}" dt="2025-09-18T15:44:23.867" v="75" actId="478"/>
          <ac:grpSpMkLst>
            <pc:docMk/>
            <pc:sldMk cId="1555484684" sldId="272"/>
            <ac:grpSpMk id="5" creationId="{BEED9D1B-651D-C555-98C9-E6211FF26C7D}"/>
          </ac:grpSpMkLst>
        </pc:grpChg>
        <pc:picChg chg="mod">
          <ac:chgData name="Dieter Beaven" userId="9bbdb69f-69d0-4759-aa9b-5c090a2da237" providerId="ADAL" clId="{D44089AA-9CB3-442E-8E61-58A49EFDB982}" dt="2025-09-18T15:44:34.234" v="85" actId="1035"/>
          <ac:picMkLst>
            <pc:docMk/>
            <pc:sldMk cId="1555484684" sldId="272"/>
            <ac:picMk id="4" creationId="{00000000-0000-0000-0000-000000000000}"/>
          </ac:picMkLst>
        </pc:picChg>
        <pc:cxnChg chg="mod">
          <ac:chgData name="Dieter Beaven" userId="9bbdb69f-69d0-4759-aa9b-5c090a2da237" providerId="ADAL" clId="{D44089AA-9CB3-442E-8E61-58A49EFDB982}" dt="2025-09-18T15:44:03.292" v="57"/>
          <ac:cxnSpMkLst>
            <pc:docMk/>
            <pc:sldMk cId="1555484684" sldId="272"/>
            <ac:cxnSpMk id="7" creationId="{DD536701-BD01-CAF5-9466-B938BBC868F3}"/>
          </ac:cxnSpMkLst>
        </pc:cxnChg>
      </pc:sldChg>
      <pc:sldChg chg="addSp delSp modSp mod modAnim">
        <pc:chgData name="Dieter Beaven" userId="9bbdb69f-69d0-4759-aa9b-5c090a2da237" providerId="ADAL" clId="{D44089AA-9CB3-442E-8E61-58A49EFDB982}" dt="2025-09-19T08:39:03.593" v="220" actId="1036"/>
        <pc:sldMkLst>
          <pc:docMk/>
          <pc:sldMk cId="4064730098" sldId="273"/>
        </pc:sldMkLst>
        <pc:spChg chg="del">
          <ac:chgData name="Dieter Beaven" userId="9bbdb69f-69d0-4759-aa9b-5c090a2da237" providerId="ADAL" clId="{D44089AA-9CB3-442E-8E61-58A49EFDB982}" dt="2025-09-18T15:45:45.086" v="114" actId="478"/>
          <ac:spMkLst>
            <pc:docMk/>
            <pc:sldMk cId="4064730098" sldId="273"/>
            <ac:spMk id="2" creationId="{00000000-0000-0000-0000-000000000000}"/>
          </ac:spMkLst>
        </pc:spChg>
        <pc:spChg chg="mod">
          <ac:chgData name="Dieter Beaven" userId="9bbdb69f-69d0-4759-aa9b-5c090a2da237" providerId="ADAL" clId="{D44089AA-9CB3-442E-8E61-58A49EFDB982}" dt="2025-09-19T08:37:44.921" v="208" actId="27636"/>
          <ac:spMkLst>
            <pc:docMk/>
            <pc:sldMk cId="4064730098" sldId="273"/>
            <ac:spMk id="3" creationId="{00000000-0000-0000-0000-000000000000}"/>
          </ac:spMkLst>
        </pc:spChg>
        <pc:spChg chg="add mod">
          <ac:chgData name="Dieter Beaven" userId="9bbdb69f-69d0-4759-aa9b-5c090a2da237" providerId="ADAL" clId="{D44089AA-9CB3-442E-8E61-58A49EFDB982}" dt="2025-09-19T08:39:03.593" v="220" actId="1036"/>
          <ac:spMkLst>
            <pc:docMk/>
            <pc:sldMk cId="4064730098" sldId="273"/>
            <ac:spMk id="4" creationId="{444E929C-B75A-35E1-1610-8DA8F60A8CE5}"/>
          </ac:spMkLst>
        </pc:spChg>
        <pc:spChg chg="add del mod">
          <ac:chgData name="Dieter Beaven" userId="9bbdb69f-69d0-4759-aa9b-5c090a2da237" providerId="ADAL" clId="{D44089AA-9CB3-442E-8E61-58A49EFDB982}" dt="2025-09-18T15:45:47.961" v="115" actId="478"/>
          <ac:spMkLst>
            <pc:docMk/>
            <pc:sldMk cId="4064730098" sldId="273"/>
            <ac:spMk id="6" creationId="{1248F2C0-A9E7-2548-01EF-F457F51460B8}"/>
          </ac:spMkLst>
        </pc:spChg>
        <pc:spChg chg="add mod">
          <ac:chgData name="Dieter Beaven" userId="9bbdb69f-69d0-4759-aa9b-5c090a2da237" providerId="ADAL" clId="{D44089AA-9CB3-442E-8E61-58A49EFDB982}" dt="2025-09-19T08:38:43.511" v="218" actId="14100"/>
          <ac:spMkLst>
            <pc:docMk/>
            <pc:sldMk cId="4064730098" sldId="273"/>
            <ac:spMk id="6" creationId="{8387E06D-3227-0188-8B3B-D9EA2F35F7AA}"/>
          </ac:spMkLst>
        </pc:spChg>
        <pc:spChg chg="mod">
          <ac:chgData name="Dieter Beaven" userId="9bbdb69f-69d0-4759-aa9b-5c090a2da237" providerId="ADAL" clId="{D44089AA-9CB3-442E-8E61-58A49EFDB982}" dt="2025-09-18T15:46:46.211" v="138" actId="207"/>
          <ac:spMkLst>
            <pc:docMk/>
            <pc:sldMk cId="4064730098" sldId="273"/>
            <ac:spMk id="9" creationId="{E6C1CF84-CBAA-7B31-1708-577925640809}"/>
          </ac:spMkLst>
        </pc:spChg>
        <pc:grpChg chg="add mod">
          <ac:chgData name="Dieter Beaven" userId="9bbdb69f-69d0-4759-aa9b-5c090a2da237" providerId="ADAL" clId="{D44089AA-9CB3-442E-8E61-58A49EFDB982}" dt="2025-09-18T15:46:11.430" v="137"/>
          <ac:grpSpMkLst>
            <pc:docMk/>
            <pc:sldMk cId="4064730098" sldId="273"/>
            <ac:grpSpMk id="8" creationId="{0CC8A8F0-30C1-5CB6-1BEF-A5CAE06C6314}"/>
          </ac:grpSpMkLst>
        </pc:grpChg>
        <pc:picChg chg="add mod">
          <ac:chgData name="Dieter Beaven" userId="9bbdb69f-69d0-4759-aa9b-5c090a2da237" providerId="ADAL" clId="{D44089AA-9CB3-442E-8E61-58A49EFDB982}" dt="2025-09-19T08:37:51.827" v="211" actId="1076"/>
          <ac:picMkLst>
            <pc:docMk/>
            <pc:sldMk cId="4064730098" sldId="273"/>
            <ac:picMk id="2" creationId="{8F395011-A2E0-03CE-59FA-570F4C40A349}"/>
          </ac:picMkLst>
        </pc:picChg>
        <pc:picChg chg="del mod">
          <ac:chgData name="Dieter Beaven" userId="9bbdb69f-69d0-4759-aa9b-5c090a2da237" providerId="ADAL" clId="{D44089AA-9CB3-442E-8E61-58A49EFDB982}" dt="2025-09-19T08:37:32.130" v="202" actId="478"/>
          <ac:picMkLst>
            <pc:docMk/>
            <pc:sldMk cId="4064730098" sldId="273"/>
            <ac:picMk id="7" creationId="{00000000-0000-0000-0000-000000000000}"/>
          </ac:picMkLst>
        </pc:picChg>
        <pc:cxnChg chg="mod">
          <ac:chgData name="Dieter Beaven" userId="9bbdb69f-69d0-4759-aa9b-5c090a2da237" providerId="ADAL" clId="{D44089AA-9CB3-442E-8E61-58A49EFDB982}" dt="2025-09-18T15:46:11.430" v="137"/>
          <ac:cxnSpMkLst>
            <pc:docMk/>
            <pc:sldMk cId="4064730098" sldId="273"/>
            <ac:cxnSpMk id="10" creationId="{648380F6-A7BF-9173-5D08-394100A2B5CB}"/>
          </ac:cxnSpMkLst>
        </pc:cxnChg>
      </pc:sldChg>
      <pc:sldChg chg="addSp delSp modSp del mod">
        <pc:chgData name="Dieter Beaven" userId="9bbdb69f-69d0-4759-aa9b-5c090a2da237" providerId="ADAL" clId="{D44089AA-9CB3-442E-8E61-58A49EFDB982}" dt="2025-09-19T08:38:53.183" v="219" actId="47"/>
        <pc:sldMkLst>
          <pc:docMk/>
          <pc:sldMk cId="713214494" sldId="274"/>
        </pc:sldMkLst>
        <pc:spChg chg="del">
          <ac:chgData name="Dieter Beaven" userId="9bbdb69f-69d0-4759-aa9b-5c090a2da237" providerId="ADAL" clId="{D44089AA-9CB3-442E-8E61-58A49EFDB982}" dt="2025-09-18T15:47:01.568" v="139" actId="478"/>
          <ac:spMkLst>
            <pc:docMk/>
            <pc:sldMk cId="713214494" sldId="274"/>
            <ac:spMk id="2" creationId="{00000000-0000-0000-0000-000000000000}"/>
          </ac:spMkLst>
        </pc:spChg>
        <pc:spChg chg="add del mod">
          <ac:chgData name="Dieter Beaven" userId="9bbdb69f-69d0-4759-aa9b-5c090a2da237" providerId="ADAL" clId="{D44089AA-9CB3-442E-8E61-58A49EFDB982}" dt="2025-09-18T15:47:03.666" v="140" actId="478"/>
          <ac:spMkLst>
            <pc:docMk/>
            <pc:sldMk cId="713214494" sldId="274"/>
            <ac:spMk id="7" creationId="{D8079ACA-BA49-B9F4-BE4B-ED1671C3077A}"/>
          </ac:spMkLst>
        </pc:spChg>
        <pc:spChg chg="mod">
          <ac:chgData name="Dieter Beaven" userId="9bbdb69f-69d0-4759-aa9b-5c090a2da237" providerId="ADAL" clId="{D44089AA-9CB3-442E-8E61-58A49EFDB982}" dt="2025-09-18T15:47:10.323" v="160" actId="20577"/>
          <ac:spMkLst>
            <pc:docMk/>
            <pc:sldMk cId="713214494" sldId="274"/>
            <ac:spMk id="9" creationId="{5644DF0C-7BFD-0613-94D1-4FC8B428EE2A}"/>
          </ac:spMkLst>
        </pc:spChg>
        <pc:grpChg chg="add mod">
          <ac:chgData name="Dieter Beaven" userId="9bbdb69f-69d0-4759-aa9b-5c090a2da237" providerId="ADAL" clId="{D44089AA-9CB3-442E-8E61-58A49EFDB982}" dt="2025-09-18T15:47:03.979" v="141"/>
          <ac:grpSpMkLst>
            <pc:docMk/>
            <pc:sldMk cId="713214494" sldId="274"/>
            <ac:grpSpMk id="8" creationId="{B4E06EE4-6068-1C04-DD44-DBE745D14657}"/>
          </ac:grpSpMkLst>
        </pc:grpChg>
        <pc:cxnChg chg="mod">
          <ac:chgData name="Dieter Beaven" userId="9bbdb69f-69d0-4759-aa9b-5c090a2da237" providerId="ADAL" clId="{D44089AA-9CB3-442E-8E61-58A49EFDB982}" dt="2025-09-18T15:47:03.979" v="141"/>
          <ac:cxnSpMkLst>
            <pc:docMk/>
            <pc:sldMk cId="713214494" sldId="274"/>
            <ac:cxnSpMk id="10" creationId="{8945D685-D630-12A2-2351-23D4237EDEE6}"/>
          </ac:cxnSpMkLst>
        </pc:cxnChg>
      </pc:sldChg>
      <pc:sldChg chg="modSp mod">
        <pc:chgData name="Dieter Beaven" userId="9bbdb69f-69d0-4759-aa9b-5c090a2da237" providerId="ADAL" clId="{D44089AA-9CB3-442E-8E61-58A49EFDB982}" dt="2025-09-18T15:44:58.123" v="113" actId="20577"/>
        <pc:sldMkLst>
          <pc:docMk/>
          <pc:sldMk cId="3991975165" sldId="547"/>
        </pc:sldMkLst>
        <pc:spChg chg="mod">
          <ac:chgData name="Dieter Beaven" userId="9bbdb69f-69d0-4759-aa9b-5c090a2da237" providerId="ADAL" clId="{D44089AA-9CB3-442E-8E61-58A49EFDB982}" dt="2025-09-18T15:44:58.123" v="113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ord">
        <pc:chgData name="Dieter Beaven" userId="9bbdb69f-69d0-4759-aa9b-5c090a2da237" providerId="ADAL" clId="{D44089AA-9CB3-442E-8E61-58A49EFDB982}" dt="2025-09-18T15:43:28.261" v="56"/>
        <pc:sldMkLst>
          <pc:docMk/>
          <pc:sldMk cId="2238044947" sldId="620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CB1FAB6F-D792-478F-98B9-0294300B35C8}"/>
    <pc:docChg chg="addSld delSld modSld">
      <pc:chgData name="Dieter Beaven" userId="9bbdb69f-69d0-4759-aa9b-5c090a2da237" providerId="ADAL" clId="{CB1FAB6F-D792-478F-98B9-0294300B35C8}" dt="2025-06-20T09:13:37.565" v="13" actId="47"/>
      <pc:docMkLst>
        <pc:docMk/>
      </pc:docMkLst>
      <pc:sldChg chg="addSp modSp mod">
        <pc:chgData name="Dieter Beaven" userId="9bbdb69f-69d0-4759-aa9b-5c090a2da237" providerId="ADAL" clId="{CB1FAB6F-D792-478F-98B9-0294300B35C8}" dt="2025-06-17T14:40:41.963" v="1" actId="1076"/>
        <pc:sldMkLst>
          <pc:docMk/>
          <pc:sldMk cId="3896053727" sldId="543"/>
        </pc:sldMkLst>
      </pc:sldChg>
      <pc:sldChg chg="addSp modSp mod">
        <pc:chgData name="Dieter Beaven" userId="9bbdb69f-69d0-4759-aa9b-5c090a2da237" providerId="ADAL" clId="{CB1FAB6F-D792-478F-98B9-0294300B35C8}" dt="2025-06-20T09:13:35.252" v="12" actId="1076"/>
        <pc:sldMkLst>
          <pc:docMk/>
          <pc:sldMk cId="3458699803" sldId="545"/>
        </pc:sldMkLst>
      </pc:sldChg>
      <pc:sldChg chg="addSp mod">
        <pc:chgData name="Dieter Beaven" userId="9bbdb69f-69d0-4759-aa9b-5c090a2da237" providerId="ADAL" clId="{CB1FAB6F-D792-478F-98B9-0294300B35C8}" dt="2025-06-17T14:41:08.141" v="5" actId="22"/>
        <pc:sldMkLst>
          <pc:docMk/>
          <pc:sldMk cId="4091202299" sldId="550"/>
        </pc:sldMkLst>
      </pc:sldChg>
      <pc:sldChg chg="del">
        <pc:chgData name="Dieter Beaven" userId="9bbdb69f-69d0-4759-aa9b-5c090a2da237" providerId="ADAL" clId="{CB1FAB6F-D792-478F-98B9-0294300B35C8}" dt="2025-06-17T14:41:36.648" v="10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CB1FAB6F-D792-478F-98B9-0294300B35C8}" dt="2025-06-20T09:13:37.565" v="13" actId="47"/>
        <pc:sldMkLst>
          <pc:docMk/>
          <pc:sldMk cId="2531956736" sldId="552"/>
        </pc:sldMkLst>
      </pc:sldChg>
      <pc:sldChg chg="addSp modSp add mod">
        <pc:chgData name="Dieter Beaven" userId="9bbdb69f-69d0-4759-aa9b-5c090a2da237" providerId="ADAL" clId="{CB1FAB6F-D792-478F-98B9-0294300B35C8}" dt="2025-06-17T14:41:33.648" v="7" actId="1076"/>
        <pc:sldMkLst>
          <pc:docMk/>
          <pc:sldMk cId="3717300310" sldId="621"/>
        </pc:sldMkLst>
      </pc:sldChg>
      <pc:sldChg chg="add del">
        <pc:chgData name="Dieter Beaven" userId="9bbdb69f-69d0-4759-aa9b-5c090a2da237" providerId="ADAL" clId="{CB1FAB6F-D792-478F-98B9-0294300B35C8}" dt="2025-06-17T14:41:35.226" v="8" actId="47"/>
        <pc:sldMkLst>
          <pc:docMk/>
          <pc:sldMk cId="3747604776" sldId="622"/>
        </pc:sldMkLst>
      </pc:sldChg>
      <pc:sldChg chg="add del">
        <pc:chgData name="Dieter Beaven" userId="9bbdb69f-69d0-4759-aa9b-5c090a2da237" providerId="ADAL" clId="{CB1FAB6F-D792-478F-98B9-0294300B35C8}" dt="2025-06-17T14:41:35.663" v="9" actId="47"/>
        <pc:sldMkLst>
          <pc:docMk/>
          <pc:sldMk cId="6170552" sldId="623"/>
        </pc:sldMkLst>
      </pc:sldChg>
    </pc:docChg>
  </pc:docChgLst>
  <pc:docChgLst>
    <pc:chgData name="Dieter Beaven" userId="9bbdb69f-69d0-4759-aa9b-5c090a2da237" providerId="ADAL" clId="{4C852731-5E00-4CEB-968B-CB6D352D4FBA}"/>
    <pc:docChg chg="custSel addSld delSld modSld sldOrd">
      <pc:chgData name="Dieter Beaven" userId="9bbdb69f-69d0-4759-aa9b-5c090a2da237" providerId="ADAL" clId="{4C852731-5E00-4CEB-968B-CB6D352D4FBA}" dt="2025-05-09T15:35:31.066" v="92" actId="6549"/>
      <pc:docMkLst>
        <pc:docMk/>
      </pc:docMkLst>
      <pc:sldChg chg="modSp add mod">
        <pc:chgData name="Dieter Beaven" userId="9bbdb69f-69d0-4759-aa9b-5c090a2da237" providerId="ADAL" clId="{4C852731-5E00-4CEB-968B-CB6D352D4FBA}" dt="2025-05-09T15:33:27.572" v="84" actId="27636"/>
        <pc:sldMkLst>
          <pc:docMk/>
          <pc:sldMk cId="882991327" sldId="270"/>
        </pc:sldMkLst>
      </pc:sldChg>
      <pc:sldChg chg="modSp add mod">
        <pc:chgData name="Dieter Beaven" userId="9bbdb69f-69d0-4759-aa9b-5c090a2da237" providerId="ADAL" clId="{4C852731-5E00-4CEB-968B-CB6D352D4FBA}" dt="2025-05-09T15:33:27.666" v="85" actId="27636"/>
        <pc:sldMkLst>
          <pc:docMk/>
          <pc:sldMk cId="1555484684" sldId="272"/>
        </pc:sldMkLst>
      </pc:sldChg>
      <pc:sldChg chg="modSp add mod">
        <pc:chgData name="Dieter Beaven" userId="9bbdb69f-69d0-4759-aa9b-5c090a2da237" providerId="ADAL" clId="{4C852731-5E00-4CEB-968B-CB6D352D4FBA}" dt="2025-05-09T15:33:27.697" v="86" actId="27636"/>
        <pc:sldMkLst>
          <pc:docMk/>
          <pc:sldMk cId="4064730098" sldId="273"/>
        </pc:sldMkLst>
      </pc:sldChg>
      <pc:sldChg chg="modSp add mod">
        <pc:chgData name="Dieter Beaven" userId="9bbdb69f-69d0-4759-aa9b-5c090a2da237" providerId="ADAL" clId="{4C852731-5E00-4CEB-968B-CB6D352D4FBA}" dt="2025-05-09T15:33:27.744" v="87" actId="27636"/>
        <pc:sldMkLst>
          <pc:docMk/>
          <pc:sldMk cId="713214494" sldId="274"/>
        </pc:sldMkLst>
      </pc:sldChg>
      <pc:sldChg chg="modSp mod">
        <pc:chgData name="Dieter Beaven" userId="9bbdb69f-69d0-4759-aa9b-5c090a2da237" providerId="ADAL" clId="{4C852731-5E00-4CEB-968B-CB6D352D4FBA}" dt="2025-05-08T15:42:56.964" v="82" actId="20577"/>
        <pc:sldMkLst>
          <pc:docMk/>
          <pc:sldMk cId="3991975165" sldId="547"/>
        </pc:sldMkLst>
      </pc:sldChg>
      <pc:sldChg chg="modSp mod">
        <pc:chgData name="Dieter Beaven" userId="9bbdb69f-69d0-4759-aa9b-5c090a2da237" providerId="ADAL" clId="{4C852731-5E00-4CEB-968B-CB6D352D4FBA}" dt="2025-05-09T15:35:31.066" v="92" actId="6549"/>
        <pc:sldMkLst>
          <pc:docMk/>
          <pc:sldMk cId="3055658135" sldId="549"/>
        </pc:sldMkLst>
      </pc:sldChg>
      <pc:sldChg chg="add">
        <pc:chgData name="Dieter Beaven" userId="9bbdb69f-69d0-4759-aa9b-5c090a2da237" providerId="ADAL" clId="{4C852731-5E00-4CEB-968B-CB6D352D4FBA}" dt="2025-05-08T15:41:13.254" v="6"/>
        <pc:sldMkLst>
          <pc:docMk/>
          <pc:sldMk cId="851233267" sldId="618"/>
        </pc:sldMkLst>
      </pc:sldChg>
      <pc:sldChg chg="modSp add mod ord">
        <pc:chgData name="Dieter Beaven" userId="9bbdb69f-69d0-4759-aa9b-5c090a2da237" providerId="ADAL" clId="{4C852731-5E00-4CEB-968B-CB6D352D4FBA}" dt="2025-05-09T15:33:50.616" v="89"/>
        <pc:sldMkLst>
          <pc:docMk/>
          <pc:sldMk cId="2238044947" sldId="620"/>
        </pc:sldMkLst>
      </pc:sldChg>
      <pc:sldChg chg="add del">
        <pc:chgData name="Dieter Beaven" userId="9bbdb69f-69d0-4759-aa9b-5c090a2da237" providerId="ADAL" clId="{4C852731-5E00-4CEB-968B-CB6D352D4FBA}" dt="2025-05-08T15:42:24.095" v="50" actId="47"/>
        <pc:sldMkLst>
          <pc:docMk/>
          <pc:sldMk cId="3404823382" sldId="621"/>
        </pc:sldMkLst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19/09/2025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Chord Approximations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23528" y="1412776"/>
                <a:ext cx="5832648" cy="3364706"/>
              </a:xfrm>
            </p:spPr>
            <p:txBody>
              <a:bodyPr>
                <a:normAutofit fontScale="62500" lnSpcReduction="20000"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AutoNum type="alphaLcParenR"/>
                </a:pPr>
                <a:r>
                  <a:rPr lang="en-GB" dirty="0"/>
                  <a:t>For axes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≤5 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plot:</a:t>
                </a:r>
                <a:endParaRPr lang="en-GB" sz="2100" dirty="0"/>
              </a:p>
              <a:p>
                <a:pPr marL="1028700" lvl="3" indent="0">
                  <a:buNone/>
                </a:pPr>
                <a:r>
                  <a:rPr lang="en-GB" sz="3400" dirty="0"/>
                  <a:t> </a:t>
                </a:r>
                <a14:m>
                  <m:oMath xmlns:m="http://schemas.openxmlformats.org/officeDocument/2006/math">
                    <m:r>
                      <a:rPr lang="en-GB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sz="3400" dirty="0">
                  <a:solidFill>
                    <a:schemeClr val="accent5"/>
                  </a:solidFill>
                </a:endParaRPr>
              </a:p>
              <a:p>
                <a:pPr marL="1371600" lvl="3" indent="-342900">
                  <a:buFont typeface="+mj-lt"/>
                  <a:buAutoNum type="romanLcPeriod"/>
                </a:pPr>
                <a:endParaRPr lang="en-GB" dirty="0"/>
              </a:p>
              <a:p>
                <a:pPr marL="385763" indent="-385763">
                  <a:spcBef>
                    <a:spcPts val="0"/>
                  </a:spcBef>
                  <a:spcAft>
                    <a:spcPts val="450"/>
                  </a:spcAft>
                  <a:buFont typeface="Arial" pitchFamily="34" charset="0"/>
                  <a:buAutoNum type="alphaLcParenR" startAt="2"/>
                </a:pPr>
                <a:endParaRPr lang="en-GB" dirty="0"/>
              </a:p>
              <a:p>
                <a:pPr marL="385763" indent="-385763">
                  <a:spcBef>
                    <a:spcPts val="0"/>
                  </a:spcBef>
                  <a:spcAft>
                    <a:spcPts val="450"/>
                  </a:spcAft>
                  <a:buFont typeface="Arial" pitchFamily="34" charset="0"/>
                  <a:buAutoNum type="alphaLcParenR" startAt="2"/>
                </a:pPr>
                <a:r>
                  <a:rPr lang="en-GB" dirty="0"/>
                  <a:t>From your plot, by using your best judgement to drawing a tangent, estimate the gradient at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0" indent="0">
                  <a:spcBef>
                    <a:spcPts val="0"/>
                  </a:spcBef>
                  <a:spcAft>
                    <a:spcPts val="900"/>
                  </a:spcAft>
                  <a:buNone/>
                </a:pPr>
                <a:endParaRPr lang="en-GB" dirty="0"/>
              </a:p>
              <a:p>
                <a:pPr marL="385763" indent="-385763">
                  <a:spcBef>
                    <a:spcPts val="0"/>
                  </a:spcBef>
                  <a:buAutoNum type="alphaLcParenR" startAt="3"/>
                </a:pPr>
                <a:r>
                  <a:rPr lang="en-GB" dirty="0"/>
                  <a:t>Can we do another estimate that doesn’t involve human judgement (something a computer could do, and iterate to make better)?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1412776"/>
                <a:ext cx="5832648" cy="3364706"/>
              </a:xfrm>
              <a:blipFill>
                <a:blip r:embed="rId2"/>
                <a:stretch>
                  <a:fillRect l="-1149" t="-2899" r="-2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513" y="1873481"/>
            <a:ext cx="2429283" cy="405048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F6F877D-A0DC-CB9E-1E7A-BFDCAFD4F45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" name="TextBox 32">
              <a:extLst>
                <a:ext uri="{FF2B5EF4-FFF2-40B4-BE49-F238E27FC236}">
                  <a16:creationId xmlns:a16="http://schemas.microsoft.com/office/drawing/2014/main" id="{9739DC15-1AB7-BF42-85C2-62E1F104336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Gradients of Curved Graphs</a:t>
              </a:r>
              <a:endParaRPr lang="en-GB" sz="3200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5EB2D92-C091-54E8-9BC3-CF255C03DC4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25EEC262-DB8A-E1E0-47AB-9AFA327616A3}"/>
              </a:ext>
            </a:extLst>
          </p:cNvPr>
          <p:cNvSpPr/>
          <p:nvPr/>
        </p:nvSpPr>
        <p:spPr>
          <a:xfrm>
            <a:off x="6253530" y="1512564"/>
            <a:ext cx="2805266" cy="50127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82991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340768"/>
                <a:ext cx="5886451" cy="3364706"/>
              </a:xfrm>
            </p:spPr>
            <p:txBody>
              <a:bodyPr>
                <a:normAutofit fontScale="55000" lnSpcReduction="20000"/>
              </a:bodyPr>
              <a:lstStyle/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r>
                  <a:rPr lang="en-GB" dirty="0"/>
                  <a:t>Draw a chord from </a:t>
                </a:r>
                <a14:m>
                  <m:oMath xmlns:m="http://schemas.openxmlformats.org/officeDocument/2006/math">
                    <m:r>
                      <a:rPr lang="en-GB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, 1)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4, 16</m:t>
                    </m:r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calculate the gradient of this chord.</a:t>
                </a:r>
                <a:endParaRPr lang="en-GB" sz="2100" dirty="0">
                  <a:solidFill>
                    <a:schemeClr val="accent5"/>
                  </a:solidFill>
                </a:endParaRPr>
              </a:p>
              <a:p>
                <a:pPr marL="1285875" lvl="3" indent="-257175">
                  <a:buFont typeface="+mj-lt"/>
                  <a:buAutoNum type="alphaLcParenR"/>
                </a:pPr>
                <a:endParaRPr lang="en-GB" dirty="0"/>
              </a:p>
              <a:p>
                <a:pPr marL="385763" indent="-385763">
                  <a:spcBef>
                    <a:spcPts val="0"/>
                  </a:spcBef>
                  <a:spcAft>
                    <a:spcPts val="450"/>
                  </a:spcAft>
                  <a:buFont typeface="+mj-lt"/>
                  <a:buAutoNum type="alphaLcParenR"/>
                </a:pPr>
                <a:r>
                  <a:rPr lang="en-GB" dirty="0"/>
                  <a:t>How close (in %) is the gradient of this chord to your estimate?</a:t>
                </a:r>
              </a:p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r>
                  <a:rPr lang="en-GB" dirty="0"/>
                  <a:t>Draw a chord from </a:t>
                </a:r>
                <a14:m>
                  <m:oMath xmlns:m="http://schemas.openxmlformats.org/officeDocument/2006/math">
                    <m:r>
                      <a:rPr lang="en-GB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1, 1)</m:t>
                    </m:r>
                  </m:oMath>
                </a14:m>
                <a:r>
                  <a:rPr lang="en-GB" dirty="0"/>
                  <a:t> to </a:t>
                </a:r>
                <a14:m>
                  <m:oMath xmlns:m="http://schemas.openxmlformats.org/officeDocument/2006/math">
                    <m:r>
                      <a:rPr lang="en-GB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3, 9</m:t>
                    </m:r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and calculate the gradient of that chord.</a:t>
                </a:r>
                <a:endParaRPr lang="en-GB" dirty="0">
                  <a:solidFill>
                    <a:schemeClr val="accent5"/>
                  </a:solidFill>
                </a:endParaRPr>
              </a:p>
              <a:p>
                <a:pPr marL="1285875" lvl="3" indent="-257175">
                  <a:buFont typeface="+mj-lt"/>
                  <a:buAutoNum type="alphaLcParenR"/>
                </a:pPr>
                <a:endParaRPr lang="en-GB" dirty="0"/>
              </a:p>
              <a:p>
                <a:pPr marL="385763" indent="-385763">
                  <a:spcBef>
                    <a:spcPts val="0"/>
                  </a:spcBef>
                  <a:spcAft>
                    <a:spcPts val="450"/>
                  </a:spcAft>
                  <a:buFont typeface="+mj-lt"/>
                  <a:buAutoNum type="alphaLcParenR"/>
                </a:pPr>
                <a:r>
                  <a:rPr lang="en-GB" dirty="0"/>
                  <a:t>How close (in %) is the gradient of that chord to your estimate?</a:t>
                </a:r>
              </a:p>
              <a:p>
                <a:pPr marL="385763" indent="-385763">
                  <a:spcBef>
                    <a:spcPts val="0"/>
                  </a:spcBef>
                  <a:spcAft>
                    <a:spcPts val="450"/>
                  </a:spcAft>
                  <a:buFont typeface="+mj-lt"/>
                  <a:buAutoNum type="alphaLcParenR"/>
                </a:pPr>
                <a:endParaRPr lang="en-GB" dirty="0"/>
              </a:p>
              <a:p>
                <a:pPr marL="385763" indent="-385763">
                  <a:spcBef>
                    <a:spcPts val="0"/>
                  </a:spcBef>
                  <a:spcAft>
                    <a:spcPts val="450"/>
                  </a:spcAft>
                  <a:buFont typeface="+mj-lt"/>
                  <a:buAutoNum type="alphaLcParenR"/>
                </a:pPr>
                <a:r>
                  <a:rPr lang="en-GB" dirty="0"/>
                  <a:t>Is the second chord an improved estimate over the first?</a:t>
                </a:r>
              </a:p>
              <a:p>
                <a:pPr marL="385763" indent="-385763">
                  <a:spcBef>
                    <a:spcPts val="0"/>
                  </a:spcBef>
                  <a:spcAft>
                    <a:spcPts val="450"/>
                  </a:spcAft>
                  <a:buAutoNum type="alphaLcParenR" startAt="2"/>
                </a:pPr>
                <a:endParaRPr lang="en-GB" dirty="0"/>
              </a:p>
              <a:p>
                <a:pPr marL="0" indent="0">
                  <a:spcBef>
                    <a:spcPts val="0"/>
                  </a:spcBef>
                  <a:spcAft>
                    <a:spcPts val="900"/>
                  </a:spcAft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340768"/>
                <a:ext cx="5886451" cy="3364706"/>
              </a:xfrm>
              <a:blipFill>
                <a:blip r:embed="rId2"/>
                <a:stretch>
                  <a:fillRect l="-828" t="-25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124" y="1268760"/>
            <a:ext cx="2278247" cy="413668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EED9D1B-651D-C555-98C9-E6211FF26C7D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6" name="TextBox 32">
              <a:extLst>
                <a:ext uri="{FF2B5EF4-FFF2-40B4-BE49-F238E27FC236}">
                  <a16:creationId xmlns:a16="http://schemas.microsoft.com/office/drawing/2014/main" id="{EE503B03-F06C-645D-C205-74F9EB4B383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Gradients of Improved Chords</a:t>
              </a:r>
              <a:endParaRPr lang="en-GB" sz="3200" dirty="0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DD536701-BD01-CAF5-9466-B938BBC868F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5484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09" y="1124744"/>
                <a:ext cx="6696744" cy="4794956"/>
              </a:xfrm>
            </p:spPr>
            <p:txBody>
              <a:bodyPr>
                <a:normAutofit fontScale="55000" lnSpcReduction="20000"/>
              </a:bodyPr>
              <a:lstStyle/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r>
                  <a:rPr lang="en-GB" dirty="0"/>
                  <a:t>Repeat the process by halving the run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each time.</a:t>
                </a:r>
              </a:p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r>
                  <a:rPr lang="en-GB" dirty="0"/>
                  <a:t>Copy and complete the table using calculated values for rise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and run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 .</a:t>
                </a:r>
              </a:p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endParaRPr lang="en-GB" dirty="0"/>
              </a:p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endParaRPr lang="en-GB" dirty="0"/>
              </a:p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endParaRPr lang="en-GB" dirty="0"/>
              </a:p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endParaRPr lang="en-GB" dirty="0"/>
              </a:p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endParaRPr lang="en-GB" dirty="0"/>
              </a:p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endParaRPr lang="en-GB" dirty="0"/>
              </a:p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r>
                  <a:rPr lang="en-GB" dirty="0"/>
                  <a:t>What do you notice about the gradient?</a:t>
                </a:r>
              </a:p>
              <a:p>
                <a:pPr marL="385763" indent="-385763">
                  <a:spcBef>
                    <a:spcPts val="900"/>
                  </a:spcBef>
                  <a:spcAft>
                    <a:spcPts val="900"/>
                  </a:spcAft>
                  <a:buFont typeface="+mj-lt"/>
                  <a:buAutoNum type="alphaLcParenR"/>
                </a:pPr>
                <a:r>
                  <a:rPr lang="en-GB" dirty="0"/>
                  <a:t>What </a:t>
                </a:r>
                <a:r>
                  <a:rPr lang="en-GB" b="1" i="1" dirty="0"/>
                  <a:t>is</a:t>
                </a:r>
                <a:r>
                  <a:rPr lang="en-GB" dirty="0"/>
                  <a:t> the gradient to 1 decimal place?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09" y="1124744"/>
                <a:ext cx="6696744" cy="4794956"/>
              </a:xfrm>
              <a:blipFill>
                <a:blip r:embed="rId2"/>
                <a:stretch>
                  <a:fillRect l="-728" t="-17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814" y="1804057"/>
            <a:ext cx="2237977" cy="4115645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CC8A8F0-30C1-5CB6-1BEF-A5CAE06C6314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32">
                  <a:extLst>
                    <a:ext uri="{FF2B5EF4-FFF2-40B4-BE49-F238E27FC236}">
                      <a16:creationId xmlns:a16="http://schemas.microsoft.com/office/drawing/2014/main" id="{E6C1CF84-CBAA-7B31-1708-577925640809}"/>
                    </a:ext>
                  </a:extLst>
                </p:cNvPr>
                <p:cNvSpPr txBox="1"/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sz="3200" dirty="0">
                      <a:latin typeface="+mj-lt"/>
                    </a:rPr>
                    <a:t>Chords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sz="320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GB" sz="3200" dirty="0">
                      <a:solidFill>
                        <a:schemeClr val="bg2"/>
                      </a:solidFill>
                      <a:latin typeface="+mj-lt"/>
                    </a:rPr>
                    <a:t> </a:t>
                  </a:r>
                  <a:endParaRPr lang="en-GB" sz="3200" dirty="0"/>
                </a:p>
              </p:txBody>
            </p:sp>
          </mc:Choice>
          <mc:Fallback xmlns="">
            <p:sp>
              <p:nvSpPr>
                <p:cNvPr id="9" name="TextBox 32">
                  <a:extLst>
                    <a:ext uri="{FF2B5EF4-FFF2-40B4-BE49-F238E27FC236}">
                      <a16:creationId xmlns:a16="http://schemas.microsoft.com/office/drawing/2014/main" id="{E6C1CF84-CBAA-7B31-1708-57792564080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84775"/>
                </a:xfrm>
                <a:prstGeom prst="rect">
                  <a:avLst/>
                </a:prstGeom>
                <a:blipFill>
                  <a:blip r:embed="rId5"/>
                  <a:stretch>
                    <a:fillRect t="-12500" b="-3437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8380F6-A7BF-9173-5D08-394100A2B5C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F395011-A2E0-03CE-59FA-570F4C40A3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1640" y="2225251"/>
            <a:ext cx="3600400" cy="240749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44E929C-B75A-35E1-1610-8DA8F60A8CE5}"/>
              </a:ext>
            </a:extLst>
          </p:cNvPr>
          <p:cNvSpPr/>
          <p:nvPr/>
        </p:nvSpPr>
        <p:spPr>
          <a:xfrm>
            <a:off x="2195736" y="2740857"/>
            <a:ext cx="2592288" cy="83215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87E06D-3227-0188-8B3B-D9EA2F35F7AA}"/>
              </a:ext>
            </a:extLst>
          </p:cNvPr>
          <p:cNvSpPr/>
          <p:nvPr/>
        </p:nvSpPr>
        <p:spPr>
          <a:xfrm>
            <a:off x="1256448" y="3608668"/>
            <a:ext cx="3531576" cy="83215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6473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Approximating Gradients with Chords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412428" y="826923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question is then: Is there a method to work out the gradient function without having to draw lots of tangents and hoping that we can spot the rule?</a:t>
            </a:r>
          </a:p>
        </p:txBody>
      </p:sp>
      <p:sp>
        <p:nvSpPr>
          <p:cNvPr id="6" name="Freeform 4"/>
          <p:cNvSpPr/>
          <p:nvPr/>
        </p:nvSpPr>
        <p:spPr>
          <a:xfrm>
            <a:off x="437298" y="2956738"/>
            <a:ext cx="3140854" cy="2654911"/>
          </a:xfrm>
          <a:custGeom>
            <a:avLst/>
            <a:gdLst>
              <a:gd name="connsiteX0" fmla="*/ 0 w 2035534"/>
              <a:gd name="connsiteY0" fmla="*/ 1709531 h 1709531"/>
              <a:gd name="connsiteX1" fmla="*/ 747423 w 2035534"/>
              <a:gd name="connsiteY1" fmla="*/ 1502797 h 1709531"/>
              <a:gd name="connsiteX2" fmla="*/ 1351722 w 2035534"/>
              <a:gd name="connsiteY2" fmla="*/ 1144988 h 1709531"/>
              <a:gd name="connsiteX3" fmla="*/ 1701579 w 2035534"/>
              <a:gd name="connsiteY3" fmla="*/ 755374 h 1709531"/>
              <a:gd name="connsiteX4" fmla="*/ 2035534 w 2035534"/>
              <a:gd name="connsiteY4" fmla="*/ 0 h 1709531"/>
              <a:gd name="connsiteX0" fmla="*/ 0 w 1740870"/>
              <a:gd name="connsiteY0" fmla="*/ 1637397 h 1637397"/>
              <a:gd name="connsiteX1" fmla="*/ 452759 w 1740870"/>
              <a:gd name="connsiteY1" fmla="*/ 1502797 h 1637397"/>
              <a:gd name="connsiteX2" fmla="*/ 1057058 w 1740870"/>
              <a:gd name="connsiteY2" fmla="*/ 1144988 h 1637397"/>
              <a:gd name="connsiteX3" fmla="*/ 1406915 w 1740870"/>
              <a:gd name="connsiteY3" fmla="*/ 755374 h 1637397"/>
              <a:gd name="connsiteX4" fmla="*/ 1740870 w 1740870"/>
              <a:gd name="connsiteY4" fmla="*/ 0 h 163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0870" h="1637397">
                <a:moveTo>
                  <a:pt x="0" y="1637397"/>
                </a:moveTo>
                <a:cubicBezTo>
                  <a:pt x="261068" y="1581075"/>
                  <a:pt x="276583" y="1584865"/>
                  <a:pt x="452759" y="1502797"/>
                </a:cubicBezTo>
                <a:cubicBezTo>
                  <a:pt x="628935" y="1420729"/>
                  <a:pt x="898032" y="1269558"/>
                  <a:pt x="1057058" y="1144988"/>
                </a:cubicBezTo>
                <a:cubicBezTo>
                  <a:pt x="1216084" y="1020418"/>
                  <a:pt x="1292946" y="946205"/>
                  <a:pt x="1406915" y="755374"/>
                </a:cubicBezTo>
                <a:cubicBezTo>
                  <a:pt x="1520884" y="564543"/>
                  <a:pt x="1630877" y="282271"/>
                  <a:pt x="174087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2298554" y="4736790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108480" y="4921461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5,25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8480" y="4921461"/>
                <a:ext cx="94348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417676" y="4507808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676" y="4507808"/>
                <a:ext cx="64807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>
            <a:off x="2449994" y="4820610"/>
            <a:ext cx="471420" cy="6748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9" idx="4"/>
          </p:cNvCxnSpPr>
          <p:nvPr/>
        </p:nvCxnSpPr>
        <p:spPr>
          <a:xfrm flipH="1">
            <a:off x="2997614" y="4144722"/>
            <a:ext cx="1588" cy="713116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556110" y="4957294"/>
            <a:ext cx="415689" cy="42433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V="1">
            <a:off x="1854614" y="3288118"/>
            <a:ext cx="1824990" cy="209931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035258" y="3821001"/>
                <a:ext cx="121299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258" y="3821001"/>
                <a:ext cx="1212997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004336" y="3984057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6,36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336" y="3984057"/>
                <a:ext cx="94348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796897" y="4330497"/>
                <a:ext cx="64807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6897" y="4330497"/>
                <a:ext cx="64807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3443201" y="3975083"/>
            <a:ext cx="366799" cy="4159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037120" y="5639916"/>
                <a:ext cx="2107577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7120" y="5639916"/>
                <a:ext cx="2107577" cy="61093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/>
          <p:cNvSpPr/>
          <p:nvPr/>
        </p:nvSpPr>
        <p:spPr>
          <a:xfrm>
            <a:off x="2205070" y="5541847"/>
            <a:ext cx="842930" cy="7218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54912" y="1709316"/>
                <a:ext cx="3774548" cy="1077218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To approximate the gradient on the curve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sz="1600" dirty="0"/>
                  <a:t> 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600" dirty="0"/>
                  <a:t>, we could pick a point on the curve just slightly to the right, then find the gradient between the two points: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12" y="1709316"/>
                <a:ext cx="3774548" cy="1077218"/>
              </a:xfrm>
              <a:prstGeom prst="rect">
                <a:avLst/>
              </a:prstGeom>
              <a:blipFill>
                <a:blip r:embed="rId8"/>
                <a:stretch>
                  <a:fillRect l="-642" t="-552" b="-497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4860032" y="1709316"/>
            <a:ext cx="3774548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dirty="0"/>
              <a:t>As the second point gets closer and closer, the gradient becomes a better approximation of the true gradient:</a:t>
            </a:r>
          </a:p>
        </p:txBody>
      </p:sp>
      <p:sp>
        <p:nvSpPr>
          <p:cNvPr id="33" name="Freeform 4"/>
          <p:cNvSpPr/>
          <p:nvPr/>
        </p:nvSpPr>
        <p:spPr>
          <a:xfrm>
            <a:off x="4617451" y="2949462"/>
            <a:ext cx="3140854" cy="2654911"/>
          </a:xfrm>
          <a:custGeom>
            <a:avLst/>
            <a:gdLst>
              <a:gd name="connsiteX0" fmla="*/ 0 w 2035534"/>
              <a:gd name="connsiteY0" fmla="*/ 1709531 h 1709531"/>
              <a:gd name="connsiteX1" fmla="*/ 747423 w 2035534"/>
              <a:gd name="connsiteY1" fmla="*/ 1502797 h 1709531"/>
              <a:gd name="connsiteX2" fmla="*/ 1351722 w 2035534"/>
              <a:gd name="connsiteY2" fmla="*/ 1144988 h 1709531"/>
              <a:gd name="connsiteX3" fmla="*/ 1701579 w 2035534"/>
              <a:gd name="connsiteY3" fmla="*/ 755374 h 1709531"/>
              <a:gd name="connsiteX4" fmla="*/ 2035534 w 2035534"/>
              <a:gd name="connsiteY4" fmla="*/ 0 h 1709531"/>
              <a:gd name="connsiteX0" fmla="*/ 0 w 1740870"/>
              <a:gd name="connsiteY0" fmla="*/ 1637397 h 1637397"/>
              <a:gd name="connsiteX1" fmla="*/ 452759 w 1740870"/>
              <a:gd name="connsiteY1" fmla="*/ 1502797 h 1637397"/>
              <a:gd name="connsiteX2" fmla="*/ 1057058 w 1740870"/>
              <a:gd name="connsiteY2" fmla="*/ 1144988 h 1637397"/>
              <a:gd name="connsiteX3" fmla="*/ 1406915 w 1740870"/>
              <a:gd name="connsiteY3" fmla="*/ 755374 h 1637397"/>
              <a:gd name="connsiteX4" fmla="*/ 1740870 w 1740870"/>
              <a:gd name="connsiteY4" fmla="*/ 0 h 1637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40870" h="1637397">
                <a:moveTo>
                  <a:pt x="0" y="1637397"/>
                </a:moveTo>
                <a:cubicBezTo>
                  <a:pt x="261068" y="1581075"/>
                  <a:pt x="276583" y="1584865"/>
                  <a:pt x="452759" y="1502797"/>
                </a:cubicBezTo>
                <a:cubicBezTo>
                  <a:pt x="628935" y="1420729"/>
                  <a:pt x="898032" y="1269558"/>
                  <a:pt x="1057058" y="1144988"/>
                </a:cubicBezTo>
                <a:cubicBezTo>
                  <a:pt x="1216084" y="1020418"/>
                  <a:pt x="1292946" y="946205"/>
                  <a:pt x="1406915" y="755374"/>
                </a:cubicBezTo>
                <a:cubicBezTo>
                  <a:pt x="1520884" y="564543"/>
                  <a:pt x="1630877" y="282271"/>
                  <a:pt x="174087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Oval 33"/>
          <p:cNvSpPr/>
          <p:nvPr/>
        </p:nvSpPr>
        <p:spPr>
          <a:xfrm>
            <a:off x="6478707" y="4729514"/>
            <a:ext cx="144016" cy="144016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6288633" y="4914185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5,25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633" y="4914185"/>
                <a:ext cx="94348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496229" y="4583082"/>
                <a:ext cx="64807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0.01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229" y="4583082"/>
                <a:ext cx="648072" cy="2616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Straight Arrow Connector 37"/>
          <p:cNvCxnSpPr/>
          <p:nvPr/>
        </p:nvCxnSpPr>
        <p:spPr>
          <a:xfrm>
            <a:off x="6630147" y="4813334"/>
            <a:ext cx="364378" cy="9491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stCxn id="35" idx="4"/>
          </p:cNvCxnSpPr>
          <p:nvPr/>
        </p:nvCxnSpPr>
        <p:spPr>
          <a:xfrm>
            <a:off x="6995205" y="4499396"/>
            <a:ext cx="2495" cy="282154"/>
          </a:xfrm>
          <a:prstGeom prst="straightConnector1">
            <a:avLst/>
          </a:prstGeom>
          <a:ln>
            <a:prstDash val="dash"/>
            <a:headEnd type="arrow"/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5930900" y="3676650"/>
            <a:ext cx="1943100" cy="166370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022564" y="4214906"/>
                <a:ext cx="94348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5.01,25.1001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2564" y="4214906"/>
                <a:ext cx="943482" cy="369332"/>
              </a:xfrm>
              <a:prstGeom prst="rect">
                <a:avLst/>
              </a:prstGeom>
              <a:blipFill>
                <a:blip r:embed="rId11"/>
                <a:stretch>
                  <a:fillRect r="-651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6919900" y="4551821"/>
                <a:ext cx="64807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100" b="0" i="1" smtClean="0">
                          <a:latin typeface="Cambria Math" panose="02040503050406030204" pitchFamily="18" charset="0"/>
                        </a:rPr>
                        <m:t>0.1001</m:t>
                      </m:r>
                    </m:oMath>
                  </m:oMathPara>
                </a14:m>
                <a:endParaRPr lang="en-GB" sz="11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9900" y="4551821"/>
                <a:ext cx="648072" cy="2616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/>
          <p:cNvSpPr/>
          <p:nvPr/>
        </p:nvSpPr>
        <p:spPr>
          <a:xfrm>
            <a:off x="7702729" y="4057650"/>
            <a:ext cx="771346" cy="60007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953001" y="5708840"/>
                <a:ext cx="2409950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0.1001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0.01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=10.01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1" y="5708840"/>
                <a:ext cx="2409950" cy="6127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ectangle 46"/>
          <p:cNvSpPr/>
          <p:nvPr/>
        </p:nvSpPr>
        <p:spPr>
          <a:xfrm>
            <a:off x="5641491" y="5598694"/>
            <a:ext cx="1590624" cy="72183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dirty="0"/>
              <a:t>?</a:t>
            </a:r>
          </a:p>
        </p:txBody>
      </p:sp>
      <p:sp>
        <p:nvSpPr>
          <p:cNvPr id="9" name="Oval 8"/>
          <p:cNvSpPr/>
          <p:nvPr/>
        </p:nvSpPr>
        <p:spPr>
          <a:xfrm>
            <a:off x="2927194" y="400070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Oval 34"/>
          <p:cNvSpPr/>
          <p:nvPr/>
        </p:nvSpPr>
        <p:spPr>
          <a:xfrm>
            <a:off x="6923197" y="435538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7421922" y="5832475"/>
                <a:ext cx="170302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actual gradient when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sz="1400" dirty="0"/>
                  <a:t> is 10, so this approximation is damn close!</a:t>
                </a: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1922" y="5832475"/>
                <a:ext cx="1703028" cy="954107"/>
              </a:xfrm>
              <a:prstGeom prst="rect">
                <a:avLst/>
              </a:prstGeom>
              <a:blipFill>
                <a:blip r:embed="rId14"/>
                <a:stretch>
                  <a:fillRect l="-1075" t="-1282" r="-2867" b="-576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/>
          <p:cNvCxnSpPr/>
          <p:nvPr/>
        </p:nvCxnSpPr>
        <p:spPr>
          <a:xfrm flipH="1" flipV="1">
            <a:off x="7200900" y="6391275"/>
            <a:ext cx="231746" cy="200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8044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4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0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1" fill="hold">
                      <p:stCondLst>
                        <p:cond delay="0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7"/>
                  </p:tgtEl>
                </p:cond>
              </p:nextCondLst>
            </p:seq>
          </p:childTnLst>
        </p:cTn>
      </p:par>
    </p:tnLst>
    <p:bldLst>
      <p:bldP spid="11" grpId="0"/>
      <p:bldP spid="15" grpId="0" animBg="1"/>
      <p:bldP spid="28" grpId="0"/>
      <p:bldP spid="16" grpId="0" animBg="1"/>
      <p:bldP spid="30" grpId="0" animBg="1"/>
      <p:bldP spid="37" grpId="0"/>
      <p:bldP spid="44" grpId="0"/>
      <p:bldP spid="45" grpId="0" animBg="1"/>
      <p:bldP spid="47" grpId="0" animBg="1"/>
      <p:bldP spid="5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Gradient Function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89635"/>
            <a:ext cx="3168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For a straight line, the gradient is </a:t>
            </a:r>
            <a:r>
              <a:rPr lang="en-GB" sz="2000" b="1" dirty="0"/>
              <a:t>constant</a:t>
            </a:r>
            <a:r>
              <a:rPr lang="en-GB" sz="2000" dirty="0"/>
              <a:t>:</a:t>
            </a:r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00947" y="1594884"/>
            <a:ext cx="638755" cy="11942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 rot="17896156">
                <a:off x="63002" y="2011170"/>
                <a:ext cx="15472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400" b="0" i="1" smtClean="0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96156">
                <a:off x="63002" y="2011170"/>
                <a:ext cx="1547286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/>
          <p:cNvSpPr/>
          <p:nvPr/>
        </p:nvSpPr>
        <p:spPr>
          <a:xfrm>
            <a:off x="1381120" y="2090326"/>
            <a:ext cx="569114" cy="2880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910985" y="2032941"/>
                <a:ext cx="12362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985" y="2032941"/>
                <a:ext cx="123625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95536" y="3389350"/>
                <a:ext cx="3168352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However, for a curve </a:t>
                </a:r>
                <a:r>
                  <a:rPr lang="en-GB" sz="2000" b="1" dirty="0"/>
                  <a:t>the gradient varies</a:t>
                </a:r>
                <a:r>
                  <a:rPr lang="en-GB" sz="2000" dirty="0"/>
                  <a:t>. We can no longer have a single value for the gradient; </a:t>
                </a:r>
                <a:r>
                  <a:rPr lang="en-GB" sz="2000" b="1" dirty="0"/>
                  <a:t>we ideally want an expression in terms of </a:t>
                </a:r>
                <a14:m>
                  <m:oMath xmlns:m="http://schemas.openxmlformats.org/officeDocument/2006/math">
                    <m:r>
                      <a:rPr lang="en-GB" sz="20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GB" sz="2000" dirty="0"/>
                  <a:t> that gives us the gradient for any value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(unsurprisingly known as the </a:t>
                </a:r>
                <a:r>
                  <a:rPr lang="en-GB" sz="2000" b="1" u="sng" dirty="0"/>
                  <a:t>gradient function</a:t>
                </a:r>
                <a:r>
                  <a:rPr lang="en-GB" sz="2000" dirty="0"/>
                  <a:t>).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3389350"/>
                <a:ext cx="3168352" cy="2862322"/>
              </a:xfrm>
              <a:prstGeom prst="rect">
                <a:avLst/>
              </a:prstGeom>
              <a:blipFill>
                <a:blip r:embed="rId4"/>
                <a:stretch>
                  <a:fillRect l="-2115" t="-1277" r="-3077" b="-27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905" y="789635"/>
            <a:ext cx="4924384" cy="3250737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 flipV="1">
            <a:off x="3699152" y="1202346"/>
            <a:ext cx="0" cy="45086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180210" y="1041978"/>
            <a:ext cx="340990" cy="72332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4787900" y="2228850"/>
            <a:ext cx="501650" cy="641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5511800" y="3086100"/>
            <a:ext cx="463550" cy="3175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V="1">
            <a:off x="6191250" y="3454400"/>
            <a:ext cx="438150" cy="63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V="1">
            <a:off x="6864350" y="3048000"/>
            <a:ext cx="495300" cy="35560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 flipV="1">
            <a:off x="7556500" y="2298701"/>
            <a:ext cx="419100" cy="54609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8324850" y="1143000"/>
            <a:ext cx="266700" cy="57785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6" name="Table 45"/>
              <p:cNvGraphicFramePr>
                <a:graphicFrameLocks noGrp="1"/>
              </p:cNvGraphicFramePr>
              <p:nvPr/>
            </p:nvGraphicFramePr>
            <p:xfrm>
              <a:off x="4097264" y="4097634"/>
              <a:ext cx="4549666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108">
                      <a:extLst>
                        <a:ext uri="{9D8B030D-6E8A-4147-A177-3AD203B41FA5}">
                          <a16:colId xmlns:a16="http://schemas.microsoft.com/office/drawing/2014/main" val="3762797518"/>
                        </a:ext>
                      </a:extLst>
                    </a:gridCol>
                    <a:gridCol w="491480">
                      <a:extLst>
                        <a:ext uri="{9D8B030D-6E8A-4147-A177-3AD203B41FA5}">
                          <a16:colId xmlns:a16="http://schemas.microsoft.com/office/drawing/2014/main" val="4075715404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813219199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701264086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953381454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776592847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4124708633"/>
                        </a:ext>
                      </a:extLst>
                    </a:gridCol>
                    <a:gridCol w="662806">
                      <a:extLst>
                        <a:ext uri="{9D8B030D-6E8A-4147-A177-3AD203B41FA5}">
                          <a16:colId xmlns:a16="http://schemas.microsoft.com/office/drawing/2014/main" val="3322843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GB" sz="1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3454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48716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6" name="Table 4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0597963"/>
                  </p:ext>
                </p:extLst>
              </p:nvPr>
            </p:nvGraphicFramePr>
            <p:xfrm>
              <a:off x="4097264" y="4097634"/>
              <a:ext cx="4549666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47108">
                      <a:extLst>
                        <a:ext uri="{9D8B030D-6E8A-4147-A177-3AD203B41FA5}">
                          <a16:colId xmlns:a16="http://schemas.microsoft.com/office/drawing/2014/main" val="3762797518"/>
                        </a:ext>
                      </a:extLst>
                    </a:gridCol>
                    <a:gridCol w="491480">
                      <a:extLst>
                        <a:ext uri="{9D8B030D-6E8A-4147-A177-3AD203B41FA5}">
                          <a16:colId xmlns:a16="http://schemas.microsoft.com/office/drawing/2014/main" val="4075715404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813219199"/>
                        </a:ext>
                      </a:extLst>
                    </a:gridCol>
                    <a:gridCol w="432048">
                      <a:extLst>
                        <a:ext uri="{9D8B030D-6E8A-4147-A177-3AD203B41FA5}">
                          <a16:colId xmlns:a16="http://schemas.microsoft.com/office/drawing/2014/main" val="1701264086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953381454"/>
                        </a:ext>
                      </a:extLst>
                    </a:gridCol>
                    <a:gridCol w="504056">
                      <a:extLst>
                        <a:ext uri="{9D8B030D-6E8A-4147-A177-3AD203B41FA5}">
                          <a16:colId xmlns:a16="http://schemas.microsoft.com/office/drawing/2014/main" val="2776592847"/>
                        </a:ext>
                      </a:extLst>
                    </a:gridCol>
                    <a:gridCol w="576064">
                      <a:extLst>
                        <a:ext uri="{9D8B030D-6E8A-4147-A177-3AD203B41FA5}">
                          <a16:colId xmlns:a16="http://schemas.microsoft.com/office/drawing/2014/main" val="4124708633"/>
                        </a:ext>
                      </a:extLst>
                    </a:gridCol>
                    <a:gridCol w="662806">
                      <a:extLst>
                        <a:ext uri="{9D8B030D-6E8A-4147-A177-3AD203B41FA5}">
                          <a16:colId xmlns:a16="http://schemas.microsoft.com/office/drawing/2014/main" val="3322843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641" t="-3279" r="-381410" b="-10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934541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Gradient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248716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7" name="TextBox 46"/>
          <p:cNvSpPr txBox="1"/>
          <p:nvPr/>
        </p:nvSpPr>
        <p:spPr>
          <a:xfrm>
            <a:off x="6551290" y="771525"/>
            <a:ext cx="1495004" cy="10156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At GCSE, you found the gradient of a curve at a particular point by </a:t>
            </a:r>
            <a:r>
              <a:rPr lang="en-GB" sz="1200" b="1" dirty="0"/>
              <a:t>drawing a tangent</a:t>
            </a:r>
            <a:r>
              <a:rPr lang="en-GB" sz="120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5102225" y="1639402"/>
                <a:ext cx="864220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2225" y="1639402"/>
                <a:ext cx="864220" cy="369332"/>
              </a:xfrm>
              <a:prstGeom prst="rect">
                <a:avLst/>
              </a:prstGeom>
              <a:blipFill>
                <a:blip r:embed="rId7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/>
          <p:cNvSpPr/>
          <p:nvPr/>
        </p:nvSpPr>
        <p:spPr>
          <a:xfrm>
            <a:off x="5052481" y="4450649"/>
            <a:ext cx="479807" cy="3886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32288" y="4450648"/>
            <a:ext cx="436563" cy="3886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63049" y="4450647"/>
            <a:ext cx="436563" cy="3886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99612" y="4449990"/>
            <a:ext cx="497926" cy="3886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897538" y="4449990"/>
            <a:ext cx="509587" cy="3886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05260" y="4449331"/>
            <a:ext cx="568603" cy="3886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973863" y="4449331"/>
            <a:ext cx="657225" cy="3886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/>
              <p:cNvSpPr txBox="1"/>
              <p:nvPr/>
            </p:nvSpPr>
            <p:spPr>
              <a:xfrm>
                <a:off x="4252069" y="1169569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6" name="Text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069" y="1169569"/>
                <a:ext cx="818257" cy="2769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887111" y="2188620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7111" y="2188620"/>
                <a:ext cx="818257" cy="2769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/>
              <p:cNvSpPr txBox="1"/>
              <p:nvPr/>
            </p:nvSpPr>
            <p:spPr>
              <a:xfrm>
                <a:off x="5463956" y="2837378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=−2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8" name="TextBox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956" y="2837378"/>
                <a:ext cx="818257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981571" y="3116965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571" y="3116965"/>
                <a:ext cx="818257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/>
              <p:cNvSpPr txBox="1"/>
              <p:nvPr/>
            </p:nvSpPr>
            <p:spPr>
              <a:xfrm>
                <a:off x="6492965" y="2900254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0" name="TextBox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965" y="2900254"/>
                <a:ext cx="818257" cy="27699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/>
              <p:cNvSpPr txBox="1"/>
              <p:nvPr/>
            </p:nvSpPr>
            <p:spPr>
              <a:xfrm>
                <a:off x="7081968" y="2305384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1" name="TextBox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1968" y="2305384"/>
                <a:ext cx="818257" cy="27699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/>
              <p:cNvSpPr txBox="1"/>
              <p:nvPr/>
            </p:nvSpPr>
            <p:spPr>
              <a:xfrm>
                <a:off x="7915721" y="878660"/>
                <a:ext cx="81825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2" name="Text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721" y="878660"/>
                <a:ext cx="818257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3991243" y="5171118"/>
                <a:ext cx="498216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By looking at the relationship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and the gradient at that point, can you come up with an expression, in terms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 for the gradient?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𝐺𝑟𝑎𝑑𝑖𝑒𝑛𝑡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𝐹𝑢𝑛𝑐𝑡𝑖𝑜𝑛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243" y="5171118"/>
                <a:ext cx="4982164" cy="1200329"/>
              </a:xfrm>
              <a:prstGeom prst="rect">
                <a:avLst/>
              </a:prstGeom>
              <a:blipFill>
                <a:blip r:embed="rId15"/>
                <a:stretch>
                  <a:fillRect l="-1102" t="-2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tangle 63"/>
          <p:cNvSpPr/>
          <p:nvPr/>
        </p:nvSpPr>
        <p:spPr>
          <a:xfrm>
            <a:off x="5047470" y="6064351"/>
            <a:ext cx="2947963" cy="38866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65" name="Oval 64"/>
          <p:cNvSpPr/>
          <p:nvPr/>
        </p:nvSpPr>
        <p:spPr>
          <a:xfrm>
            <a:off x="4311379" y="1383221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Oval 65"/>
          <p:cNvSpPr/>
          <p:nvPr/>
        </p:nvSpPr>
        <p:spPr>
          <a:xfrm>
            <a:off x="4985676" y="2503715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Oval 66"/>
          <p:cNvSpPr/>
          <p:nvPr/>
        </p:nvSpPr>
        <p:spPr>
          <a:xfrm>
            <a:off x="5685108" y="3177505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Oval 67"/>
          <p:cNvSpPr/>
          <p:nvPr/>
        </p:nvSpPr>
        <p:spPr>
          <a:xfrm>
            <a:off x="6374361" y="3405718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Oval 68"/>
          <p:cNvSpPr/>
          <p:nvPr/>
        </p:nvSpPr>
        <p:spPr>
          <a:xfrm>
            <a:off x="7064899" y="3177253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Oval 69"/>
          <p:cNvSpPr/>
          <p:nvPr/>
        </p:nvSpPr>
        <p:spPr>
          <a:xfrm>
            <a:off x="7719733" y="2500843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Oval 70"/>
          <p:cNvSpPr/>
          <p:nvPr/>
        </p:nvSpPr>
        <p:spPr>
          <a:xfrm>
            <a:off x="8404599" y="1397886"/>
            <a:ext cx="92634" cy="9736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23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50"/>
                            </p:stCondLst>
                            <p:childTnLst>
                              <p:par>
                                <p:cTn id="64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250"/>
                            </p:stCondLst>
                            <p:childTnLst>
                              <p:par>
                                <p:cTn id="78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500"/>
                            </p:stCondLst>
                            <p:childTnLst>
                              <p:par>
                                <p:cTn id="8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750"/>
                            </p:stCondLst>
                            <p:childTnLst>
                              <p:par>
                                <p:cTn id="92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3000"/>
                            </p:stCondLst>
                            <p:childTnLst>
                              <p:par>
                                <p:cTn id="99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2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3" fill="hold">
                      <p:stCondLst>
                        <p:cond delay="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22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142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15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16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17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3" fill="hold">
                      <p:stCondLst>
                        <p:cond delay="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4"/>
                  </p:tgtEl>
                </p:cond>
              </p:nextCondLst>
            </p:seq>
          </p:childTnLst>
        </p:cTn>
      </p:par>
    </p:tnLst>
    <p:bldLst>
      <p:bldP spid="13" grpId="0"/>
      <p:bldP spid="47" grpId="0" animBg="1"/>
      <p:bldP spid="48" grpId="0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 animBg="1"/>
      <p:bldP spid="64" grpId="1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/>
              <a:t>Page 93</a:t>
            </a:r>
            <a:endParaRPr lang="en-GB" sz="24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5F0CF04-A9E8-F941-EA00-46441D67A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215" y="980728"/>
            <a:ext cx="7210425" cy="370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01DE78E-2799-60A2-B6B2-ED38E1035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933450"/>
            <a:ext cx="7191375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3F7A1-013A-965A-6B51-48A7C4D2A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E11868F-953D-6118-9EFF-5883DCA8596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7CD6367-BE73-DA1F-1D7F-7193C4A4D9A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8E078E8-E446-94B4-C2F4-3CFC5C5A868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20DE157-7F04-8058-E560-B1FFD645E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90" y="1186871"/>
            <a:ext cx="7077075" cy="311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300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0C39EC1-1368-B102-C041-5D41A2180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052736"/>
            <a:ext cx="4895850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61767</TotalTime>
  <Words>564</Words>
  <Application>Microsoft Office PowerPoint</Application>
  <PresentationFormat>On-screen Show (4:3)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P1 Chapter 12: Differentiation  Chord Approximations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2025-09-19T08:39:04Z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