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547" r:id="rId5"/>
    <p:sldId id="626" r:id="rId6"/>
    <p:sldId id="627" r:id="rId7"/>
    <p:sldId id="549" r:id="rId8"/>
    <p:sldId id="543" r:id="rId9"/>
    <p:sldId id="54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  <pc:spChg chg="mod">
          <ac:chgData name="Dieter Beaven" userId="9bbdb69f-69d0-4759-aa9b-5c090a2da237" providerId="ADAL" clId="{2F302947-2B75-4670-B1D7-9A45CF8980D0}" dt="2025-04-29T11:59:10.265" v="22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B5F547EE-9C08-490A-8083-1F7FA22327FB}"/>
    <pc:docChg chg="addSld modSld">
      <pc:chgData name="Dieter Beaven" userId="9bbdb69f-69d0-4759-aa9b-5c090a2da237" providerId="ADAL" clId="{B5F547EE-9C08-490A-8083-1F7FA22327FB}" dt="2025-05-09T15:42:27.483" v="45" actId="6549"/>
      <pc:docMkLst>
        <pc:docMk/>
      </pc:docMkLst>
      <pc:sldChg chg="modSp mod">
        <pc:chgData name="Dieter Beaven" userId="9bbdb69f-69d0-4759-aa9b-5c090a2da237" providerId="ADAL" clId="{B5F547EE-9C08-490A-8083-1F7FA22327FB}" dt="2025-05-09T15:42:27.483" v="45" actId="6549"/>
        <pc:sldMkLst>
          <pc:docMk/>
          <pc:sldMk cId="3991975165" sldId="547"/>
        </pc:sldMkLst>
        <pc:spChg chg="mod">
          <ac:chgData name="Dieter Beaven" userId="9bbdb69f-69d0-4759-aa9b-5c090a2da237" providerId="ADAL" clId="{B5F547EE-9C08-490A-8083-1F7FA22327FB}" dt="2025-05-09T15:42:27.483" v="45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B5F547EE-9C08-490A-8083-1F7FA22327FB}" dt="2025-05-09T15:40:18.169" v="3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B5F547EE-9C08-490A-8083-1F7FA22327FB}" dt="2025-05-09T15:40:14.589" v="35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B5F547EE-9C08-490A-8083-1F7FA22327FB}" dt="2025-05-09T15:40:18.169" v="38" actId="20577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B5F547EE-9C08-490A-8083-1F7FA22327FB}" dt="2025-05-09T15:39:07.580" v="0"/>
        <pc:sldMkLst>
          <pc:docMk/>
          <pc:sldMk cId="2661908939" sldId="626"/>
        </pc:sldMkLst>
      </pc:sldChg>
      <pc:sldChg chg="add">
        <pc:chgData name="Dieter Beaven" userId="9bbdb69f-69d0-4759-aa9b-5c090a2da237" providerId="ADAL" clId="{B5F547EE-9C08-490A-8083-1F7FA22327FB}" dt="2025-05-09T15:39:07.580" v="0"/>
        <pc:sldMkLst>
          <pc:docMk/>
          <pc:sldMk cId="3079378667" sldId="62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C852731-5E00-4CEB-968B-CB6D352D4FBA}" dt="2025-04-25T15:27:04.615" v="0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C852731-5E00-4CEB-968B-CB6D352D4FBA}" dt="2025-04-25T15:27:07.693" v="2" actId="6549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C66C5C65-AD98-4424-9D97-0068BC4C78DF}"/>
    <pc:docChg chg="delSld modSld">
      <pc:chgData name="Dieter Beaven" userId="9bbdb69f-69d0-4759-aa9b-5c090a2da237" providerId="ADAL" clId="{C66C5C65-AD98-4424-9D97-0068BC4C78DF}" dt="2025-06-20T09:17:11.586" v="6" actId="47"/>
      <pc:docMkLst>
        <pc:docMk/>
      </pc:docMkLst>
      <pc:sldChg chg="addSp modSp mod">
        <pc:chgData name="Dieter Beaven" userId="9bbdb69f-69d0-4759-aa9b-5c090a2da237" providerId="ADAL" clId="{C66C5C65-AD98-4424-9D97-0068BC4C78DF}" dt="2025-06-17T14:47:53.979" v="1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C66C5C65-AD98-4424-9D97-0068BC4C78DF}" dt="2025-06-17T14:47:53.979" v="1" actId="1076"/>
          <ac:picMkLst>
            <pc:docMk/>
            <pc:sldMk cId="3896053727" sldId="543"/>
            <ac:picMk id="6" creationId="{3F37E663-1838-2882-9CEB-DE6AFB0C1DD0}"/>
          </ac:picMkLst>
        </pc:picChg>
      </pc:sldChg>
      <pc:sldChg chg="addSp modSp mod">
        <pc:chgData name="Dieter Beaven" userId="9bbdb69f-69d0-4759-aa9b-5c090a2da237" providerId="ADAL" clId="{C66C5C65-AD98-4424-9D97-0068BC4C78DF}" dt="2025-06-20T09:17:10.383" v="5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C66C5C65-AD98-4424-9D97-0068BC4C78DF}" dt="2025-06-20T09:17:10.383" v="5" actId="1076"/>
          <ac:picMkLst>
            <pc:docMk/>
            <pc:sldMk cId="3458699803" sldId="545"/>
            <ac:picMk id="6" creationId="{71C5A917-28EB-1D25-BA0D-E7D7BFDD05F5}"/>
          </ac:picMkLst>
        </pc:picChg>
      </pc:sldChg>
      <pc:sldChg chg="del">
        <pc:chgData name="Dieter Beaven" userId="9bbdb69f-69d0-4759-aa9b-5c090a2da237" providerId="ADAL" clId="{C66C5C65-AD98-4424-9D97-0068BC4C78DF}" dt="2025-06-17T14:47:55.341" v="2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C66C5C65-AD98-4424-9D97-0068BC4C78DF}" dt="2025-06-17T14:47:55.747" v="3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C66C5C65-AD98-4424-9D97-0068BC4C78DF}" dt="2025-06-20T09:17:11.586" v="6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6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Gradient Functions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Differentiating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Thankfully, there’s a quick way to differentiate terms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constant) with having to use first principles every time: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blipFill>
                <a:blip r:embed="rId3"/>
                <a:stretch>
                  <a:fillRect l="-684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are constants)</a:t>
                </a:r>
              </a:p>
              <a:p>
                <a:r>
                  <a:rPr lang="en-GB" dirty="0"/>
                  <a:t>i.e. multiply by the power and reduce the power by 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  <a:blipFill>
                <a:blip r:embed="rId4"/>
                <a:stretch>
                  <a:fillRect l="-709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9552" y="2708920"/>
            <a:ext cx="165618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410606" y="3335727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Power is 5, so multiply by 5 then reduce power by 5.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3657600" y="3561907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3648434" y="4220521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power need not be an integer!</a:t>
                </a:r>
              </a:p>
              <a:p>
                <a:r>
                  <a:rPr lang="en-GB" sz="1400" dirty="0"/>
                  <a:t>Remember to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not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blipFill>
                <a:blip r:embed="rId7"/>
                <a:stretch>
                  <a:fillRect l="-604" t="-198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Why would it be incorrect to say that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400" b="1" dirty="0"/>
                  <a:t> differentiates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1400" b="1" dirty="0"/>
                  <a:t>?</a:t>
                </a:r>
              </a:p>
              <a:p>
                <a:r>
                  <a:rPr lang="en-GB" sz="1400" dirty="0"/>
                  <a:t>The rule only works when the base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the power is a constant. Neither is true here!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 is “a power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” whereas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is an exponential term (which you will encounter more in Chp14), and therefore differentiate differently. You will learn how to differentiate exponential terms in Year 2.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2809261" y="3163894"/>
            <a:ext cx="688851" cy="6531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47875" y="3952203"/>
            <a:ext cx="1450237" cy="6531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8376" y="4699679"/>
            <a:ext cx="1259736" cy="563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5849" y="5335999"/>
            <a:ext cx="582119" cy="563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3905" y="5357265"/>
            <a:ext cx="1573618" cy="563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962127" y="6144897"/>
            <a:ext cx="582119" cy="563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5220" y="6134264"/>
            <a:ext cx="1332134" cy="563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042" y="5114443"/>
            <a:ext cx="3603372" cy="14566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190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854898" y="1042174"/>
            <a:ext cx="1196107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2959" y="1774300"/>
            <a:ext cx="1786270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4707" y="2667113"/>
            <a:ext cx="1522647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0428" y="3659866"/>
            <a:ext cx="1828799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389227" y="4489699"/>
            <a:ext cx="979223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6592" y="4480841"/>
            <a:ext cx="603962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2774" y="2662052"/>
            <a:ext cx="603962" cy="680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569" y="13640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69" y="1949817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569" y="2916548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569" y="383318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569" y="4736596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93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F37E663-1838-2882-9CEB-DE6AFB0C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8" y="908720"/>
            <a:ext cx="72771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1C5A917-28EB-1D25-BA0D-E7D7BFDD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46767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325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Wingdings</vt:lpstr>
      <vt:lpstr>Office Theme</vt:lpstr>
      <vt:lpstr>P1 Chapter 12: Differentiation  Gradient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