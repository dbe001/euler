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702" r:id="rId5"/>
    <p:sldId id="533" r:id="rId6"/>
    <p:sldId id="720" r:id="rId7"/>
    <p:sldId id="712" r:id="rId8"/>
    <p:sldId id="713" r:id="rId9"/>
    <p:sldId id="703" r:id="rId10"/>
    <p:sldId id="714" r:id="rId11"/>
    <p:sldId id="715" r:id="rId12"/>
    <p:sldId id="716" r:id="rId13"/>
    <p:sldId id="717" r:id="rId14"/>
    <p:sldId id="532" r:id="rId15"/>
    <p:sldId id="718" r:id="rId16"/>
    <p:sldId id="719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FDFD9B-2622-45B5-A694-5CBB5A0FB3B5}" v="7" dt="2025-06-17T15:13:26.2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990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290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8FFDFD9B-2622-45B5-A694-5CBB5A0FB3B5}"/>
    <pc:docChg chg="custSel addSld modSld">
      <pc:chgData name="Dieter Beaven" userId="9bbdb69f-69d0-4759-aa9b-5c090a2da237" providerId="ADAL" clId="{8FFDFD9B-2622-45B5-A694-5CBB5A0FB3B5}" dt="2025-06-20T09:48:58.580" v="58" actId="1076"/>
      <pc:docMkLst>
        <pc:docMk/>
      </pc:docMkLst>
      <pc:sldChg chg="addSp modSp mod">
        <pc:chgData name="Dieter Beaven" userId="9bbdb69f-69d0-4759-aa9b-5c090a2da237" providerId="ADAL" clId="{8FFDFD9B-2622-45B5-A694-5CBB5A0FB3B5}" dt="2025-06-20T09:44:06.369" v="47" actId="1076"/>
        <pc:sldMkLst>
          <pc:docMk/>
          <pc:sldMk cId="464788855" sldId="532"/>
        </pc:sldMkLst>
        <pc:picChg chg="add mod">
          <ac:chgData name="Dieter Beaven" userId="9bbdb69f-69d0-4759-aa9b-5c090a2da237" providerId="ADAL" clId="{8FFDFD9B-2622-45B5-A694-5CBB5A0FB3B5}" dt="2025-06-20T09:44:06.369" v="47" actId="1076"/>
          <ac:picMkLst>
            <pc:docMk/>
            <pc:sldMk cId="464788855" sldId="532"/>
            <ac:picMk id="6" creationId="{BF8FDBEE-BCE0-3869-5EAF-109AF3EBBA76}"/>
          </ac:picMkLst>
        </pc:picChg>
      </pc:sldChg>
      <pc:sldChg chg="addSp modSp mod">
        <pc:chgData name="Dieter Beaven" userId="9bbdb69f-69d0-4759-aa9b-5c090a2da237" providerId="ADAL" clId="{8FFDFD9B-2622-45B5-A694-5CBB5A0FB3B5}" dt="2025-06-17T15:14:36.424" v="38" actId="1076"/>
        <pc:sldMkLst>
          <pc:docMk/>
          <pc:sldMk cId="173887519" sldId="533"/>
        </pc:sldMkLst>
        <pc:picChg chg="add mod">
          <ac:chgData name="Dieter Beaven" userId="9bbdb69f-69d0-4759-aa9b-5c090a2da237" providerId="ADAL" clId="{8FFDFD9B-2622-45B5-A694-5CBB5A0FB3B5}" dt="2025-06-17T15:14:36.424" v="38" actId="1076"/>
          <ac:picMkLst>
            <pc:docMk/>
            <pc:sldMk cId="173887519" sldId="533"/>
            <ac:picMk id="6" creationId="{73EF0E07-3CD4-50D6-9D44-607EB07616BA}"/>
          </ac:picMkLst>
        </pc:picChg>
      </pc:sldChg>
      <pc:sldChg chg="addSp delSp modSp mod">
        <pc:chgData name="Dieter Beaven" userId="9bbdb69f-69d0-4759-aa9b-5c090a2da237" providerId="ADAL" clId="{8FFDFD9B-2622-45B5-A694-5CBB5A0FB3B5}" dt="2025-06-17T15:10:04.814" v="12" actId="1036"/>
        <pc:sldMkLst>
          <pc:docMk/>
          <pc:sldMk cId="3196350854" sldId="703"/>
        </pc:sldMkLst>
        <pc:picChg chg="add mod">
          <ac:chgData name="Dieter Beaven" userId="9bbdb69f-69d0-4759-aa9b-5c090a2da237" providerId="ADAL" clId="{8FFDFD9B-2622-45B5-A694-5CBB5A0FB3B5}" dt="2025-06-17T15:10:04.814" v="12" actId="1036"/>
          <ac:picMkLst>
            <pc:docMk/>
            <pc:sldMk cId="3196350854" sldId="703"/>
            <ac:picMk id="8" creationId="{20A8B954-D022-32C6-BF55-8BFE76CE9A00}"/>
          </ac:picMkLst>
        </pc:picChg>
      </pc:sldChg>
      <pc:sldChg chg="addSp modSp mod">
        <pc:chgData name="Dieter Beaven" userId="9bbdb69f-69d0-4759-aa9b-5c090a2da237" providerId="ADAL" clId="{8FFDFD9B-2622-45B5-A694-5CBB5A0FB3B5}" dt="2025-06-17T15:09:00.145" v="5" actId="1035"/>
        <pc:sldMkLst>
          <pc:docMk/>
          <pc:sldMk cId="1756658491" sldId="712"/>
        </pc:sldMkLst>
        <pc:picChg chg="add mod">
          <ac:chgData name="Dieter Beaven" userId="9bbdb69f-69d0-4759-aa9b-5c090a2da237" providerId="ADAL" clId="{8FFDFD9B-2622-45B5-A694-5CBB5A0FB3B5}" dt="2025-06-17T15:09:00.145" v="5" actId="1035"/>
          <ac:picMkLst>
            <pc:docMk/>
            <pc:sldMk cId="1756658491" sldId="712"/>
            <ac:picMk id="6" creationId="{EFC19F97-4686-7F0D-AE28-1AFF2164C727}"/>
          </ac:picMkLst>
        </pc:picChg>
      </pc:sldChg>
      <pc:sldChg chg="addSp modSp mod">
        <pc:chgData name="Dieter Beaven" userId="9bbdb69f-69d0-4759-aa9b-5c090a2da237" providerId="ADAL" clId="{8FFDFD9B-2622-45B5-A694-5CBB5A0FB3B5}" dt="2025-06-17T15:08:55.161" v="4" actId="1036"/>
        <pc:sldMkLst>
          <pc:docMk/>
          <pc:sldMk cId="1336369231" sldId="713"/>
        </pc:sldMkLst>
        <pc:picChg chg="add mod">
          <ac:chgData name="Dieter Beaven" userId="9bbdb69f-69d0-4759-aa9b-5c090a2da237" providerId="ADAL" clId="{8FFDFD9B-2622-45B5-A694-5CBB5A0FB3B5}" dt="2025-06-17T15:08:55.161" v="4" actId="1036"/>
          <ac:picMkLst>
            <pc:docMk/>
            <pc:sldMk cId="1336369231" sldId="713"/>
            <ac:picMk id="6" creationId="{59BFA54D-88AD-F4C5-C0ED-03C936DA2D8F}"/>
          </ac:picMkLst>
        </pc:picChg>
      </pc:sldChg>
      <pc:sldChg chg="addSp delSp modSp add mod">
        <pc:chgData name="Dieter Beaven" userId="9bbdb69f-69d0-4759-aa9b-5c090a2da237" providerId="ADAL" clId="{8FFDFD9B-2622-45B5-A694-5CBB5A0FB3B5}" dt="2025-06-17T15:11:49.140" v="20" actId="1036"/>
        <pc:sldMkLst>
          <pc:docMk/>
          <pc:sldMk cId="1450756625" sldId="714"/>
        </pc:sldMkLst>
        <pc:picChg chg="add mod">
          <ac:chgData name="Dieter Beaven" userId="9bbdb69f-69d0-4759-aa9b-5c090a2da237" providerId="ADAL" clId="{8FFDFD9B-2622-45B5-A694-5CBB5A0FB3B5}" dt="2025-06-17T15:11:49.140" v="20" actId="1036"/>
          <ac:picMkLst>
            <pc:docMk/>
            <pc:sldMk cId="1450756625" sldId="714"/>
            <ac:picMk id="6" creationId="{B1BE31A5-0DE9-2E37-0650-47679A640101}"/>
          </ac:picMkLst>
        </pc:picChg>
      </pc:sldChg>
      <pc:sldChg chg="addSp delSp modSp add mod">
        <pc:chgData name="Dieter Beaven" userId="9bbdb69f-69d0-4759-aa9b-5c090a2da237" providerId="ADAL" clId="{8FFDFD9B-2622-45B5-A694-5CBB5A0FB3B5}" dt="2025-06-17T15:12:29.855" v="28" actId="1036"/>
        <pc:sldMkLst>
          <pc:docMk/>
          <pc:sldMk cId="233730369" sldId="715"/>
        </pc:sldMkLst>
        <pc:picChg chg="add mod">
          <ac:chgData name="Dieter Beaven" userId="9bbdb69f-69d0-4759-aa9b-5c090a2da237" providerId="ADAL" clId="{8FFDFD9B-2622-45B5-A694-5CBB5A0FB3B5}" dt="2025-06-17T15:12:29.855" v="28" actId="1036"/>
          <ac:picMkLst>
            <pc:docMk/>
            <pc:sldMk cId="233730369" sldId="715"/>
            <ac:picMk id="7" creationId="{0CC11C97-2A1A-C4C7-0CAB-65B8037ED48D}"/>
          </ac:picMkLst>
        </pc:picChg>
      </pc:sldChg>
      <pc:sldChg chg="addSp modSp add mod">
        <pc:chgData name="Dieter Beaven" userId="9bbdb69f-69d0-4759-aa9b-5c090a2da237" providerId="ADAL" clId="{8FFDFD9B-2622-45B5-A694-5CBB5A0FB3B5}" dt="2025-06-17T15:12:57.651" v="31" actId="1036"/>
        <pc:sldMkLst>
          <pc:docMk/>
          <pc:sldMk cId="332535255" sldId="716"/>
        </pc:sldMkLst>
        <pc:picChg chg="add mod">
          <ac:chgData name="Dieter Beaven" userId="9bbdb69f-69d0-4759-aa9b-5c090a2da237" providerId="ADAL" clId="{8FFDFD9B-2622-45B5-A694-5CBB5A0FB3B5}" dt="2025-06-17T15:12:57.651" v="31" actId="1036"/>
          <ac:picMkLst>
            <pc:docMk/>
            <pc:sldMk cId="332535255" sldId="716"/>
            <ac:picMk id="6" creationId="{E5370CED-27CF-4803-74B9-F661ED0FCA3E}"/>
          </ac:picMkLst>
        </pc:picChg>
      </pc:sldChg>
      <pc:sldChg chg="addSp modSp add mod">
        <pc:chgData name="Dieter Beaven" userId="9bbdb69f-69d0-4759-aa9b-5c090a2da237" providerId="ADAL" clId="{8FFDFD9B-2622-45B5-A694-5CBB5A0FB3B5}" dt="2025-06-17T15:13:19.090" v="33" actId="1076"/>
        <pc:sldMkLst>
          <pc:docMk/>
          <pc:sldMk cId="663010587" sldId="717"/>
        </pc:sldMkLst>
        <pc:picChg chg="add mod">
          <ac:chgData name="Dieter Beaven" userId="9bbdb69f-69d0-4759-aa9b-5c090a2da237" providerId="ADAL" clId="{8FFDFD9B-2622-45B5-A694-5CBB5A0FB3B5}" dt="2025-06-17T15:13:19.090" v="33" actId="1076"/>
          <ac:picMkLst>
            <pc:docMk/>
            <pc:sldMk cId="663010587" sldId="717"/>
            <ac:picMk id="6" creationId="{E829580D-D0EB-A3BE-4979-D1DD40ECE4CB}"/>
          </ac:picMkLst>
        </pc:picChg>
      </pc:sldChg>
      <pc:sldChg chg="addSp modSp add mod">
        <pc:chgData name="Dieter Beaven" userId="9bbdb69f-69d0-4759-aa9b-5c090a2da237" providerId="ADAL" clId="{8FFDFD9B-2622-45B5-A694-5CBB5A0FB3B5}" dt="2025-06-20T09:47:57.622" v="56" actId="1035"/>
        <pc:sldMkLst>
          <pc:docMk/>
          <pc:sldMk cId="158555778" sldId="718"/>
        </pc:sldMkLst>
        <pc:picChg chg="add mod">
          <ac:chgData name="Dieter Beaven" userId="9bbdb69f-69d0-4759-aa9b-5c090a2da237" providerId="ADAL" clId="{8FFDFD9B-2622-45B5-A694-5CBB5A0FB3B5}" dt="2025-06-20T09:47:57.622" v="56" actId="1035"/>
          <ac:picMkLst>
            <pc:docMk/>
            <pc:sldMk cId="158555778" sldId="718"/>
            <ac:picMk id="6" creationId="{0B5681F3-CBCB-8E7D-CBE0-024645171F27}"/>
          </ac:picMkLst>
        </pc:picChg>
      </pc:sldChg>
      <pc:sldChg chg="addSp modSp add mod">
        <pc:chgData name="Dieter Beaven" userId="9bbdb69f-69d0-4759-aa9b-5c090a2da237" providerId="ADAL" clId="{8FFDFD9B-2622-45B5-A694-5CBB5A0FB3B5}" dt="2025-06-20T09:48:58.580" v="58" actId="1076"/>
        <pc:sldMkLst>
          <pc:docMk/>
          <pc:sldMk cId="324512528" sldId="719"/>
        </pc:sldMkLst>
        <pc:picChg chg="add mod">
          <ac:chgData name="Dieter Beaven" userId="9bbdb69f-69d0-4759-aa9b-5c090a2da237" providerId="ADAL" clId="{8FFDFD9B-2622-45B5-A694-5CBB5A0FB3B5}" dt="2025-06-20T09:48:58.580" v="58" actId="1076"/>
          <ac:picMkLst>
            <pc:docMk/>
            <pc:sldMk cId="324512528" sldId="719"/>
            <ac:picMk id="6" creationId="{8AAA1C5D-6309-C9DE-20F9-D6116E1E241E}"/>
          </ac:picMkLst>
        </pc:picChg>
      </pc:sldChg>
      <pc:sldChg chg="addSp modSp add mod">
        <pc:chgData name="Dieter Beaven" userId="9bbdb69f-69d0-4759-aa9b-5c090a2da237" providerId="ADAL" clId="{8FFDFD9B-2622-45B5-A694-5CBB5A0FB3B5}" dt="2025-06-17T15:15:12.778" v="43" actId="1036"/>
        <pc:sldMkLst>
          <pc:docMk/>
          <pc:sldMk cId="1705054245" sldId="720"/>
        </pc:sldMkLst>
        <pc:picChg chg="add mod">
          <ac:chgData name="Dieter Beaven" userId="9bbdb69f-69d0-4759-aa9b-5c090a2da237" providerId="ADAL" clId="{8FFDFD9B-2622-45B5-A694-5CBB5A0FB3B5}" dt="2025-06-17T15:15:12.778" v="43" actId="1036"/>
          <ac:picMkLst>
            <pc:docMk/>
            <pc:sldMk cId="1705054245" sldId="720"/>
            <ac:picMk id="6" creationId="{415D81F1-8D91-D2B0-EECF-55054F6F344E}"/>
          </ac:picMkLst>
        </pc:picChg>
      </pc:sldChg>
    </pc:docChg>
  </pc:docChgLst>
  <pc:docChgLst>
    <pc:chgData name="Dieter Beaven" userId="9bbdb69f-69d0-4759-aa9b-5c090a2da237" providerId="ADAL" clId="{1D114AD5-718F-4CB2-983E-E11E1B1983E9}"/>
    <pc:docChg chg="undo custSel addSld delSld modSld">
      <pc:chgData name="Dieter Beaven" userId="9bbdb69f-69d0-4759-aa9b-5c090a2da237" providerId="ADAL" clId="{1D114AD5-718F-4CB2-983E-E11E1B1983E9}" dt="2024-09-24T15:43:19.967" v="28" actId="1076"/>
      <pc:docMkLst>
        <pc:docMk/>
      </pc:docMkLst>
      <pc:sldChg chg="addSp delSp mod">
        <pc:chgData name="Dieter Beaven" userId="9bbdb69f-69d0-4759-aa9b-5c090a2da237" providerId="ADAL" clId="{1D114AD5-718F-4CB2-983E-E11E1B1983E9}" dt="2024-09-24T15:38:41.536" v="6" actId="22"/>
        <pc:sldMkLst>
          <pc:docMk/>
          <pc:sldMk cId="464788855" sldId="532"/>
        </pc:sldMkLst>
      </pc:sldChg>
      <pc:sldChg chg="addSp delSp modSp mod">
        <pc:chgData name="Dieter Beaven" userId="9bbdb69f-69d0-4759-aa9b-5c090a2da237" providerId="ADAL" clId="{1D114AD5-718F-4CB2-983E-E11E1B1983E9}" dt="2024-09-24T15:43:19.967" v="28" actId="1076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1D114AD5-718F-4CB2-983E-E11E1B1983E9}" dt="2024-09-24T15:38:19.545" v="1" actId="20577"/>
        <pc:sldMkLst>
          <pc:docMk/>
          <pc:sldMk cId="3923336104" sldId="702"/>
        </pc:sldMkLst>
      </pc:sldChg>
      <pc:sldChg chg="addSp delSp modSp mod">
        <pc:chgData name="Dieter Beaven" userId="9bbdb69f-69d0-4759-aa9b-5c090a2da237" providerId="ADAL" clId="{1D114AD5-718F-4CB2-983E-E11E1B1983E9}" dt="2024-09-24T15:42:04.058" v="23" actId="1076"/>
        <pc:sldMkLst>
          <pc:docMk/>
          <pc:sldMk cId="3196350854" sldId="703"/>
        </pc:sldMkLst>
      </pc:sldChg>
      <pc:sldChg chg="addSp delSp modSp mod">
        <pc:chgData name="Dieter Beaven" userId="9bbdb69f-69d0-4759-aa9b-5c090a2da237" providerId="ADAL" clId="{1D114AD5-718F-4CB2-983E-E11E1B1983E9}" dt="2024-09-24T15:40:06.408" v="15" actId="1076"/>
        <pc:sldMkLst>
          <pc:docMk/>
          <pc:sldMk cId="1756658491" sldId="712"/>
        </pc:sldMkLst>
      </pc:sldChg>
      <pc:sldChg chg="addSp delSp modSp mod">
        <pc:chgData name="Dieter Beaven" userId="9bbdb69f-69d0-4759-aa9b-5c090a2da237" providerId="ADAL" clId="{1D114AD5-718F-4CB2-983E-E11E1B1983E9}" dt="2024-09-24T15:41:21.835" v="20" actId="1076"/>
        <pc:sldMkLst>
          <pc:docMk/>
          <pc:sldMk cId="1336369231" sldId="713"/>
        </pc:sldMkLst>
      </pc:sldChg>
      <pc:sldChg chg="delSp del mod">
        <pc:chgData name="Dieter Beaven" userId="9bbdb69f-69d0-4759-aa9b-5c090a2da237" providerId="ADAL" clId="{1D114AD5-718F-4CB2-983E-E11E1B1983E9}" dt="2024-09-24T15:42:57.812" v="27" actId="47"/>
        <pc:sldMkLst>
          <pc:docMk/>
          <pc:sldMk cId="2341366643" sldId="714"/>
        </pc:sldMkLst>
      </pc:sldChg>
      <pc:sldChg chg="add del">
        <pc:chgData name="Dieter Beaven" userId="9bbdb69f-69d0-4759-aa9b-5c090a2da237" providerId="ADAL" clId="{1D114AD5-718F-4CB2-983E-E11E1B1983E9}" dt="2024-09-24T15:42:08.366" v="24" actId="47"/>
        <pc:sldMkLst>
          <pc:docMk/>
          <pc:sldMk cId="2435014896" sldId="715"/>
        </pc:sldMkLst>
      </pc:sldChg>
    </pc:docChg>
  </pc:docChgLst>
  <pc:docChgLst>
    <pc:chgData name="Dieter Beaven" userId="9bbdb69f-69d0-4759-aa9b-5c090a2da237" providerId="ADAL" clId="{19D540C2-E7A4-4480-9AB3-C4DB0C8FE064}"/>
    <pc:docChg chg="modSld">
      <pc:chgData name="Dieter Beaven" userId="9bbdb69f-69d0-4759-aa9b-5c090a2da237" providerId="ADAL" clId="{19D540C2-E7A4-4480-9AB3-C4DB0C8FE064}" dt="2025-04-24T16:06:01.449" v="1" actId="20577"/>
      <pc:docMkLst>
        <pc:docMk/>
      </pc:docMkLst>
      <pc:sldChg chg="modSp mod">
        <pc:chgData name="Dieter Beaven" userId="9bbdb69f-69d0-4759-aa9b-5c090a2da237" providerId="ADAL" clId="{19D540C2-E7A4-4480-9AB3-C4DB0C8FE064}" dt="2025-04-24T16:06:01.449" v="1" actId="20577"/>
        <pc:sldMkLst>
          <pc:docMk/>
          <pc:sldMk cId="3923336104" sldId="702"/>
        </pc:sldMkLst>
        <pc:spChg chg="mod">
          <ac:chgData name="Dieter Beaven" userId="9bbdb69f-69d0-4759-aa9b-5c090a2da237" providerId="ADAL" clId="{19D540C2-E7A4-4480-9AB3-C4DB0C8FE064}" dt="2025-04-24T16:06:01.449" v="1" actId="20577"/>
          <ac:spMkLst>
            <pc:docMk/>
            <pc:sldMk cId="3923336104" sldId="702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05207F2A-3D3E-48D1-84F6-1DE81023290D}"/>
    <pc:docChg chg="custSel addSld delSld modSld">
      <pc:chgData name="Dieter Beaven" userId="9bbdb69f-69d0-4759-aa9b-5c090a2da237" providerId="ADAL" clId="{05207F2A-3D3E-48D1-84F6-1DE81023290D}" dt="2024-09-13T17:01:48.475" v="87" actId="1076"/>
      <pc:docMkLst>
        <pc:docMk/>
      </pc:docMkLst>
      <pc:sldChg chg="addSp delSp modSp mod">
        <pc:chgData name="Dieter Beaven" userId="9bbdb69f-69d0-4759-aa9b-5c090a2da237" providerId="ADAL" clId="{05207F2A-3D3E-48D1-84F6-1DE81023290D}" dt="2024-09-13T17:01:48.475" v="87" actId="1076"/>
        <pc:sldMkLst>
          <pc:docMk/>
          <pc:sldMk cId="464788855" sldId="532"/>
        </pc:sldMkLst>
      </pc:sldChg>
      <pc:sldChg chg="addSp delSp modSp mod">
        <pc:chgData name="Dieter Beaven" userId="9bbdb69f-69d0-4759-aa9b-5c090a2da237" providerId="ADAL" clId="{05207F2A-3D3E-48D1-84F6-1DE81023290D}" dt="2024-09-06T16:59:12.266" v="53" actId="1036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05207F2A-3D3E-48D1-84F6-1DE81023290D}" dt="2024-09-06T16:55:32.295" v="42" actId="20577"/>
        <pc:sldMkLst>
          <pc:docMk/>
          <pc:sldMk cId="3923336104" sldId="702"/>
        </pc:sldMkLst>
      </pc:sldChg>
      <pc:sldChg chg="addSp delSp modSp mod">
        <pc:chgData name="Dieter Beaven" userId="9bbdb69f-69d0-4759-aa9b-5c090a2da237" providerId="ADAL" clId="{05207F2A-3D3E-48D1-84F6-1DE81023290D}" dt="2024-09-13T16:59:58.312" v="78" actId="1035"/>
        <pc:sldMkLst>
          <pc:docMk/>
          <pc:sldMk cId="3196350854" sldId="703"/>
        </pc:sldMkLst>
      </pc:sldChg>
      <pc:sldChg chg="delSp del mod">
        <pc:chgData name="Dieter Beaven" userId="9bbdb69f-69d0-4759-aa9b-5c090a2da237" providerId="ADAL" clId="{05207F2A-3D3E-48D1-84F6-1DE81023290D}" dt="2024-09-13T17:00:03.007" v="79" actId="47"/>
        <pc:sldMkLst>
          <pc:docMk/>
          <pc:sldMk cId="2552052628" sldId="704"/>
        </pc:sldMkLst>
      </pc:sldChg>
      <pc:sldChg chg="delSp del mod">
        <pc:chgData name="Dieter Beaven" userId="9bbdb69f-69d0-4759-aa9b-5c090a2da237" providerId="ADAL" clId="{05207F2A-3D3E-48D1-84F6-1DE81023290D}" dt="2024-09-13T17:00:03.960" v="80" actId="47"/>
        <pc:sldMkLst>
          <pc:docMk/>
          <pc:sldMk cId="2801626350" sldId="705"/>
        </pc:sldMkLst>
      </pc:sldChg>
      <pc:sldChg chg="delSp del mod">
        <pc:chgData name="Dieter Beaven" userId="9bbdb69f-69d0-4759-aa9b-5c090a2da237" providerId="ADAL" clId="{05207F2A-3D3E-48D1-84F6-1DE81023290D}" dt="2024-09-13T17:00:04.429" v="81" actId="47"/>
        <pc:sldMkLst>
          <pc:docMk/>
          <pc:sldMk cId="3939677621" sldId="708"/>
        </pc:sldMkLst>
      </pc:sldChg>
      <pc:sldChg chg="addSp delSp modSp mod">
        <pc:chgData name="Dieter Beaven" userId="9bbdb69f-69d0-4759-aa9b-5c090a2da237" providerId="ADAL" clId="{05207F2A-3D3E-48D1-84F6-1DE81023290D}" dt="2024-09-13T16:57:14.093" v="60" actId="1076"/>
        <pc:sldMkLst>
          <pc:docMk/>
          <pc:sldMk cId="1756658491" sldId="712"/>
        </pc:sldMkLst>
      </pc:sldChg>
      <pc:sldChg chg="addSp delSp modSp mod">
        <pc:chgData name="Dieter Beaven" userId="9bbdb69f-69d0-4759-aa9b-5c090a2da237" providerId="ADAL" clId="{05207F2A-3D3E-48D1-84F6-1DE81023290D}" dt="2024-09-13T16:58:50.522" v="67" actId="1076"/>
        <pc:sldMkLst>
          <pc:docMk/>
          <pc:sldMk cId="1336369231" sldId="713"/>
        </pc:sldMkLst>
      </pc:sldChg>
      <pc:sldChg chg="addSp modSp add mod">
        <pc:chgData name="Dieter Beaven" userId="9bbdb69f-69d0-4759-aa9b-5c090a2da237" providerId="ADAL" clId="{05207F2A-3D3E-48D1-84F6-1DE81023290D}" dt="2024-09-06T16:59:19.229" v="55" actId="1036"/>
        <pc:sldMkLst>
          <pc:docMk/>
          <pc:sldMk cId="2341366643" sldId="714"/>
        </pc:sldMkLst>
      </pc:sldChg>
    </pc:docChg>
  </pc:docChgLst>
  <pc:docChgLst>
    <pc:chgData name="Dieter Beaven" userId="9bbdb69f-69d0-4759-aa9b-5c090a2da237" providerId="ADAL" clId="{FBD01213-B76B-449A-A9F2-9BE64476CA79}"/>
    <pc:docChg chg="modSld">
      <pc:chgData name="Dieter Beaven" userId="9bbdb69f-69d0-4759-aa9b-5c090a2da237" providerId="ADAL" clId="{FBD01213-B76B-449A-A9F2-9BE64476CA79}" dt="2025-04-29T12:09:55.783" v="4"/>
      <pc:docMkLst>
        <pc:docMk/>
      </pc:docMkLst>
      <pc:sldChg chg="modSp mod">
        <pc:chgData name="Dieter Beaven" userId="9bbdb69f-69d0-4759-aa9b-5c090a2da237" providerId="ADAL" clId="{FBD01213-B76B-449A-A9F2-9BE64476CA79}" dt="2025-04-29T12:09:55.783" v="4"/>
        <pc:sldMkLst>
          <pc:docMk/>
          <pc:sldMk cId="3923336104" sldId="702"/>
        </pc:sldMkLst>
        <pc:spChg chg="mod">
          <ac:chgData name="Dieter Beaven" userId="9bbdb69f-69d0-4759-aa9b-5c090a2da237" providerId="ADAL" clId="{FBD01213-B76B-449A-A9F2-9BE64476CA79}" dt="2025-04-29T12:09:55.783" v="4"/>
          <ac:spMkLst>
            <pc:docMk/>
            <pc:sldMk cId="3923336104" sldId="702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D6904693-DD2A-4A62-BD52-2109273F1217}"/>
    <pc:docChg chg="custSel modSld">
      <pc:chgData name="Dieter Beaven" userId="9bbdb69f-69d0-4759-aa9b-5c090a2da237" providerId="ADAL" clId="{D6904693-DD2A-4A62-BD52-2109273F1217}" dt="2025-04-24T16:03:46.260" v="11" actId="6549"/>
      <pc:docMkLst>
        <pc:docMk/>
      </pc:docMkLst>
      <pc:sldChg chg="delSp mod">
        <pc:chgData name="Dieter Beaven" userId="9bbdb69f-69d0-4759-aa9b-5c090a2da237" providerId="ADAL" clId="{D6904693-DD2A-4A62-BD52-2109273F1217}" dt="2025-04-24T16:03:38.545" v="4" actId="478"/>
        <pc:sldMkLst>
          <pc:docMk/>
          <pc:sldMk cId="464788855" sldId="532"/>
        </pc:sldMkLst>
      </pc:sldChg>
      <pc:sldChg chg="delSp mod">
        <pc:chgData name="Dieter Beaven" userId="9bbdb69f-69d0-4759-aa9b-5c090a2da237" providerId="ADAL" clId="{D6904693-DD2A-4A62-BD52-2109273F1217}" dt="2025-04-24T16:03:29.578" v="0" actId="478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D6904693-DD2A-4A62-BD52-2109273F1217}" dt="2025-04-24T16:03:46.260" v="11" actId="6549"/>
        <pc:sldMkLst>
          <pc:docMk/>
          <pc:sldMk cId="3923336104" sldId="702"/>
        </pc:sldMkLst>
        <pc:spChg chg="mod">
          <ac:chgData name="Dieter Beaven" userId="9bbdb69f-69d0-4759-aa9b-5c090a2da237" providerId="ADAL" clId="{D6904693-DD2A-4A62-BD52-2109273F1217}" dt="2025-04-24T16:03:46.260" v="11" actId="6549"/>
          <ac:spMkLst>
            <pc:docMk/>
            <pc:sldMk cId="3923336104" sldId="702"/>
            <ac:spMk id="2" creationId="{00000000-0000-0000-0000-000000000000}"/>
          </ac:spMkLst>
        </pc:spChg>
      </pc:sldChg>
      <pc:sldChg chg="delSp mod">
        <pc:chgData name="Dieter Beaven" userId="9bbdb69f-69d0-4759-aa9b-5c090a2da237" providerId="ADAL" clId="{D6904693-DD2A-4A62-BD52-2109273F1217}" dt="2025-04-24T16:03:33.838" v="3" actId="478"/>
        <pc:sldMkLst>
          <pc:docMk/>
          <pc:sldMk cId="3196350854" sldId="703"/>
        </pc:sldMkLst>
      </pc:sldChg>
      <pc:sldChg chg="delSp mod">
        <pc:chgData name="Dieter Beaven" userId="9bbdb69f-69d0-4759-aa9b-5c090a2da237" providerId="ADAL" clId="{D6904693-DD2A-4A62-BD52-2109273F1217}" dt="2025-04-24T16:03:31.160" v="1" actId="478"/>
        <pc:sldMkLst>
          <pc:docMk/>
          <pc:sldMk cId="1756658491" sldId="712"/>
        </pc:sldMkLst>
      </pc:sldChg>
      <pc:sldChg chg="delSp mod">
        <pc:chgData name="Dieter Beaven" userId="9bbdb69f-69d0-4759-aa9b-5c090a2da237" providerId="ADAL" clId="{D6904693-DD2A-4A62-BD52-2109273F1217}" dt="2025-04-24T16:03:32.718" v="2" actId="478"/>
        <pc:sldMkLst>
          <pc:docMk/>
          <pc:sldMk cId="1336369231" sldId="71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20/06/2025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30668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P1 Chapter 12: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Chapter Practice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336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73EF0E07-3CD4-50D6-9D44-607EB0761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578" y="898156"/>
            <a:ext cx="6743700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1BE9A-70B8-6DB7-CFE2-393C51AC0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AD44E4E-087F-BAD9-18FE-346332BB3DCF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4948C7C3-17AC-4BFA-F151-F826B53E26BB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9B6B34D-EEBD-B131-D36B-964E6798ED2D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15D81F1-8D91-D2B0-EECF-55054F6F3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278" y="1014189"/>
            <a:ext cx="6972300" cy="479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054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FC19F97-4686-7F0D-AE28-1AFF2164C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690" y="692696"/>
            <a:ext cx="7229475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58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59BFA54D-88AD-F4C5-C0ED-03C936DA2D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78" y="631651"/>
            <a:ext cx="7277100" cy="618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69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0A8B954-D022-32C6-BF55-8BFE76CE9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697185"/>
            <a:ext cx="7162800" cy="5972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50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AB54C-02C6-D422-8B9A-C0D233804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7A5E275-961E-C011-8A12-05391110014E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1D2D4550-1B34-C467-BF29-C697E6195979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F80247F3-EEB0-26E4-4AEC-4BE22F593DD3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1BE31A5-0DE9-2E37-0650-47679A640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688801"/>
            <a:ext cx="7181850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756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48231-D875-92D6-B490-C5B19BEDB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B3711A-3498-73CA-FC04-797B52C38C47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E098805-EEC9-DA1A-728C-3754CBEFA218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61D68F9C-808B-DD63-82E7-C806B7370B98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CC11C97-2A1A-C4C7-0CAB-65B8037ED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65" y="773385"/>
            <a:ext cx="7477125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30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31128-745B-5441-150E-FAB665A03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97F4F98-F6D5-B5EA-02F6-3F35737F257A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C25FC05-0133-9DF6-9592-9AC57B221E87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F3EA4DE-3538-4950-FF09-765941109D0A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5370CED-27CF-4803-74B9-F661ED0FC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7" y="813395"/>
            <a:ext cx="7286625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35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04B2E-4F18-B439-4EB2-836C9076F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74746F6-8CC3-DFE4-CAAC-E44A4D8518A0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8BB95E14-B95B-80DF-BBA7-339C154F6E87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8545A93-B216-45A7-AB09-AA1305E2C54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829580D-D0EB-A3BE-4979-D1DD40ECE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940" y="836712"/>
            <a:ext cx="7800975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010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F8FDBEE-BCE0-3869-5EAF-109AF3EBB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97" y="654167"/>
            <a:ext cx="8921606" cy="6159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A7BA6-9A96-CF89-879F-B44B0E6BE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2D7A6B3-C375-6D22-17BC-4E2CC05C1F43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846B16A5-21D0-CF6D-4182-01092B7D6F8B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DB36CD5-6A23-0AC9-5F35-D0C58354CF1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B5681F3-CBCB-8E7D-CBE0-024645171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95" y="620688"/>
            <a:ext cx="8532009" cy="623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55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6836A-AE77-9DF6-40B2-B738008B6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9000B90-6804-1C9E-5BD8-C90E270F3EA4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B93E46B-20B4-46D8-E96D-6B2584F806A1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9F4C620-4664-94D8-68FB-625442763B14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AAA1C5D-6309-C9DE-20F9-D6116E1E2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4" y="836712"/>
            <a:ext cx="9144000" cy="3847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12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6DA38195-DE73-4ADB-89E9-06FC4C7B97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16367F5-30EB-4FB8-AC0F-C9698F2B8F1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9D3391-997D-4369-8C5A-9887D520139A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terms/"/>
    <ds:schemaRef ds:uri="f9cd3b9a-9a6c-485a-81b7-4082693b5161"/>
    <ds:schemaRef ds:uri="faa1ecaf-a1aa-4fc9-8c75-2805352e1f65"/>
    <ds:schemaRef ds:uri="http://www.w3.org/XML/1998/namespace"/>
    <ds:schemaRef ds:uri="http://purl.org/dc/elements/1.1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29569</TotalTime>
  <Words>33</Words>
  <Application>Microsoft Office PowerPoint</Application>
  <PresentationFormat>On-screen Show (4:3)</PresentationFormat>
  <Paragraphs>13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P1 Chapter 12: Differentiation  Chapter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916</cp:revision>
  <dcterms:created xsi:type="dcterms:W3CDTF">2013-02-28T07:36:55Z</dcterms:created>
  <dcterms:modified xsi:type="dcterms:W3CDTF">2025-06-20T09:49:03Z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