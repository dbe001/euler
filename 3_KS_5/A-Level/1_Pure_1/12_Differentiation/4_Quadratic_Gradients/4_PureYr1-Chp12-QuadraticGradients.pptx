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47" r:id="rId5"/>
    <p:sldId id="628" r:id="rId6"/>
    <p:sldId id="629" r:id="rId7"/>
    <p:sldId id="630" r:id="rId8"/>
    <p:sldId id="631" r:id="rId9"/>
    <p:sldId id="632" r:id="rId10"/>
    <p:sldId id="543" r:id="rId11"/>
    <p:sldId id="54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  <pc:spChg chg="mod">
          <ac:chgData name="Dieter Beaven" userId="9bbdb69f-69d0-4759-aa9b-5c090a2da237" providerId="ADAL" clId="{2F302947-2B75-4670-B1D7-9A45CF8980D0}" dt="2025-04-29T11:58:36.234" v="21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21E6EF75-AE54-42AF-B46F-14C7A38C0328}"/>
    <pc:docChg chg="custSel addSld delSld modSld">
      <pc:chgData name="Dieter Beaven" userId="9bbdb69f-69d0-4759-aa9b-5c090a2da237" providerId="ADAL" clId="{21E6EF75-AE54-42AF-B46F-14C7A38C0328}" dt="2025-05-09T15:41:53.306" v="49" actId="478"/>
      <pc:docMkLst>
        <pc:docMk/>
      </pc:docMkLst>
      <pc:sldChg chg="modSp mod">
        <pc:chgData name="Dieter Beaven" userId="9bbdb69f-69d0-4759-aa9b-5c090a2da237" providerId="ADAL" clId="{21E6EF75-AE54-42AF-B46F-14C7A38C0328}" dt="2025-05-09T15:41:29.250" v="3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21E6EF75-AE54-42AF-B46F-14C7A38C0328}" dt="2025-05-09T15:41:29.250" v="32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del">
        <pc:chgData name="Dieter Beaven" userId="9bbdb69f-69d0-4759-aa9b-5c090a2da237" providerId="ADAL" clId="{21E6EF75-AE54-42AF-B46F-14C7A38C0328}" dt="2025-05-09T15:41:37.437" v="33" actId="4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21E6EF75-AE54-42AF-B46F-14C7A38C0328}" dt="2025-05-09T15:41:12.171" v="0"/>
        <pc:sldMkLst>
          <pc:docMk/>
          <pc:sldMk cId="3845835175" sldId="628"/>
        </pc:sldMkLst>
      </pc:sldChg>
      <pc:sldChg chg="add">
        <pc:chgData name="Dieter Beaven" userId="9bbdb69f-69d0-4759-aa9b-5c090a2da237" providerId="ADAL" clId="{21E6EF75-AE54-42AF-B46F-14C7A38C0328}" dt="2025-05-09T15:41:12.171" v="0"/>
        <pc:sldMkLst>
          <pc:docMk/>
          <pc:sldMk cId="371820442" sldId="629"/>
        </pc:sldMkLst>
      </pc:sldChg>
      <pc:sldChg chg="add">
        <pc:chgData name="Dieter Beaven" userId="9bbdb69f-69d0-4759-aa9b-5c090a2da237" providerId="ADAL" clId="{21E6EF75-AE54-42AF-B46F-14C7A38C0328}" dt="2025-05-09T15:41:12.171" v="0"/>
        <pc:sldMkLst>
          <pc:docMk/>
          <pc:sldMk cId="2993960400" sldId="630"/>
        </pc:sldMkLst>
      </pc:sldChg>
      <pc:sldChg chg="add">
        <pc:chgData name="Dieter Beaven" userId="9bbdb69f-69d0-4759-aa9b-5c090a2da237" providerId="ADAL" clId="{21E6EF75-AE54-42AF-B46F-14C7A38C0328}" dt="2025-05-09T15:41:12.171" v="0"/>
        <pc:sldMkLst>
          <pc:docMk/>
          <pc:sldMk cId="2224955687" sldId="631"/>
        </pc:sldMkLst>
      </pc:sldChg>
      <pc:sldChg chg="delSp modSp add mod">
        <pc:chgData name="Dieter Beaven" userId="9bbdb69f-69d0-4759-aa9b-5c090a2da237" providerId="ADAL" clId="{21E6EF75-AE54-42AF-B46F-14C7A38C0328}" dt="2025-05-09T15:41:53.306" v="49" actId="478"/>
        <pc:sldMkLst>
          <pc:docMk/>
          <pc:sldMk cId="693444349" sldId="632"/>
        </pc:sldMkLst>
        <pc:spChg chg="mod">
          <ac:chgData name="Dieter Beaven" userId="9bbdb69f-69d0-4759-aa9b-5c090a2da237" providerId="ADAL" clId="{21E6EF75-AE54-42AF-B46F-14C7A38C0328}" dt="2025-05-09T15:41:42.855" v="36" actId="6549"/>
          <ac:spMkLst>
            <pc:docMk/>
            <pc:sldMk cId="693444349" sldId="632"/>
            <ac:spMk id="3" creationId="{00000000-0000-0000-0000-000000000000}"/>
          </ac:spMkLst>
        </pc:spChg>
        <pc:spChg chg="mod">
          <ac:chgData name="Dieter Beaven" userId="9bbdb69f-69d0-4759-aa9b-5c090a2da237" providerId="ADAL" clId="{21E6EF75-AE54-42AF-B46F-14C7A38C0328}" dt="2025-05-09T15:41:50.962" v="48" actId="20577"/>
          <ac:spMkLst>
            <pc:docMk/>
            <pc:sldMk cId="693444349" sldId="632"/>
            <ac:spMk id="5" creationId="{00000000-0000-0000-0000-000000000000}"/>
          </ac:spMkLst>
        </pc:spChg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4C852731-5E00-4CEB-968B-CB6D352D4FBA}"/>
    <pc:docChg chg="modSld">
      <pc:chgData name="Dieter Beaven" userId="9bbdb69f-69d0-4759-aa9b-5c090a2da237" providerId="ADAL" clId="{4C852731-5E00-4CEB-968B-CB6D352D4FBA}" dt="2025-04-25T15:27:25.676" v="5" actId="20577"/>
      <pc:docMkLst>
        <pc:docMk/>
      </pc:docMkLst>
      <pc:sldChg chg="modSp mod">
        <pc:chgData name="Dieter Beaven" userId="9bbdb69f-69d0-4759-aa9b-5c090a2da237" providerId="ADAL" clId="{4C852731-5E00-4CEB-968B-CB6D352D4FBA}" dt="2025-04-25T15:27:25.676" v="5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C852731-5E00-4CEB-968B-CB6D352D4FBA}" dt="2025-04-25T15:27:25.676" v="5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C852731-5E00-4CEB-968B-CB6D352D4FBA}" dt="2025-04-25T15:27:07.693" v="2" actId="6549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E70108C4-2307-44C7-8AF3-9FA909CB9FD9}"/>
    <pc:docChg chg="custSel delSld modSld">
      <pc:chgData name="Dieter Beaven" userId="9bbdb69f-69d0-4759-aa9b-5c090a2da237" providerId="ADAL" clId="{E70108C4-2307-44C7-8AF3-9FA909CB9FD9}" dt="2025-06-20T09:18:23.796" v="20" actId="47"/>
      <pc:docMkLst>
        <pc:docMk/>
      </pc:docMkLst>
      <pc:sldChg chg="addSp delSp modSp mod">
        <pc:chgData name="Dieter Beaven" userId="9bbdb69f-69d0-4759-aa9b-5c090a2da237" providerId="ADAL" clId="{E70108C4-2307-44C7-8AF3-9FA909CB9FD9}" dt="2025-06-17T14:51:49.400" v="14" actId="1036"/>
        <pc:sldMkLst>
          <pc:docMk/>
          <pc:sldMk cId="3896053727" sldId="543"/>
        </pc:sldMkLst>
        <pc:picChg chg="add mod">
          <ac:chgData name="Dieter Beaven" userId="9bbdb69f-69d0-4759-aa9b-5c090a2da237" providerId="ADAL" clId="{E70108C4-2307-44C7-8AF3-9FA909CB9FD9}" dt="2025-06-17T14:51:49.400" v="14" actId="1036"/>
          <ac:picMkLst>
            <pc:docMk/>
            <pc:sldMk cId="3896053727" sldId="543"/>
            <ac:picMk id="10" creationId="{243A9D57-B6A3-C590-8032-0512DBA6DC3F}"/>
          </ac:picMkLst>
        </pc:picChg>
      </pc:sldChg>
      <pc:sldChg chg="addSp modSp mod">
        <pc:chgData name="Dieter Beaven" userId="9bbdb69f-69d0-4759-aa9b-5c090a2da237" providerId="ADAL" clId="{E70108C4-2307-44C7-8AF3-9FA909CB9FD9}" dt="2025-06-20T09:18:22.218" v="19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E70108C4-2307-44C7-8AF3-9FA909CB9FD9}" dt="2025-06-20T09:18:22.218" v="19" actId="1076"/>
          <ac:picMkLst>
            <pc:docMk/>
            <pc:sldMk cId="3458699803" sldId="545"/>
            <ac:picMk id="6" creationId="{B1CA95D0-77EB-4B54-1805-DA5E4BE945BA}"/>
          </ac:picMkLst>
        </pc:picChg>
      </pc:sldChg>
      <pc:sldChg chg="addSp delSp modSp del mod">
        <pc:chgData name="Dieter Beaven" userId="9bbdb69f-69d0-4759-aa9b-5c090a2da237" providerId="ADAL" clId="{E70108C4-2307-44C7-8AF3-9FA909CB9FD9}" dt="2025-06-17T14:51:52.264" v="15" actId="47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E70108C4-2307-44C7-8AF3-9FA909CB9FD9}" dt="2025-06-17T14:51:52.858" v="16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E70108C4-2307-44C7-8AF3-9FA909CB9FD9}" dt="2025-06-20T09:18:23.796" v="20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83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Quadratic Gradient Function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Differentiating Multiple Terms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59379" y="1046469"/>
                <a:ext cx="521127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Differentiate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379" y="1046469"/>
                <a:ext cx="5211271" cy="461665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97022" y="2273499"/>
                <a:ext cx="2416300" cy="1678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First thing to note:</a:t>
                </a:r>
              </a:p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sz="1600" dirty="0"/>
              </a:p>
              <a:p>
                <a:r>
                  <a:rPr lang="en-GB" sz="1600" dirty="0"/>
                  <a:t>i.e. </a:t>
                </a:r>
                <a:r>
                  <a:rPr lang="en-GB" sz="1600" b="1" dirty="0"/>
                  <a:t>differentiate each term individually in a sum/subtraction</a:t>
                </a:r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22" y="2273499"/>
                <a:ext cx="2416300" cy="1678023"/>
              </a:xfrm>
              <a:prstGeom prst="rect">
                <a:avLst/>
              </a:prstGeom>
              <a:blipFill>
                <a:blip r:embed="rId3"/>
                <a:stretch>
                  <a:fillRect l="-1515" t="-1091" b="-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2123728" y="1628800"/>
            <a:ext cx="1224136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743201" y="2483217"/>
                <a:ext cx="2954822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1" y="2483217"/>
                <a:ext cx="2954822" cy="793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125434" y="2543447"/>
            <a:ext cx="435934" cy="8696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1368" y="2545451"/>
            <a:ext cx="627320" cy="8696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09953" y="2543447"/>
            <a:ext cx="627320" cy="8696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3" name="Arrow: Down 12"/>
          <p:cNvSpPr/>
          <p:nvPr/>
        </p:nvSpPr>
        <p:spPr>
          <a:xfrm>
            <a:off x="4246484" y="1756159"/>
            <a:ext cx="122789" cy="50068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Down 13"/>
          <p:cNvSpPr/>
          <p:nvPr/>
        </p:nvSpPr>
        <p:spPr>
          <a:xfrm>
            <a:off x="4851781" y="1756159"/>
            <a:ext cx="122789" cy="50068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Down 14"/>
          <p:cNvSpPr/>
          <p:nvPr/>
        </p:nvSpPr>
        <p:spPr>
          <a:xfrm>
            <a:off x="5462973" y="1756159"/>
            <a:ext cx="122789" cy="50068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5875" y="4511540"/>
                <a:ext cx="3777780" cy="2037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Therefore applying the usual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Alternatively, if you compare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, it’s clear that the gradient is fixed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75" y="4511540"/>
                <a:ext cx="3777780" cy="2037161"/>
              </a:xfrm>
              <a:prstGeom prst="rect">
                <a:avLst/>
              </a:prstGeom>
              <a:blipFill>
                <a:blip r:embed="rId5"/>
                <a:stretch>
                  <a:fillRect l="-969" b="-29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2743202" y="3540642"/>
            <a:ext cx="2009551" cy="896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624502" y="4582719"/>
                <a:ext cx="3777780" cy="1790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=3=3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Therefore applying the usual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Alternatively, if you sketch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600" dirty="0"/>
                  <a:t>, the line is horizontal, so the gradient is 0.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502" y="4582719"/>
                <a:ext cx="3777780" cy="1790939"/>
              </a:xfrm>
              <a:prstGeom prst="rect">
                <a:avLst/>
              </a:prstGeom>
              <a:blipFill>
                <a:blip r:embed="rId6"/>
                <a:stretch>
                  <a:fillRect l="-969" r="-1939" b="-3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>
            <a:off x="5507665" y="3540642"/>
            <a:ext cx="835609" cy="768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83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 err="1"/>
                <a:t>Quickfire</a:t>
              </a:r>
              <a:r>
                <a:rPr lang="en-GB" sz="3200" dirty="0"/>
                <a:t> Questions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28114" y="1134789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14" y="1134789"/>
                <a:ext cx="3782107" cy="618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515117" y="1342745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117" y="1928552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117" y="2895283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117" y="3811919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5117" y="4715331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43147" y="1882850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=4−9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𝟐𝟕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47" y="1882850"/>
                <a:ext cx="3782107" cy="618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43147" y="2630911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47" y="2630911"/>
                <a:ext cx="3782107" cy="618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28113" y="3649369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13" y="3649369"/>
                <a:ext cx="3782107" cy="618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43147" y="4494250"/>
                <a:ext cx="420491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𝒑𝒙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47" y="4494250"/>
                <a:ext cx="4204917" cy="618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3657601" y="1022991"/>
            <a:ext cx="967562" cy="7207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34410" y="1818988"/>
            <a:ext cx="967562" cy="7207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9872" y="2628265"/>
            <a:ext cx="967562" cy="7207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19872" y="3598213"/>
            <a:ext cx="967562" cy="7207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49136" y="4443094"/>
            <a:ext cx="967562" cy="7207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90013" y="4090008"/>
                <a:ext cx="18023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(where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200" dirty="0"/>
                  <a:t> is a constant)</a:t>
                </a:r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3" y="4090008"/>
                <a:ext cx="1802387" cy="276999"/>
              </a:xfrm>
              <a:prstGeom prst="rect">
                <a:avLst/>
              </a:prstGeom>
              <a:blipFill>
                <a:blip r:embed="rId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90012" y="4974189"/>
                <a:ext cx="18023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(where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dirty="0"/>
                  <a:t> is a constant)</a:t>
                </a:r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2" y="4974189"/>
                <a:ext cx="1802387" cy="276999"/>
              </a:xfrm>
              <a:prstGeom prst="rect">
                <a:avLst/>
              </a:prstGeom>
              <a:blipFill>
                <a:blip r:embed="rId8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82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Harder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9556" y="823185"/>
                <a:ext cx="8432938" cy="126868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700" dirty="0"/>
                  <a:t>Let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−8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1700" dirty="0"/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en-GB" sz="1700" dirty="0"/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coordinates of the point on the graph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where the gradient is 8.</a:t>
                </a:r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points where the curve meets the line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GB" sz="17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56" y="823185"/>
                <a:ext cx="8432938" cy="12686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45896" y="2431520"/>
                <a:ext cx="3177518" cy="783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=8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−8=−4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96" y="2431520"/>
                <a:ext cx="3177518" cy="783869"/>
              </a:xfrm>
              <a:prstGeom prst="rect">
                <a:avLst/>
              </a:prstGeom>
              <a:blipFill>
                <a:blip r:embed="rId3"/>
                <a:stretch>
                  <a:fillRect l="-1533" b="-3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30020" y="2671229"/>
                <a:ext cx="37760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Remember that the ‘gradient function’ allows you to find the gradient for a particular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020" y="2671229"/>
                <a:ext cx="3776025" cy="523220"/>
              </a:xfrm>
              <a:prstGeom prst="rect">
                <a:avLst/>
              </a:prstGeom>
              <a:blipFill>
                <a:blip r:embed="rId4"/>
                <a:stretch>
                  <a:fillRect l="-485" t="-2326" r="-1616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4040372" y="2924944"/>
            <a:ext cx="675644" cy="30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75964" y="3532863"/>
                <a:ext cx="317751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8=8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+3=3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64" y="3532863"/>
                <a:ext cx="3177518" cy="1200329"/>
              </a:xfrm>
              <a:prstGeom prst="rect">
                <a:avLst/>
              </a:prstGeom>
              <a:blipFill>
                <a:blip r:embed="rId5"/>
                <a:stretch>
                  <a:fillRect l="-1533" b="-76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655591" y="3558810"/>
                <a:ext cx="439271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example is important!</a:t>
                </a:r>
              </a:p>
              <a:p>
                <a:r>
                  <a:rPr lang="en-GB" sz="1400" dirty="0"/>
                  <a:t>Previously you used a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to get the gradient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. This time we’re </a:t>
                </a:r>
                <a:r>
                  <a:rPr lang="en-GB" sz="1400" b="1" dirty="0"/>
                  <a:t>doing the opposite</a:t>
                </a:r>
                <a:r>
                  <a:rPr lang="en-GB" sz="1400" dirty="0"/>
                  <a:t>: using a known gradient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to get the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 We therefore substitute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for 8.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591" y="3558810"/>
                <a:ext cx="4392715" cy="1169551"/>
              </a:xfrm>
              <a:prstGeom prst="rect">
                <a:avLst/>
              </a:prstGeom>
              <a:blipFill>
                <a:blip r:embed="rId6"/>
                <a:stretch>
                  <a:fillRect l="-417" t="-1042" r="-1111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035826" y="3742660"/>
            <a:ext cx="578704" cy="28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7526" y="2459163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7525" y="3558810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7525" y="5025754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45895" y="4973860"/>
                <a:ext cx="35496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First find point of intersection: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+3=4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Solving, we obtain: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b="0" i="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95" y="4973860"/>
                <a:ext cx="3549657" cy="1477328"/>
              </a:xfrm>
              <a:prstGeom prst="rect">
                <a:avLst/>
              </a:prstGeom>
              <a:blipFill>
                <a:blip r:embed="rId7"/>
                <a:stretch>
                  <a:fillRect l="-1372" t="-2479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H="1" flipV="1">
            <a:off x="4040372" y="4295554"/>
            <a:ext cx="584791" cy="648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590149" y="4814653"/>
                <a:ext cx="37760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Once you have your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you need to work out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b="1" dirty="0"/>
                  <a:t>Ensure you use the correct equation!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49" y="4814653"/>
                <a:ext cx="3776025" cy="523220"/>
              </a:xfrm>
              <a:prstGeom prst="rect">
                <a:avLst/>
              </a:prstGeom>
              <a:blipFill>
                <a:blip r:embed="rId8"/>
                <a:stretch>
                  <a:fillRect l="-485" t="-2326" b="-10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73885" y="2459163"/>
            <a:ext cx="3192040" cy="7859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4455" y="3562267"/>
            <a:ext cx="3192040" cy="11689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4455" y="5030916"/>
            <a:ext cx="3480072" cy="14199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9396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22" grpId="0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9556" y="823185"/>
                <a:ext cx="8432938" cy="113877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700" dirty="0"/>
                  <a:t>Let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GB" sz="1700" b="0" dirty="0"/>
              </a:p>
              <a:p>
                <a:pPr marL="342900" indent="-3429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1,−1</m:t>
                        </m:r>
                      </m:e>
                    </m:d>
                  </m:oMath>
                </a14:m>
                <a:endParaRPr lang="en-GB" sz="1700" dirty="0"/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coordinates of the point on the graph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where the gradient is 5.</a:t>
                </a:r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points where the curve meets the line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=2−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7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56" y="823185"/>
                <a:ext cx="8432938" cy="11387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98396" y="2266420"/>
                <a:ext cx="317751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−4=−2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396" y="2266420"/>
                <a:ext cx="3177518" cy="646331"/>
              </a:xfrm>
              <a:prstGeom prst="rect">
                <a:avLst/>
              </a:prstGeom>
              <a:blipFill>
                <a:blip r:embed="rId3"/>
                <a:stretch>
                  <a:fillRect l="-172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28464" y="3050263"/>
                <a:ext cx="3177518" cy="1979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5=2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464" y="3050263"/>
                <a:ext cx="3177518" cy="1979516"/>
              </a:xfrm>
              <a:prstGeom prst="rect">
                <a:avLst/>
              </a:prstGeom>
              <a:blipFill>
                <a:blip r:embed="rId4"/>
                <a:stretch>
                  <a:fillRect l="-1727" b="-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340026" y="2294063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025" y="3101610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5425" y="5254354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685695" y="5227860"/>
                <a:ext cx="35496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+2=2−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Solving: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b="0" i="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695" y="5227860"/>
                <a:ext cx="3549657" cy="1200329"/>
              </a:xfrm>
              <a:prstGeom prst="rect">
                <a:avLst/>
              </a:prstGeom>
              <a:blipFill>
                <a:blip r:embed="rId5"/>
                <a:stretch>
                  <a:fillRect l="-1546" b="-76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1617464" y="2294063"/>
            <a:ext cx="3192040" cy="6777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7464" y="3089837"/>
            <a:ext cx="3192040" cy="19399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2380" y="5244963"/>
            <a:ext cx="3480072" cy="12701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2495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94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444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43A9D57-B6A3-C590-8032-0512DBA6D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65" y="773385"/>
            <a:ext cx="717232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1CA95D0-77EB-4B54-1805-DA5E4BE94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80728"/>
            <a:ext cx="51911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61753</TotalTime>
  <Words>644</Words>
  <Application>Microsoft Office PowerPoint</Application>
  <PresentationFormat>On-screen Show (4:3)</PresentationFormat>
  <Paragraphs>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P1 Chapter 12: Differentiation  Quadratic Gradient Function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