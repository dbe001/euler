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547" r:id="rId5"/>
    <p:sldId id="632" r:id="rId6"/>
    <p:sldId id="633" r:id="rId7"/>
    <p:sldId id="549" r:id="rId8"/>
    <p:sldId id="543" r:id="rId9"/>
    <p:sldId id="550" r:id="rId10"/>
    <p:sldId id="551" r:id="rId11"/>
    <p:sldId id="545" r:id="rId12"/>
    <p:sldId id="55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4EC762B0-4914-4775-B823-F4BE228611E6}"/>
    <pc:docChg chg="addSld modSld">
      <pc:chgData name="Dieter Beaven" userId="9bbdb69f-69d0-4759-aa9b-5c090a2da237" providerId="ADAL" clId="{4EC762B0-4914-4775-B823-F4BE228611E6}" dt="2025-05-12T11:29:26.626" v="37" actId="20577"/>
      <pc:docMkLst>
        <pc:docMk/>
      </pc:docMkLst>
      <pc:sldChg chg="modSp mod">
        <pc:chgData name="Dieter Beaven" userId="9bbdb69f-69d0-4759-aa9b-5c090a2da237" providerId="ADAL" clId="{4EC762B0-4914-4775-B823-F4BE228611E6}" dt="2025-05-12T11:29:17.736" v="33" actId="20577"/>
        <pc:sldMkLst>
          <pc:docMk/>
          <pc:sldMk cId="3991975165" sldId="547"/>
        </pc:sldMkLst>
        <pc:spChg chg="mod">
          <ac:chgData name="Dieter Beaven" userId="9bbdb69f-69d0-4759-aa9b-5c090a2da237" providerId="ADAL" clId="{4EC762B0-4914-4775-B823-F4BE228611E6}" dt="2025-05-12T11:29:17.736" v="33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4EC762B0-4914-4775-B823-F4BE228611E6}" dt="2025-05-12T11:29:26.626" v="37" actId="20577"/>
        <pc:sldMkLst>
          <pc:docMk/>
          <pc:sldMk cId="3055658135" sldId="549"/>
        </pc:sldMkLst>
        <pc:spChg chg="mod">
          <ac:chgData name="Dieter Beaven" userId="9bbdb69f-69d0-4759-aa9b-5c090a2da237" providerId="ADAL" clId="{4EC762B0-4914-4775-B823-F4BE228611E6}" dt="2025-05-12T11:29:24.142" v="35" actId="20577"/>
          <ac:spMkLst>
            <pc:docMk/>
            <pc:sldMk cId="3055658135" sldId="549"/>
            <ac:spMk id="3" creationId="{00000000-0000-0000-0000-000000000000}"/>
          </ac:spMkLst>
        </pc:spChg>
        <pc:spChg chg="mod">
          <ac:chgData name="Dieter Beaven" userId="9bbdb69f-69d0-4759-aa9b-5c090a2da237" providerId="ADAL" clId="{4EC762B0-4914-4775-B823-F4BE228611E6}" dt="2025-05-12T11:29:26.626" v="37" actId="20577"/>
          <ac:spMkLst>
            <pc:docMk/>
            <pc:sldMk cId="3055658135" sldId="549"/>
            <ac:spMk id="5" creationId="{00000000-0000-0000-0000-000000000000}"/>
          </ac:spMkLst>
        </pc:spChg>
      </pc:sldChg>
      <pc:sldChg chg="add">
        <pc:chgData name="Dieter Beaven" userId="9bbdb69f-69d0-4759-aa9b-5c090a2da237" providerId="ADAL" clId="{4EC762B0-4914-4775-B823-F4BE228611E6}" dt="2025-05-12T11:28:14.070" v="0"/>
        <pc:sldMkLst>
          <pc:docMk/>
          <pc:sldMk cId="2171289849" sldId="632"/>
        </pc:sldMkLst>
      </pc:sldChg>
      <pc:sldChg chg="add">
        <pc:chgData name="Dieter Beaven" userId="9bbdb69f-69d0-4759-aa9b-5c090a2da237" providerId="ADAL" clId="{4EC762B0-4914-4775-B823-F4BE228611E6}" dt="2025-05-12T11:28:14.070" v="0"/>
        <pc:sldMkLst>
          <pc:docMk/>
          <pc:sldMk cId="2111826562" sldId="633"/>
        </pc:sldMkLst>
      </pc:sldChg>
    </pc:docChg>
  </pc:docChgLst>
  <pc:docChgLst>
    <pc:chgData name="Dieter Beaven" userId="9bbdb69f-69d0-4759-aa9b-5c090a2da237" providerId="ADAL" clId="{3162F3F0-A528-4777-8BB8-DFD10A56DD92}"/>
    <pc:docChg chg="modSld">
      <pc:chgData name="Dieter Beaven" userId="9bbdb69f-69d0-4759-aa9b-5c090a2da237" providerId="ADAL" clId="{3162F3F0-A528-4777-8BB8-DFD10A56DD92}" dt="2025-06-20T09:52:53.312" v="8" actId="1076"/>
      <pc:docMkLst>
        <pc:docMk/>
      </pc:docMkLst>
      <pc:sldChg chg="addSp modSp mod">
        <pc:chgData name="Dieter Beaven" userId="9bbdb69f-69d0-4759-aa9b-5c090a2da237" providerId="ADAL" clId="{3162F3F0-A528-4777-8BB8-DFD10A56DD92}" dt="2025-06-18T13:07:07.685" v="2" actId="1036"/>
        <pc:sldMkLst>
          <pc:docMk/>
          <pc:sldMk cId="3896053727" sldId="543"/>
        </pc:sldMkLst>
        <pc:picChg chg="add mod">
          <ac:chgData name="Dieter Beaven" userId="9bbdb69f-69d0-4759-aa9b-5c090a2da237" providerId="ADAL" clId="{3162F3F0-A528-4777-8BB8-DFD10A56DD92}" dt="2025-06-18T13:07:07.685" v="2" actId="1036"/>
          <ac:picMkLst>
            <pc:docMk/>
            <pc:sldMk cId="3896053727" sldId="543"/>
            <ac:picMk id="6" creationId="{98350D73-0726-4AE1-1FAB-40327CC1A422}"/>
          </ac:picMkLst>
        </pc:picChg>
      </pc:sldChg>
      <pc:sldChg chg="addSp modSp mod">
        <pc:chgData name="Dieter Beaven" userId="9bbdb69f-69d0-4759-aa9b-5c090a2da237" providerId="ADAL" clId="{3162F3F0-A528-4777-8BB8-DFD10A56DD92}" dt="2025-06-20T09:52:53.312" v="8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3162F3F0-A528-4777-8BB8-DFD10A56DD92}" dt="2025-06-20T09:52:53.312" v="8" actId="1076"/>
          <ac:picMkLst>
            <pc:docMk/>
            <pc:sldMk cId="3458699803" sldId="545"/>
            <ac:picMk id="6" creationId="{F72611C2-512B-A631-77C5-67C438CCCCD6}"/>
          </ac:picMkLst>
        </pc:picChg>
      </pc:sldChg>
      <pc:sldChg chg="addSp modSp mod">
        <pc:chgData name="Dieter Beaven" userId="9bbdb69f-69d0-4759-aa9b-5c090a2da237" providerId="ADAL" clId="{3162F3F0-A528-4777-8BB8-DFD10A56DD92}" dt="2025-06-18T13:08:07.101" v="4" actId="1076"/>
        <pc:sldMkLst>
          <pc:docMk/>
          <pc:sldMk cId="4091202299" sldId="550"/>
        </pc:sldMkLst>
        <pc:picChg chg="add mod">
          <ac:chgData name="Dieter Beaven" userId="9bbdb69f-69d0-4759-aa9b-5c090a2da237" providerId="ADAL" clId="{3162F3F0-A528-4777-8BB8-DFD10A56DD92}" dt="2025-06-18T13:08:07.101" v="4" actId="1076"/>
          <ac:picMkLst>
            <pc:docMk/>
            <pc:sldMk cId="4091202299" sldId="550"/>
            <ac:picMk id="6" creationId="{CAF61505-C2B2-3BC3-6203-CF9E23F59C6A}"/>
          </ac:picMkLst>
        </pc:picChg>
      </pc:sldChg>
      <pc:sldChg chg="addSp modSp mod">
        <pc:chgData name="Dieter Beaven" userId="9bbdb69f-69d0-4759-aa9b-5c090a2da237" providerId="ADAL" clId="{3162F3F0-A528-4777-8BB8-DFD10A56DD92}" dt="2025-06-18T13:08:22.704" v="6" actId="1076"/>
        <pc:sldMkLst>
          <pc:docMk/>
          <pc:sldMk cId="3826585799" sldId="551"/>
        </pc:sldMkLst>
        <pc:picChg chg="add mod">
          <ac:chgData name="Dieter Beaven" userId="9bbdb69f-69d0-4759-aa9b-5c090a2da237" providerId="ADAL" clId="{3162F3F0-A528-4777-8BB8-DFD10A56DD92}" dt="2025-06-18T13:08:22.704" v="6" actId="1076"/>
          <ac:picMkLst>
            <pc:docMk/>
            <pc:sldMk cId="3826585799" sldId="551"/>
            <ac:picMk id="6" creationId="{C615E71A-1BC2-749D-6ED2-DF29DF6894F1}"/>
          </ac:picMkLst>
        </pc:picChg>
      </pc:sldChg>
    </pc:docChg>
  </pc:docChgLst>
  <pc:docChgLst>
    <pc:chgData name="Dieter Beaven" userId="9bbdb69f-69d0-4759-aa9b-5c090a2da237" providerId="ADAL" clId="{73517785-EB4C-4D85-AC28-4F98C203B6D8}"/>
    <pc:docChg chg="modSld">
      <pc:chgData name="Dieter Beaven" userId="9bbdb69f-69d0-4759-aa9b-5c090a2da237" providerId="ADAL" clId="{73517785-EB4C-4D85-AC28-4F98C203B6D8}" dt="2025-04-24T16:05:52.271" v="12" actId="20577"/>
      <pc:docMkLst>
        <pc:docMk/>
      </pc:docMkLst>
      <pc:sldChg chg="modSp mod">
        <pc:chgData name="Dieter Beaven" userId="9bbdb69f-69d0-4759-aa9b-5c090a2da237" providerId="ADAL" clId="{73517785-EB4C-4D85-AC28-4F98C203B6D8}" dt="2025-04-24T16:05:52.271" v="12" actId="20577"/>
        <pc:sldMkLst>
          <pc:docMk/>
          <pc:sldMk cId="3991975165" sldId="547"/>
        </pc:sldMkLst>
        <pc:spChg chg="mod">
          <ac:chgData name="Dieter Beaven" userId="9bbdb69f-69d0-4759-aa9b-5c090a2da237" providerId="ADAL" clId="{73517785-EB4C-4D85-AC28-4F98C203B6D8}" dt="2025-04-24T16:05:52.271" v="12" actId="20577"/>
          <ac:spMkLst>
            <pc:docMk/>
            <pc:sldMk cId="3991975165" sldId="547"/>
            <ac:spMk id="2" creationId="{00000000-0000-0000-0000-000000000000}"/>
          </ac:spMkLst>
        </pc:spChg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A29BA35D-79C6-487C-8309-DC71AAB4C877}"/>
    <pc:docChg chg="modSld">
      <pc:chgData name="Dieter Beaven" userId="9bbdb69f-69d0-4759-aa9b-5c090a2da237" providerId="ADAL" clId="{A29BA35D-79C6-487C-8309-DC71AAB4C877}" dt="2025-04-29T12:03:28.813" v="18" actId="20577"/>
      <pc:docMkLst>
        <pc:docMk/>
      </pc:docMkLst>
      <pc:sldChg chg="modSp mod">
        <pc:chgData name="Dieter Beaven" userId="9bbdb69f-69d0-4759-aa9b-5c090a2da237" providerId="ADAL" clId="{A29BA35D-79C6-487C-8309-DC71AAB4C877}" dt="2025-04-29T12:03:22.599" v="17" actId="20577"/>
        <pc:sldMkLst>
          <pc:docMk/>
          <pc:sldMk cId="3991975165" sldId="547"/>
        </pc:sldMkLst>
        <pc:spChg chg="mod">
          <ac:chgData name="Dieter Beaven" userId="9bbdb69f-69d0-4759-aa9b-5c090a2da237" providerId="ADAL" clId="{A29BA35D-79C6-487C-8309-DC71AAB4C877}" dt="2025-04-29T12:03:22.599" v="17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A29BA35D-79C6-487C-8309-DC71AAB4C877}" dt="2025-04-29T12:03:28.813" v="18" actId="20577"/>
        <pc:sldMkLst>
          <pc:docMk/>
          <pc:sldMk cId="3055658135" sldId="549"/>
        </pc:sldMkLst>
        <pc:spChg chg="mod">
          <ac:chgData name="Dieter Beaven" userId="9bbdb69f-69d0-4759-aa9b-5c090a2da237" providerId="ADAL" clId="{A29BA35D-79C6-487C-8309-DC71AAB4C877}" dt="2025-04-29T12:03:28.813" v="18" actId="20577"/>
          <ac:spMkLst>
            <pc:docMk/>
            <pc:sldMk cId="3055658135" sldId="549"/>
            <ac:spMk id="5" creationId="{00000000-0000-0000-0000-000000000000}"/>
          </ac:spMkLst>
        </pc:spChg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  <pc:spChg chg="mod">
          <ac:chgData name="Dieter Beaven" userId="9bbdb69f-69d0-4759-aa9b-5c090a2da237" providerId="ADAL" clId="{1C892770-E48D-412B-AA99-7BE3E2823042}" dt="2025-04-24T16:01:06.370" v="37" actId="6549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  <pc:spChg chg="mod">
          <ac:chgData name="Dieter Beaven" userId="9bbdb69f-69d0-4759-aa9b-5c090a2da237" providerId="ADAL" clId="{1C892770-E48D-412B-AA99-7BE3E2823042}" dt="2025-04-24T16:01:26.587" v="43" actId="6549"/>
          <ac:spMkLst>
            <pc:docMk/>
            <pc:sldMk cId="3055658135" sldId="549"/>
            <ac:spMk id="3" creationId="{00000000-0000-0000-0000-000000000000}"/>
          </ac:spMkLst>
        </pc:spChg>
        <pc:spChg chg="mod">
          <ac:chgData name="Dieter Beaven" userId="9bbdb69f-69d0-4759-aa9b-5c090a2da237" providerId="ADAL" clId="{1C892770-E48D-412B-AA99-7BE3E2823042}" dt="2025-04-24T16:01:42.159" v="45" actId="6549"/>
          <ac:spMkLst>
            <pc:docMk/>
            <pc:sldMk cId="3055658135" sldId="549"/>
            <ac:spMk id="5" creationId="{00000000-0000-0000-0000-000000000000}"/>
          </ac:spMkLst>
        </pc:spChg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E4DFDE64-8AFC-4BD6-AF12-53F3776891BC}"/>
    <pc:docChg chg="modSld">
      <pc:chgData name="Dieter Beaven" userId="9bbdb69f-69d0-4759-aa9b-5c090a2da237" providerId="ADAL" clId="{E4DFDE64-8AFC-4BD6-AF12-53F3776891BC}" dt="2025-04-25T15:27:38.398" v="3" actId="20577"/>
      <pc:docMkLst>
        <pc:docMk/>
      </pc:docMkLst>
      <pc:sldChg chg="modSp mod">
        <pc:chgData name="Dieter Beaven" userId="9bbdb69f-69d0-4759-aa9b-5c090a2da237" providerId="ADAL" clId="{E4DFDE64-8AFC-4BD6-AF12-53F3776891BC}" dt="2025-04-25T15:27:33.757" v="0" actId="20577"/>
        <pc:sldMkLst>
          <pc:docMk/>
          <pc:sldMk cId="3991975165" sldId="547"/>
        </pc:sldMkLst>
        <pc:spChg chg="mod">
          <ac:chgData name="Dieter Beaven" userId="9bbdb69f-69d0-4759-aa9b-5c090a2da237" providerId="ADAL" clId="{E4DFDE64-8AFC-4BD6-AF12-53F3776891BC}" dt="2025-04-25T15:27:33.757" v="0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E4DFDE64-8AFC-4BD6-AF12-53F3776891BC}" dt="2025-04-25T15:27:38.398" v="3" actId="20577"/>
        <pc:sldMkLst>
          <pc:docMk/>
          <pc:sldMk cId="3055658135" sldId="549"/>
        </pc:sldMkLst>
        <pc:spChg chg="mod">
          <ac:chgData name="Dieter Beaven" userId="9bbdb69f-69d0-4759-aa9b-5c090a2da237" providerId="ADAL" clId="{E4DFDE64-8AFC-4BD6-AF12-53F3776891BC}" dt="2025-04-25T15:27:36.679" v="1" actId="20577"/>
          <ac:spMkLst>
            <pc:docMk/>
            <pc:sldMk cId="3055658135" sldId="549"/>
            <ac:spMk id="3" creationId="{00000000-0000-0000-0000-000000000000}"/>
          </ac:spMkLst>
        </pc:spChg>
        <pc:spChg chg="mod">
          <ac:chgData name="Dieter Beaven" userId="9bbdb69f-69d0-4759-aa9b-5c090a2da237" providerId="ADAL" clId="{E4DFDE64-8AFC-4BD6-AF12-53F3776891BC}" dt="2025-04-25T15:27:38.398" v="3" actId="20577"/>
          <ac:spMkLst>
            <pc:docMk/>
            <pc:sldMk cId="3055658135" sldId="549"/>
            <ac:spMk id="5" creationId="{00000000-0000-0000-0000-000000000000}"/>
          </ac:spMkLst>
        </pc:spChg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P1 Chapter 13: </a:t>
            </a:r>
            <a:r>
              <a:rPr lang="en-GB" dirty="0">
                <a:solidFill>
                  <a:schemeClr val="accent5"/>
                </a:solidFill>
              </a:rPr>
              <a:t>Integration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Definite Functions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Finding constant of integration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539552" y="908720"/>
            <a:ext cx="7632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Recall that when we integrate, we get a constant of integration, which could be any real value. This means </a:t>
            </a:r>
            <a:r>
              <a:rPr lang="en-GB" b="1" dirty="0"/>
              <a:t>we don’t know what the exact original function was</a:t>
            </a:r>
            <a:r>
              <a:rPr lang="en-GB" dirty="0"/>
              <a:t>.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2339752" y="2060848"/>
            <a:ext cx="0" cy="2088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166359" y="3240034"/>
            <a:ext cx="2520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612211" y="3068960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2211" y="3068960"/>
                <a:ext cx="43204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123728" y="1720809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720809"/>
                <a:ext cx="432048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reeform: Shape 12"/>
          <p:cNvSpPr/>
          <p:nvPr/>
        </p:nvSpPr>
        <p:spPr>
          <a:xfrm>
            <a:off x="1414130" y="2264735"/>
            <a:ext cx="2020186" cy="978250"/>
          </a:xfrm>
          <a:custGeom>
            <a:avLst/>
            <a:gdLst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20186"/>
              <a:gd name="connsiteY0" fmla="*/ 77311 h 1023623"/>
              <a:gd name="connsiteX1" fmla="*/ 935665 w 2020186"/>
              <a:gd name="connsiteY1" fmla="*/ 1023608 h 1023623"/>
              <a:gd name="connsiteX2" fmla="*/ 2020186 w 2020186"/>
              <a:gd name="connsiteY2" fmla="*/ 45413 h 1023623"/>
              <a:gd name="connsiteX0" fmla="*/ 0 w 2020186"/>
              <a:gd name="connsiteY0" fmla="*/ 31898 h 978250"/>
              <a:gd name="connsiteX1" fmla="*/ 935665 w 2020186"/>
              <a:gd name="connsiteY1" fmla="*/ 978195 h 978250"/>
              <a:gd name="connsiteX2" fmla="*/ 2020186 w 2020186"/>
              <a:gd name="connsiteY2" fmla="*/ 0 h 97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0186" h="978250">
                <a:moveTo>
                  <a:pt x="0" y="31898"/>
                </a:moveTo>
                <a:cubicBezTo>
                  <a:pt x="202019" y="609601"/>
                  <a:pt x="598967" y="983511"/>
                  <a:pt x="935665" y="978195"/>
                </a:cubicBezTo>
                <a:cubicBezTo>
                  <a:pt x="1272363" y="972879"/>
                  <a:pt x="1828800" y="464288"/>
                  <a:pt x="2020186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726848" y="1975787"/>
                <a:ext cx="122846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848" y="1975787"/>
                <a:ext cx="1228464" cy="307777"/>
              </a:xfrm>
              <a:prstGeom prst="rect">
                <a:avLst/>
              </a:prstGeom>
              <a:blipFill>
                <a:blip r:embed="rId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5884719" y="2079677"/>
            <a:ext cx="0" cy="2088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4711326" y="3258863"/>
            <a:ext cx="2520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157178" y="3087789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7178" y="3087789"/>
                <a:ext cx="4320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668695" y="1739638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695" y="1739638"/>
                <a:ext cx="432048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reeform: Shape 18"/>
          <p:cNvSpPr/>
          <p:nvPr/>
        </p:nvSpPr>
        <p:spPr>
          <a:xfrm>
            <a:off x="4874035" y="2283563"/>
            <a:ext cx="2105247" cy="1775637"/>
          </a:xfrm>
          <a:custGeom>
            <a:avLst/>
            <a:gdLst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20186"/>
              <a:gd name="connsiteY0" fmla="*/ 77311 h 1023623"/>
              <a:gd name="connsiteX1" fmla="*/ 935665 w 2020186"/>
              <a:gd name="connsiteY1" fmla="*/ 1023608 h 1023623"/>
              <a:gd name="connsiteX2" fmla="*/ 2020186 w 2020186"/>
              <a:gd name="connsiteY2" fmla="*/ 45413 h 1023623"/>
              <a:gd name="connsiteX0" fmla="*/ 0 w 2020186"/>
              <a:gd name="connsiteY0" fmla="*/ 31898 h 978250"/>
              <a:gd name="connsiteX1" fmla="*/ 935665 w 2020186"/>
              <a:gd name="connsiteY1" fmla="*/ 978195 h 978250"/>
              <a:gd name="connsiteX2" fmla="*/ 2020186 w 2020186"/>
              <a:gd name="connsiteY2" fmla="*/ 0 h 978250"/>
              <a:gd name="connsiteX0" fmla="*/ 0 w 2105247"/>
              <a:gd name="connsiteY0" fmla="*/ 1775637 h 1943052"/>
              <a:gd name="connsiteX1" fmla="*/ 1020726 w 2105247"/>
              <a:gd name="connsiteY1" fmla="*/ 978195 h 1943052"/>
              <a:gd name="connsiteX2" fmla="*/ 2105247 w 2105247"/>
              <a:gd name="connsiteY2" fmla="*/ 0 h 1943052"/>
              <a:gd name="connsiteX0" fmla="*/ 0 w 2105247"/>
              <a:gd name="connsiteY0" fmla="*/ 1775637 h 1775637"/>
              <a:gd name="connsiteX1" fmla="*/ 1020726 w 2105247"/>
              <a:gd name="connsiteY1" fmla="*/ 978195 h 1775637"/>
              <a:gd name="connsiteX2" fmla="*/ 2105247 w 2105247"/>
              <a:gd name="connsiteY2" fmla="*/ 0 h 1775637"/>
              <a:gd name="connsiteX0" fmla="*/ 0 w 2105247"/>
              <a:gd name="connsiteY0" fmla="*/ 1775637 h 1775637"/>
              <a:gd name="connsiteX1" fmla="*/ 1020726 w 2105247"/>
              <a:gd name="connsiteY1" fmla="*/ 978195 h 1775637"/>
              <a:gd name="connsiteX2" fmla="*/ 2105247 w 2105247"/>
              <a:gd name="connsiteY2" fmla="*/ 0 h 177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5247" h="1775637">
                <a:moveTo>
                  <a:pt x="0" y="1775637"/>
                </a:moveTo>
                <a:cubicBezTo>
                  <a:pt x="42530" y="1300717"/>
                  <a:pt x="404038" y="997688"/>
                  <a:pt x="1020726" y="978195"/>
                </a:cubicBezTo>
                <a:cubicBezTo>
                  <a:pt x="1479510" y="963693"/>
                  <a:pt x="1913861" y="464288"/>
                  <a:pt x="2105247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526997" y="2334858"/>
                <a:ext cx="168133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6997" y="2334858"/>
                <a:ext cx="1681338" cy="307777"/>
              </a:xfrm>
              <a:prstGeom prst="rect">
                <a:avLst/>
              </a:prstGeom>
              <a:blipFill>
                <a:blip r:embed="rId7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: Shape 20"/>
          <p:cNvSpPr/>
          <p:nvPr/>
        </p:nvSpPr>
        <p:spPr>
          <a:xfrm>
            <a:off x="4865527" y="1948074"/>
            <a:ext cx="2105247" cy="1775637"/>
          </a:xfrm>
          <a:custGeom>
            <a:avLst/>
            <a:gdLst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20186"/>
              <a:gd name="connsiteY0" fmla="*/ 77311 h 1023623"/>
              <a:gd name="connsiteX1" fmla="*/ 935665 w 2020186"/>
              <a:gd name="connsiteY1" fmla="*/ 1023608 h 1023623"/>
              <a:gd name="connsiteX2" fmla="*/ 2020186 w 2020186"/>
              <a:gd name="connsiteY2" fmla="*/ 45413 h 1023623"/>
              <a:gd name="connsiteX0" fmla="*/ 0 w 2020186"/>
              <a:gd name="connsiteY0" fmla="*/ 31898 h 978250"/>
              <a:gd name="connsiteX1" fmla="*/ 935665 w 2020186"/>
              <a:gd name="connsiteY1" fmla="*/ 978195 h 978250"/>
              <a:gd name="connsiteX2" fmla="*/ 2020186 w 2020186"/>
              <a:gd name="connsiteY2" fmla="*/ 0 h 978250"/>
              <a:gd name="connsiteX0" fmla="*/ 0 w 2105247"/>
              <a:gd name="connsiteY0" fmla="*/ 1775637 h 1943052"/>
              <a:gd name="connsiteX1" fmla="*/ 1020726 w 2105247"/>
              <a:gd name="connsiteY1" fmla="*/ 978195 h 1943052"/>
              <a:gd name="connsiteX2" fmla="*/ 2105247 w 2105247"/>
              <a:gd name="connsiteY2" fmla="*/ 0 h 1943052"/>
              <a:gd name="connsiteX0" fmla="*/ 0 w 2105247"/>
              <a:gd name="connsiteY0" fmla="*/ 1775637 h 1775637"/>
              <a:gd name="connsiteX1" fmla="*/ 1020726 w 2105247"/>
              <a:gd name="connsiteY1" fmla="*/ 978195 h 1775637"/>
              <a:gd name="connsiteX2" fmla="*/ 2105247 w 2105247"/>
              <a:gd name="connsiteY2" fmla="*/ 0 h 1775637"/>
              <a:gd name="connsiteX0" fmla="*/ 0 w 2105247"/>
              <a:gd name="connsiteY0" fmla="*/ 1775637 h 1775637"/>
              <a:gd name="connsiteX1" fmla="*/ 1020726 w 2105247"/>
              <a:gd name="connsiteY1" fmla="*/ 978195 h 1775637"/>
              <a:gd name="connsiteX2" fmla="*/ 2105247 w 2105247"/>
              <a:gd name="connsiteY2" fmla="*/ 0 h 177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5247" h="1775637">
                <a:moveTo>
                  <a:pt x="0" y="1775637"/>
                </a:moveTo>
                <a:cubicBezTo>
                  <a:pt x="42530" y="1300717"/>
                  <a:pt x="404038" y="997688"/>
                  <a:pt x="1020726" y="978195"/>
                </a:cubicBezTo>
                <a:cubicBezTo>
                  <a:pt x="1479510" y="963693"/>
                  <a:pt x="1913861" y="464288"/>
                  <a:pt x="2105247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711849" y="1750466"/>
                <a:ext cx="168133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849" y="1750466"/>
                <a:ext cx="1681338" cy="307777"/>
              </a:xfrm>
              <a:prstGeom prst="rect">
                <a:avLst/>
              </a:prstGeom>
              <a:blipFill>
                <a:blip r:embed="rId8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Freeform: Shape 22"/>
          <p:cNvSpPr/>
          <p:nvPr/>
        </p:nvSpPr>
        <p:spPr>
          <a:xfrm>
            <a:off x="4857020" y="2773293"/>
            <a:ext cx="2105247" cy="1775637"/>
          </a:xfrm>
          <a:custGeom>
            <a:avLst/>
            <a:gdLst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20186"/>
              <a:gd name="connsiteY0" fmla="*/ 77311 h 1023623"/>
              <a:gd name="connsiteX1" fmla="*/ 935665 w 2020186"/>
              <a:gd name="connsiteY1" fmla="*/ 1023608 h 1023623"/>
              <a:gd name="connsiteX2" fmla="*/ 2020186 w 2020186"/>
              <a:gd name="connsiteY2" fmla="*/ 45413 h 1023623"/>
              <a:gd name="connsiteX0" fmla="*/ 0 w 2020186"/>
              <a:gd name="connsiteY0" fmla="*/ 31898 h 978250"/>
              <a:gd name="connsiteX1" fmla="*/ 935665 w 2020186"/>
              <a:gd name="connsiteY1" fmla="*/ 978195 h 978250"/>
              <a:gd name="connsiteX2" fmla="*/ 2020186 w 2020186"/>
              <a:gd name="connsiteY2" fmla="*/ 0 h 978250"/>
              <a:gd name="connsiteX0" fmla="*/ 0 w 2105247"/>
              <a:gd name="connsiteY0" fmla="*/ 1775637 h 1943052"/>
              <a:gd name="connsiteX1" fmla="*/ 1020726 w 2105247"/>
              <a:gd name="connsiteY1" fmla="*/ 978195 h 1943052"/>
              <a:gd name="connsiteX2" fmla="*/ 2105247 w 2105247"/>
              <a:gd name="connsiteY2" fmla="*/ 0 h 1943052"/>
              <a:gd name="connsiteX0" fmla="*/ 0 w 2105247"/>
              <a:gd name="connsiteY0" fmla="*/ 1775637 h 1775637"/>
              <a:gd name="connsiteX1" fmla="*/ 1020726 w 2105247"/>
              <a:gd name="connsiteY1" fmla="*/ 978195 h 1775637"/>
              <a:gd name="connsiteX2" fmla="*/ 2105247 w 2105247"/>
              <a:gd name="connsiteY2" fmla="*/ 0 h 1775637"/>
              <a:gd name="connsiteX0" fmla="*/ 0 w 2105247"/>
              <a:gd name="connsiteY0" fmla="*/ 1775637 h 1775637"/>
              <a:gd name="connsiteX1" fmla="*/ 1020726 w 2105247"/>
              <a:gd name="connsiteY1" fmla="*/ 978195 h 1775637"/>
              <a:gd name="connsiteX2" fmla="*/ 2105247 w 2105247"/>
              <a:gd name="connsiteY2" fmla="*/ 0 h 177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5247" h="1775637">
                <a:moveTo>
                  <a:pt x="0" y="1775637"/>
                </a:moveTo>
                <a:cubicBezTo>
                  <a:pt x="42530" y="1300717"/>
                  <a:pt x="404038" y="997688"/>
                  <a:pt x="1020726" y="978195"/>
                </a:cubicBezTo>
                <a:cubicBezTo>
                  <a:pt x="1479510" y="963693"/>
                  <a:pt x="1913861" y="464288"/>
                  <a:pt x="2105247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674958" y="2770934"/>
                <a:ext cx="168133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958" y="2770934"/>
                <a:ext cx="1681338" cy="307777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rrow: Right 24"/>
          <p:cNvSpPr/>
          <p:nvPr/>
        </p:nvSpPr>
        <p:spPr>
          <a:xfrm>
            <a:off x="4211960" y="2488746"/>
            <a:ext cx="499366" cy="28218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257710" y="2031945"/>
                <a:ext cx="322578" cy="475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∫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710" y="2031945"/>
                <a:ext cx="322578" cy="475643"/>
              </a:xfrm>
              <a:prstGeom prst="rect">
                <a:avLst/>
              </a:prstGeom>
              <a:blipFill>
                <a:blip r:embed="rId10"/>
                <a:stretch>
                  <a:fillRect l="-22642" r="-35849" b="-217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8208335" y="2642635"/>
            <a:ext cx="684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/>
              <a:t>?</a:t>
            </a:r>
            <a:endParaRPr lang="en-GB" b="1" dirty="0"/>
          </a:p>
        </p:txBody>
      </p:sp>
      <p:sp>
        <p:nvSpPr>
          <p:cNvPr id="28" name="Oval 27"/>
          <p:cNvSpPr/>
          <p:nvPr/>
        </p:nvSpPr>
        <p:spPr>
          <a:xfrm>
            <a:off x="6417538" y="2562872"/>
            <a:ext cx="128042" cy="1327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004923" y="2401090"/>
                <a:ext cx="4565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923" y="2401090"/>
                <a:ext cx="456560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6219825" y="3789040"/>
            <a:ext cx="26574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But if we know one point on the curve, it leaves only one possibility.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H="1" flipV="1">
            <a:off x="6534150" y="2752725"/>
            <a:ext cx="573811" cy="1064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94972" y="4341844"/>
                <a:ext cx="4199830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curve with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passes through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1,3</m:t>
                        </m:r>
                      </m:e>
                    </m:d>
                  </m:oMath>
                </a14:m>
                <a:r>
                  <a:rPr lang="en-GB" dirty="0"/>
                  <a:t>. Given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, find the equation of the curve.</a:t>
                </a: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972" y="4341844"/>
                <a:ext cx="4199830" cy="923330"/>
              </a:xfrm>
              <a:prstGeom prst="rect">
                <a:avLst/>
              </a:prstGeom>
              <a:blipFill>
                <a:blip r:embed="rId12"/>
                <a:stretch>
                  <a:fillRect b="-113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001756" y="5400554"/>
                <a:ext cx="446449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Using the point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(1,3)</m:t>
                    </m:r>
                  </m:oMath>
                </a14:m>
                <a:r>
                  <a:rPr lang="en-GB" dirty="0"/>
                  <a:t>: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3=</m:t>
                    </m:r>
                    <m:sSup>
                      <m:sSup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 ∴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756" y="5400554"/>
                <a:ext cx="4464496" cy="1200329"/>
              </a:xfrm>
              <a:prstGeom prst="rect">
                <a:avLst/>
              </a:prstGeom>
              <a:blipFill>
                <a:blip r:embed="rId13"/>
                <a:stretch>
                  <a:fillRect l="-1091" b="-30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/>
          <p:cNvSpPr/>
          <p:nvPr/>
        </p:nvSpPr>
        <p:spPr>
          <a:xfrm>
            <a:off x="1036847" y="5401708"/>
            <a:ext cx="4631848" cy="12455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7128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3" grpId="0" animBg="1"/>
      <p:bldP spid="24" grpId="0"/>
      <p:bldP spid="27" grpId="0"/>
      <p:bldP spid="28" grpId="0" animBg="1"/>
      <p:bldP spid="29" grpId="0"/>
      <p:bldP spid="30" grpId="0"/>
      <p:bldP spid="34" grpId="0" animBg="1"/>
      <p:bldP spid="35" grpId="0"/>
      <p:bldP spid="36" grpId="0" animBg="1"/>
      <p:bldP spid="36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134036"/>
            <a:ext cx="5539689" cy="269773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251520" y="764704"/>
            <a:ext cx="2736304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C1 May 2014 Q10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0220" y="2987272"/>
            <a:ext cx="2362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 keep you occupied if you finish (a) quickly!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5796136" y="3212976"/>
            <a:ext cx="636562" cy="1362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092" y="4005065"/>
            <a:ext cx="5794140" cy="21671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909285" y="6065222"/>
                <a:ext cx="2520280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−25=−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285" y="6065222"/>
                <a:ext cx="2520280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485336" y="6214730"/>
            <a:ext cx="534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(b)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8353" y="3955681"/>
            <a:ext cx="6055069" cy="21367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 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98353" y="6092458"/>
            <a:ext cx="6055069" cy="5578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 b</a:t>
            </a:r>
          </a:p>
        </p:txBody>
      </p:sp>
    </p:spTree>
    <p:extLst>
      <p:ext uri="{BB962C8B-B14F-4D97-AF65-F5344CB8AC3E}">
        <p14:creationId xmlns:p14="http://schemas.microsoft.com/office/powerpoint/2010/main" val="211182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13.3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1/AS</a:t>
            </a:r>
          </a:p>
          <a:p>
            <a:r>
              <a:rPr lang="en-GB" sz="2400"/>
              <a:t>Page 105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8350D73-0726-4AE1-1FAB-40327CC1A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983704"/>
            <a:ext cx="741045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AF61505-C2B2-3BC3-6203-CF9E23F59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78" y="836712"/>
            <a:ext cx="7810500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615E71A-1BC2-749D-6ED2-DF29DF689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052736"/>
            <a:ext cx="548640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72611C2-512B-A631-77C5-67C438CCC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764704"/>
            <a:ext cx="5191125" cy="558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CC18-388A-D791-BD8C-B4F964CF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7F01EA-0633-F206-2359-D81F0A434E3E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0A9E226-99AD-F974-6305-7281F3EE1D40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27722CE-8429-DC51-558C-3C088CC9A7C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3195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61750</TotalTime>
  <Words>208</Words>
  <Application>Microsoft Office PowerPoint</Application>
  <PresentationFormat>On-screen Show (4:3)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 Math</vt:lpstr>
      <vt:lpstr>Office Theme</vt:lpstr>
      <vt:lpstr>P1 Chapter 13: Integration  Definite Functions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2025-06-20T09:52:59Z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