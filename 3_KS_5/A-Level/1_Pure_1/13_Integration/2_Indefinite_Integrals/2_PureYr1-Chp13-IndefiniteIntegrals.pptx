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4"/>
  </p:notesMasterIdLst>
  <p:sldIdLst>
    <p:sldId id="547" r:id="rId5"/>
    <p:sldId id="629" r:id="rId6"/>
    <p:sldId id="630" r:id="rId7"/>
    <p:sldId id="631" r:id="rId8"/>
    <p:sldId id="549" r:id="rId9"/>
    <p:sldId id="543" r:id="rId10"/>
    <p:sldId id="550" r:id="rId11"/>
    <p:sldId id="551" r:id="rId12"/>
    <p:sldId id="545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812" autoAdjust="0"/>
    <p:restoredTop sz="88534" autoAdjust="0"/>
  </p:normalViewPr>
  <p:slideViewPr>
    <p:cSldViewPr>
      <p:cViewPr varScale="1">
        <p:scale>
          <a:sx n="125" d="100"/>
          <a:sy n="125" d="100"/>
        </p:scale>
        <p:origin x="1128" y="114"/>
      </p:cViewPr>
      <p:guideLst>
        <p:guide orient="horz" pos="2160"/>
        <p:guide pos="2880"/>
      </p:guideLst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eter Beaven" userId="9bbdb69f-69d0-4759-aa9b-5c090a2da237" providerId="ADAL" clId="{3736D5E5-739F-49F8-8648-95658EB5771D}"/>
    <pc:docChg chg="undo custSel delSld modSld">
      <pc:chgData name="Dieter Beaven" userId="9bbdb69f-69d0-4759-aa9b-5c090a2da237" providerId="ADAL" clId="{3736D5E5-739F-49F8-8648-95658EB5771D}" dt="2024-09-20T16:27:38.428" v="45" actId="20577"/>
      <pc:docMkLst>
        <pc:docMk/>
      </pc:docMkLst>
      <pc:sldChg chg="modSp">
        <pc:chgData name="Dieter Beaven" userId="9bbdb69f-69d0-4759-aa9b-5c090a2da237" providerId="ADAL" clId="{3736D5E5-739F-49F8-8648-95658EB5771D}" dt="2024-09-20T16:27:38.428" v="45" actId="20577"/>
        <pc:sldMkLst>
          <pc:docMk/>
          <pc:sldMk cId="1020239277" sldId="484"/>
        </pc:sldMkLst>
      </pc:sldChg>
      <pc:sldChg chg="del">
        <pc:chgData name="Dieter Beaven" userId="9bbdb69f-69d0-4759-aa9b-5c090a2da237" providerId="ADAL" clId="{3736D5E5-739F-49F8-8648-95658EB5771D}" dt="2024-09-17T16:12:19.708" v="5" actId="47"/>
        <pc:sldMkLst>
          <pc:docMk/>
          <pc:sldMk cId="2097919484" sldId="503"/>
        </pc:sldMkLst>
      </pc:sldChg>
      <pc:sldChg chg="addSp delSp modSp mod addAnim delAnim">
        <pc:chgData name="Dieter Beaven" userId="9bbdb69f-69d0-4759-aa9b-5c090a2da237" providerId="ADAL" clId="{3736D5E5-739F-49F8-8648-95658EB5771D}" dt="2024-09-20T16:26:58.661" v="27" actId="1076"/>
        <pc:sldMkLst>
          <pc:docMk/>
          <pc:sldMk cId="2811694845" sldId="513"/>
        </pc:sldMkLst>
      </pc:sldChg>
      <pc:sldChg chg="del">
        <pc:chgData name="Dieter Beaven" userId="9bbdb69f-69d0-4759-aa9b-5c090a2da237" providerId="ADAL" clId="{3736D5E5-739F-49F8-8648-95658EB5771D}" dt="2024-09-17T16:12:18.145" v="1" actId="47"/>
        <pc:sldMkLst>
          <pc:docMk/>
          <pc:sldMk cId="3587264838" sldId="515"/>
        </pc:sldMkLst>
      </pc:sldChg>
      <pc:sldChg chg="del">
        <pc:chgData name="Dieter Beaven" userId="9bbdb69f-69d0-4759-aa9b-5c090a2da237" providerId="ADAL" clId="{3736D5E5-739F-49F8-8648-95658EB5771D}" dt="2024-09-17T16:12:18.486" v="2" actId="47"/>
        <pc:sldMkLst>
          <pc:docMk/>
          <pc:sldMk cId="1162890895" sldId="516"/>
        </pc:sldMkLst>
      </pc:sldChg>
      <pc:sldChg chg="del">
        <pc:chgData name="Dieter Beaven" userId="9bbdb69f-69d0-4759-aa9b-5c090a2da237" providerId="ADAL" clId="{3736D5E5-739F-49F8-8648-95658EB5771D}" dt="2024-09-17T16:12:19.107" v="3" actId="47"/>
        <pc:sldMkLst>
          <pc:docMk/>
          <pc:sldMk cId="2008796709" sldId="517"/>
        </pc:sldMkLst>
      </pc:sldChg>
      <pc:sldChg chg="del">
        <pc:chgData name="Dieter Beaven" userId="9bbdb69f-69d0-4759-aa9b-5c090a2da237" providerId="ADAL" clId="{3736D5E5-739F-49F8-8648-95658EB5771D}" dt="2024-09-17T16:12:19.696" v="4" actId="47"/>
        <pc:sldMkLst>
          <pc:docMk/>
          <pc:sldMk cId="3124780132" sldId="518"/>
        </pc:sldMkLst>
      </pc:sldChg>
      <pc:sldChg chg="del">
        <pc:chgData name="Dieter Beaven" userId="9bbdb69f-69d0-4759-aa9b-5c090a2da237" providerId="ADAL" clId="{3736D5E5-739F-49F8-8648-95658EB5771D}" dt="2024-09-17T16:12:20.787" v="7" actId="47"/>
        <pc:sldMkLst>
          <pc:docMk/>
          <pc:sldMk cId="3312647161" sldId="519"/>
        </pc:sldMkLst>
      </pc:sldChg>
      <pc:sldChg chg="del">
        <pc:chgData name="Dieter Beaven" userId="9bbdb69f-69d0-4759-aa9b-5c090a2da237" providerId="ADAL" clId="{3736D5E5-739F-49F8-8648-95658EB5771D}" dt="2024-09-17T16:12:21.247" v="8" actId="47"/>
        <pc:sldMkLst>
          <pc:docMk/>
          <pc:sldMk cId="3196817432" sldId="520"/>
        </pc:sldMkLst>
      </pc:sldChg>
      <pc:sldChg chg="del">
        <pc:chgData name="Dieter Beaven" userId="9bbdb69f-69d0-4759-aa9b-5c090a2da237" providerId="ADAL" clId="{3736D5E5-739F-49F8-8648-95658EB5771D}" dt="2024-09-17T16:12:21.260" v="9" actId="47"/>
        <pc:sldMkLst>
          <pc:docMk/>
          <pc:sldMk cId="216391128" sldId="521"/>
        </pc:sldMkLst>
      </pc:sldChg>
      <pc:sldChg chg="del">
        <pc:chgData name="Dieter Beaven" userId="9bbdb69f-69d0-4759-aa9b-5c090a2da237" providerId="ADAL" clId="{3736D5E5-739F-49F8-8648-95658EB5771D}" dt="2024-09-17T16:12:23.138" v="11" actId="47"/>
        <pc:sldMkLst>
          <pc:docMk/>
          <pc:sldMk cId="3052028698" sldId="522"/>
        </pc:sldMkLst>
      </pc:sldChg>
      <pc:sldChg chg="del">
        <pc:chgData name="Dieter Beaven" userId="9bbdb69f-69d0-4759-aa9b-5c090a2da237" providerId="ADAL" clId="{3736D5E5-739F-49F8-8648-95658EB5771D}" dt="2024-09-17T16:12:24.348" v="12" actId="47"/>
        <pc:sldMkLst>
          <pc:docMk/>
          <pc:sldMk cId="623853206" sldId="523"/>
        </pc:sldMkLst>
      </pc:sldChg>
      <pc:sldChg chg="del">
        <pc:chgData name="Dieter Beaven" userId="9bbdb69f-69d0-4759-aa9b-5c090a2da237" providerId="ADAL" clId="{3736D5E5-739F-49F8-8648-95658EB5771D}" dt="2024-09-17T16:12:25.073" v="13" actId="47"/>
        <pc:sldMkLst>
          <pc:docMk/>
          <pc:sldMk cId="280797512" sldId="524"/>
        </pc:sldMkLst>
      </pc:sldChg>
      <pc:sldChg chg="addSp modSp mod">
        <pc:chgData name="Dieter Beaven" userId="9bbdb69f-69d0-4759-aa9b-5c090a2da237" providerId="ADAL" clId="{3736D5E5-739F-49F8-8648-95658EB5771D}" dt="2024-09-20T16:25:21.649" v="17" actId="1035"/>
        <pc:sldMkLst>
          <pc:docMk/>
          <pc:sldMk cId="3896053727" sldId="543"/>
        </pc:sldMkLst>
      </pc:sldChg>
      <pc:sldChg chg="del">
        <pc:chgData name="Dieter Beaven" userId="9bbdb69f-69d0-4759-aa9b-5c090a2da237" providerId="ADAL" clId="{3736D5E5-739F-49F8-8648-95658EB5771D}" dt="2024-09-20T16:25:25.114" v="18" actId="47"/>
        <pc:sldMkLst>
          <pc:docMk/>
          <pc:sldMk cId="446446822" sldId="544"/>
        </pc:sldMkLst>
      </pc:sldChg>
      <pc:sldChg chg="addSp modSp mod">
        <pc:chgData name="Dieter Beaven" userId="9bbdb69f-69d0-4759-aa9b-5c090a2da237" providerId="ADAL" clId="{3736D5E5-739F-49F8-8648-95658EB5771D}" dt="2024-09-20T16:26:14.209" v="20" actId="1076"/>
        <pc:sldMkLst>
          <pc:docMk/>
          <pc:sldMk cId="3458699803" sldId="545"/>
        </pc:sldMkLst>
      </pc:sldChg>
      <pc:sldChg chg="del">
        <pc:chgData name="Dieter Beaven" userId="9bbdb69f-69d0-4759-aa9b-5c090a2da237" providerId="ADAL" clId="{3736D5E5-739F-49F8-8648-95658EB5771D}" dt="2024-09-17T16:12:17.231" v="0" actId="47"/>
        <pc:sldMkLst>
          <pc:docMk/>
          <pc:sldMk cId="4071243651" sldId="548"/>
        </pc:sldMkLst>
      </pc:sldChg>
      <pc:sldChg chg="del">
        <pc:chgData name="Dieter Beaven" userId="9bbdb69f-69d0-4759-aa9b-5c090a2da237" providerId="ADAL" clId="{3736D5E5-739F-49F8-8648-95658EB5771D}" dt="2024-09-17T16:12:20.028" v="6" actId="47"/>
        <pc:sldMkLst>
          <pc:docMk/>
          <pc:sldMk cId="4190994049" sldId="550"/>
        </pc:sldMkLst>
      </pc:sldChg>
      <pc:sldChg chg="del">
        <pc:chgData name="Dieter Beaven" userId="9bbdb69f-69d0-4759-aa9b-5c090a2da237" providerId="ADAL" clId="{3736D5E5-739F-49F8-8648-95658EB5771D}" dt="2024-09-17T16:12:21.650" v="10" actId="47"/>
        <pc:sldMkLst>
          <pc:docMk/>
          <pc:sldMk cId="2915845008" sldId="551"/>
        </pc:sldMkLst>
      </pc:sldChg>
    </pc:docChg>
  </pc:docChgLst>
  <pc:docChgLst>
    <pc:chgData name="Dieter Beaven" userId="9bbdb69f-69d0-4759-aa9b-5c090a2da237" providerId="ADAL" clId="{73517785-EB4C-4D85-AC28-4F98C203B6D8}"/>
    <pc:docChg chg="modSld">
      <pc:chgData name="Dieter Beaven" userId="9bbdb69f-69d0-4759-aa9b-5c090a2da237" providerId="ADAL" clId="{73517785-EB4C-4D85-AC28-4F98C203B6D8}" dt="2025-04-24T16:05:52.271" v="12" actId="20577"/>
      <pc:docMkLst>
        <pc:docMk/>
      </pc:docMkLst>
      <pc:sldChg chg="modSp mod">
        <pc:chgData name="Dieter Beaven" userId="9bbdb69f-69d0-4759-aa9b-5c090a2da237" providerId="ADAL" clId="{73517785-EB4C-4D85-AC28-4F98C203B6D8}" dt="2025-04-24T16:05:52.271" v="12" actId="20577"/>
        <pc:sldMkLst>
          <pc:docMk/>
          <pc:sldMk cId="3991975165" sldId="547"/>
        </pc:sldMkLst>
        <pc:spChg chg="mod">
          <ac:chgData name="Dieter Beaven" userId="9bbdb69f-69d0-4759-aa9b-5c090a2da237" providerId="ADAL" clId="{73517785-EB4C-4D85-AC28-4F98C203B6D8}" dt="2025-04-24T16:05:52.271" v="12" actId="20577"/>
          <ac:spMkLst>
            <pc:docMk/>
            <pc:sldMk cId="3991975165" sldId="547"/>
            <ac:spMk id="2" creationId="{00000000-0000-0000-0000-000000000000}"/>
          </ac:spMkLst>
        </pc:spChg>
      </pc:sldChg>
    </pc:docChg>
  </pc:docChgLst>
  <pc:docChgLst>
    <pc:chgData name="Dieter Beaven" userId="9bbdb69f-69d0-4759-aa9b-5c090a2da237" providerId="ADAL" clId="{7C64EFB9-DF12-48BB-9A5D-35EA56C071A0}"/>
    <pc:docChg chg="addSld modSld">
      <pc:chgData name="Dieter Beaven" userId="9bbdb69f-69d0-4759-aa9b-5c090a2da237" providerId="ADAL" clId="{7C64EFB9-DF12-48BB-9A5D-35EA56C071A0}" dt="2025-05-12T11:27:12.612" v="28" actId="20577"/>
      <pc:docMkLst>
        <pc:docMk/>
      </pc:docMkLst>
      <pc:sldChg chg="modSp mod">
        <pc:chgData name="Dieter Beaven" userId="9bbdb69f-69d0-4759-aa9b-5c090a2da237" providerId="ADAL" clId="{7C64EFB9-DF12-48BB-9A5D-35EA56C071A0}" dt="2025-05-12T11:26:50.316" v="24" actId="20577"/>
        <pc:sldMkLst>
          <pc:docMk/>
          <pc:sldMk cId="3991975165" sldId="547"/>
        </pc:sldMkLst>
        <pc:spChg chg="mod">
          <ac:chgData name="Dieter Beaven" userId="9bbdb69f-69d0-4759-aa9b-5c090a2da237" providerId="ADAL" clId="{7C64EFB9-DF12-48BB-9A5D-35EA56C071A0}" dt="2025-05-12T11:26:50.316" v="24" actId="20577"/>
          <ac:spMkLst>
            <pc:docMk/>
            <pc:sldMk cId="3991975165" sldId="547"/>
            <ac:spMk id="2" creationId="{00000000-0000-0000-0000-000000000000}"/>
          </ac:spMkLst>
        </pc:spChg>
      </pc:sldChg>
      <pc:sldChg chg="modSp mod">
        <pc:chgData name="Dieter Beaven" userId="9bbdb69f-69d0-4759-aa9b-5c090a2da237" providerId="ADAL" clId="{7C64EFB9-DF12-48BB-9A5D-35EA56C071A0}" dt="2025-05-12T11:27:12.612" v="28" actId="20577"/>
        <pc:sldMkLst>
          <pc:docMk/>
          <pc:sldMk cId="3055658135" sldId="549"/>
        </pc:sldMkLst>
        <pc:spChg chg="mod">
          <ac:chgData name="Dieter Beaven" userId="9bbdb69f-69d0-4759-aa9b-5c090a2da237" providerId="ADAL" clId="{7C64EFB9-DF12-48BB-9A5D-35EA56C071A0}" dt="2025-05-12T11:27:07.800" v="26" actId="20577"/>
          <ac:spMkLst>
            <pc:docMk/>
            <pc:sldMk cId="3055658135" sldId="549"/>
            <ac:spMk id="3" creationId="{00000000-0000-0000-0000-000000000000}"/>
          </ac:spMkLst>
        </pc:spChg>
        <pc:spChg chg="mod">
          <ac:chgData name="Dieter Beaven" userId="9bbdb69f-69d0-4759-aa9b-5c090a2da237" providerId="ADAL" clId="{7C64EFB9-DF12-48BB-9A5D-35EA56C071A0}" dt="2025-05-12T11:27:12.612" v="28" actId="20577"/>
          <ac:spMkLst>
            <pc:docMk/>
            <pc:sldMk cId="3055658135" sldId="549"/>
            <ac:spMk id="5" creationId="{00000000-0000-0000-0000-000000000000}"/>
          </ac:spMkLst>
        </pc:spChg>
      </pc:sldChg>
      <pc:sldChg chg="add">
        <pc:chgData name="Dieter Beaven" userId="9bbdb69f-69d0-4759-aa9b-5c090a2da237" providerId="ADAL" clId="{7C64EFB9-DF12-48BB-9A5D-35EA56C071A0}" dt="2025-05-12T11:26:38.301" v="0"/>
        <pc:sldMkLst>
          <pc:docMk/>
          <pc:sldMk cId="3260924122" sldId="629"/>
        </pc:sldMkLst>
      </pc:sldChg>
      <pc:sldChg chg="add">
        <pc:chgData name="Dieter Beaven" userId="9bbdb69f-69d0-4759-aa9b-5c090a2da237" providerId="ADAL" clId="{7C64EFB9-DF12-48BB-9A5D-35EA56C071A0}" dt="2025-05-12T11:26:38.301" v="0"/>
        <pc:sldMkLst>
          <pc:docMk/>
          <pc:sldMk cId="3517764081" sldId="630"/>
        </pc:sldMkLst>
      </pc:sldChg>
      <pc:sldChg chg="add">
        <pc:chgData name="Dieter Beaven" userId="9bbdb69f-69d0-4759-aa9b-5c090a2da237" providerId="ADAL" clId="{7C64EFB9-DF12-48BB-9A5D-35EA56C071A0}" dt="2025-05-12T11:26:38.301" v="0"/>
        <pc:sldMkLst>
          <pc:docMk/>
          <pc:sldMk cId="4114380806" sldId="631"/>
        </pc:sldMkLst>
      </pc:sldChg>
    </pc:docChg>
  </pc:docChgLst>
  <pc:docChgLst>
    <pc:chgData name="Dieter Beaven" userId="9bbdb69f-69d0-4759-aa9b-5c090a2da237" providerId="ADAL" clId="{A29BA35D-79C6-487C-8309-DC71AAB4C877}"/>
    <pc:docChg chg="modSld">
      <pc:chgData name="Dieter Beaven" userId="9bbdb69f-69d0-4759-aa9b-5c090a2da237" providerId="ADAL" clId="{A29BA35D-79C6-487C-8309-DC71AAB4C877}" dt="2025-04-29T12:03:28.813" v="18" actId="20577"/>
      <pc:docMkLst>
        <pc:docMk/>
      </pc:docMkLst>
      <pc:sldChg chg="modSp mod">
        <pc:chgData name="Dieter Beaven" userId="9bbdb69f-69d0-4759-aa9b-5c090a2da237" providerId="ADAL" clId="{A29BA35D-79C6-487C-8309-DC71AAB4C877}" dt="2025-04-29T12:03:22.599" v="17" actId="20577"/>
        <pc:sldMkLst>
          <pc:docMk/>
          <pc:sldMk cId="3991975165" sldId="547"/>
        </pc:sldMkLst>
        <pc:spChg chg="mod">
          <ac:chgData name="Dieter Beaven" userId="9bbdb69f-69d0-4759-aa9b-5c090a2da237" providerId="ADAL" clId="{A29BA35D-79C6-487C-8309-DC71AAB4C877}" dt="2025-04-29T12:03:22.599" v="17" actId="20577"/>
          <ac:spMkLst>
            <pc:docMk/>
            <pc:sldMk cId="3991975165" sldId="547"/>
            <ac:spMk id="2" creationId="{00000000-0000-0000-0000-000000000000}"/>
          </ac:spMkLst>
        </pc:spChg>
      </pc:sldChg>
      <pc:sldChg chg="modSp mod">
        <pc:chgData name="Dieter Beaven" userId="9bbdb69f-69d0-4759-aa9b-5c090a2da237" providerId="ADAL" clId="{A29BA35D-79C6-487C-8309-DC71AAB4C877}" dt="2025-04-29T12:03:28.813" v="18" actId="20577"/>
        <pc:sldMkLst>
          <pc:docMk/>
          <pc:sldMk cId="3055658135" sldId="549"/>
        </pc:sldMkLst>
        <pc:spChg chg="mod">
          <ac:chgData name="Dieter Beaven" userId="9bbdb69f-69d0-4759-aa9b-5c090a2da237" providerId="ADAL" clId="{A29BA35D-79C6-487C-8309-DC71AAB4C877}" dt="2025-04-29T12:03:28.813" v="18" actId="20577"/>
          <ac:spMkLst>
            <pc:docMk/>
            <pc:sldMk cId="3055658135" sldId="549"/>
            <ac:spMk id="5" creationId="{00000000-0000-0000-0000-000000000000}"/>
          </ac:spMkLst>
        </pc:spChg>
      </pc:sldChg>
    </pc:docChg>
  </pc:docChgLst>
  <pc:docChgLst>
    <pc:chgData name="Dieter Beaven" userId="S::dbeaven@newsteadwood.co.uk::9bbdb69f-69d0-4759-aa9b-5c090a2da237" providerId="AD" clId="Web-{6BD7071B-32F0-A215-B523-DBD5E937F1B5}"/>
    <pc:docChg chg="modSld">
      <pc:chgData name="Dieter Beaven" userId="S::dbeaven@newsteadwood.co.uk::9bbdb69f-69d0-4759-aa9b-5c090a2da237" providerId="AD" clId="Web-{6BD7071B-32F0-A215-B523-DBD5E937F1B5}" dt="2024-09-23T10:28:21.091" v="1" actId="20577"/>
      <pc:docMkLst>
        <pc:docMk/>
      </pc:docMkLst>
      <pc:sldChg chg="modSp">
        <pc:chgData name="Dieter Beaven" userId="S::dbeaven@newsteadwood.co.uk::9bbdb69f-69d0-4759-aa9b-5c090a2da237" providerId="AD" clId="Web-{6BD7071B-32F0-A215-B523-DBD5E937F1B5}" dt="2024-09-23T10:28:21.091" v="1" actId="20577"/>
        <pc:sldMkLst>
          <pc:docMk/>
          <pc:sldMk cId="3991975165" sldId="547"/>
        </pc:sldMkLst>
      </pc:sldChg>
    </pc:docChg>
  </pc:docChgLst>
  <pc:docChgLst>
    <pc:chgData name="Dieter Beaven" userId="9bbdb69f-69d0-4759-aa9b-5c090a2da237" providerId="ADAL" clId="{1C892770-E48D-412B-AA99-7BE3E2823042}"/>
    <pc:docChg chg="custSel addSld delSld modSld">
      <pc:chgData name="Dieter Beaven" userId="9bbdb69f-69d0-4759-aa9b-5c090a2da237" providerId="ADAL" clId="{1C892770-E48D-412B-AA99-7BE3E2823042}" dt="2025-04-24T16:01:51.069" v="48"/>
      <pc:docMkLst>
        <pc:docMk/>
      </pc:docMkLst>
      <pc:sldChg chg="del">
        <pc:chgData name="Dieter Beaven" userId="9bbdb69f-69d0-4759-aa9b-5c090a2da237" providerId="ADAL" clId="{1C892770-E48D-412B-AA99-7BE3E2823042}" dt="2025-04-24T16:01:13.369" v="38" actId="47"/>
        <pc:sldMkLst>
          <pc:docMk/>
          <pc:sldMk cId="1020239277" sldId="484"/>
        </pc:sldMkLst>
      </pc:sldChg>
      <pc:sldChg chg="del">
        <pc:chgData name="Dieter Beaven" userId="9bbdb69f-69d0-4759-aa9b-5c090a2da237" providerId="ADAL" clId="{1C892770-E48D-412B-AA99-7BE3E2823042}" dt="2025-04-24T16:01:14.591" v="39" actId="47"/>
        <pc:sldMkLst>
          <pc:docMk/>
          <pc:sldMk cId="2811694845" sldId="513"/>
        </pc:sldMkLst>
      </pc:sldChg>
      <pc:sldChg chg="del">
        <pc:chgData name="Dieter Beaven" userId="9bbdb69f-69d0-4759-aa9b-5c090a2da237" providerId="ADAL" clId="{1C892770-E48D-412B-AA99-7BE3E2823042}" dt="2025-04-24T16:01:15.393" v="40" actId="47"/>
        <pc:sldMkLst>
          <pc:docMk/>
          <pc:sldMk cId="767054381" sldId="514"/>
        </pc:sldMkLst>
      </pc:sldChg>
      <pc:sldChg chg="delSp mod">
        <pc:chgData name="Dieter Beaven" userId="9bbdb69f-69d0-4759-aa9b-5c090a2da237" providerId="ADAL" clId="{1C892770-E48D-412B-AA99-7BE3E2823042}" dt="2025-04-24T16:01:18.643" v="41" actId="478"/>
        <pc:sldMkLst>
          <pc:docMk/>
          <pc:sldMk cId="3896053727" sldId="543"/>
        </pc:sldMkLst>
      </pc:sldChg>
      <pc:sldChg chg="delSp mod">
        <pc:chgData name="Dieter Beaven" userId="9bbdb69f-69d0-4759-aa9b-5c090a2da237" providerId="ADAL" clId="{1C892770-E48D-412B-AA99-7BE3E2823042}" dt="2025-04-24T16:01:20.187" v="42" actId="478"/>
        <pc:sldMkLst>
          <pc:docMk/>
          <pc:sldMk cId="3458699803" sldId="545"/>
        </pc:sldMkLst>
      </pc:sldChg>
      <pc:sldChg chg="modSp mod">
        <pc:chgData name="Dieter Beaven" userId="9bbdb69f-69d0-4759-aa9b-5c090a2da237" providerId="ADAL" clId="{1C892770-E48D-412B-AA99-7BE3E2823042}" dt="2025-04-24T16:01:06.370" v="37" actId="6549"/>
        <pc:sldMkLst>
          <pc:docMk/>
          <pc:sldMk cId="3991975165" sldId="547"/>
        </pc:sldMkLst>
        <pc:spChg chg="mod">
          <ac:chgData name="Dieter Beaven" userId="9bbdb69f-69d0-4759-aa9b-5c090a2da237" providerId="ADAL" clId="{1C892770-E48D-412B-AA99-7BE3E2823042}" dt="2025-04-24T16:01:06.370" v="37" actId="6549"/>
          <ac:spMkLst>
            <pc:docMk/>
            <pc:sldMk cId="3991975165" sldId="547"/>
            <ac:spMk id="2" creationId="{00000000-0000-0000-0000-000000000000}"/>
          </ac:spMkLst>
        </pc:spChg>
      </pc:sldChg>
      <pc:sldChg chg="modSp mod">
        <pc:chgData name="Dieter Beaven" userId="9bbdb69f-69d0-4759-aa9b-5c090a2da237" providerId="ADAL" clId="{1C892770-E48D-412B-AA99-7BE3E2823042}" dt="2025-04-24T16:01:42.159" v="45" actId="6549"/>
        <pc:sldMkLst>
          <pc:docMk/>
          <pc:sldMk cId="3055658135" sldId="549"/>
        </pc:sldMkLst>
        <pc:spChg chg="mod">
          <ac:chgData name="Dieter Beaven" userId="9bbdb69f-69d0-4759-aa9b-5c090a2da237" providerId="ADAL" clId="{1C892770-E48D-412B-AA99-7BE3E2823042}" dt="2025-04-24T16:01:26.587" v="43" actId="6549"/>
          <ac:spMkLst>
            <pc:docMk/>
            <pc:sldMk cId="3055658135" sldId="549"/>
            <ac:spMk id="3" creationId="{00000000-0000-0000-0000-000000000000}"/>
          </ac:spMkLst>
        </pc:spChg>
        <pc:spChg chg="mod">
          <ac:chgData name="Dieter Beaven" userId="9bbdb69f-69d0-4759-aa9b-5c090a2da237" providerId="ADAL" clId="{1C892770-E48D-412B-AA99-7BE3E2823042}" dt="2025-04-24T16:01:42.159" v="45" actId="6549"/>
          <ac:spMkLst>
            <pc:docMk/>
            <pc:sldMk cId="3055658135" sldId="549"/>
            <ac:spMk id="5" creationId="{00000000-0000-0000-0000-000000000000}"/>
          </ac:spMkLst>
        </pc:spChg>
      </pc:sldChg>
      <pc:sldChg chg="add">
        <pc:chgData name="Dieter Beaven" userId="9bbdb69f-69d0-4759-aa9b-5c090a2da237" providerId="ADAL" clId="{1C892770-E48D-412B-AA99-7BE3E2823042}" dt="2025-04-24T16:01:47.507" v="46"/>
        <pc:sldMkLst>
          <pc:docMk/>
          <pc:sldMk cId="4091202299" sldId="550"/>
        </pc:sldMkLst>
      </pc:sldChg>
      <pc:sldChg chg="add">
        <pc:chgData name="Dieter Beaven" userId="9bbdb69f-69d0-4759-aa9b-5c090a2da237" providerId="ADAL" clId="{1C892770-E48D-412B-AA99-7BE3E2823042}" dt="2025-04-24T16:01:48.048" v="47"/>
        <pc:sldMkLst>
          <pc:docMk/>
          <pc:sldMk cId="3826585799" sldId="551"/>
        </pc:sldMkLst>
      </pc:sldChg>
      <pc:sldChg chg="add">
        <pc:chgData name="Dieter Beaven" userId="9bbdb69f-69d0-4759-aa9b-5c090a2da237" providerId="ADAL" clId="{1C892770-E48D-412B-AA99-7BE3E2823042}" dt="2025-04-24T16:01:51.069" v="48"/>
        <pc:sldMkLst>
          <pc:docMk/>
          <pc:sldMk cId="2531956736" sldId="552"/>
        </pc:sldMkLst>
      </pc:sldChg>
    </pc:docChg>
  </pc:docChgLst>
  <pc:docChgLst>
    <pc:chgData name="Dieter Beaven" userId="9bbdb69f-69d0-4759-aa9b-5c090a2da237" providerId="ADAL" clId="{9C69D17C-B54D-4717-9464-9A39661BA6EA}"/>
    <pc:docChg chg="delSld modSld">
      <pc:chgData name="Dieter Beaven" userId="9bbdb69f-69d0-4759-aa9b-5c090a2da237" providerId="ADAL" clId="{9C69D17C-B54D-4717-9464-9A39661BA6EA}" dt="2025-06-20T09:52:10.210" v="17" actId="1036"/>
      <pc:docMkLst>
        <pc:docMk/>
      </pc:docMkLst>
      <pc:sldChg chg="addSp modSp mod">
        <pc:chgData name="Dieter Beaven" userId="9bbdb69f-69d0-4759-aa9b-5c090a2da237" providerId="ADAL" clId="{9C69D17C-B54D-4717-9464-9A39661BA6EA}" dt="2025-06-18T13:05:56.446" v="12" actId="1037"/>
        <pc:sldMkLst>
          <pc:docMk/>
          <pc:sldMk cId="3896053727" sldId="543"/>
        </pc:sldMkLst>
        <pc:picChg chg="add mod">
          <ac:chgData name="Dieter Beaven" userId="9bbdb69f-69d0-4759-aa9b-5c090a2da237" providerId="ADAL" clId="{9C69D17C-B54D-4717-9464-9A39661BA6EA}" dt="2025-06-18T13:05:56.446" v="12" actId="1037"/>
          <ac:picMkLst>
            <pc:docMk/>
            <pc:sldMk cId="3896053727" sldId="543"/>
            <ac:picMk id="6" creationId="{9A645F4A-BE87-8470-5414-EC9DA6FF35BC}"/>
          </ac:picMkLst>
        </pc:picChg>
      </pc:sldChg>
      <pc:sldChg chg="addSp modSp mod">
        <pc:chgData name="Dieter Beaven" userId="9bbdb69f-69d0-4759-aa9b-5c090a2da237" providerId="ADAL" clId="{9C69D17C-B54D-4717-9464-9A39661BA6EA}" dt="2025-06-20T09:52:10.210" v="17" actId="1036"/>
        <pc:sldMkLst>
          <pc:docMk/>
          <pc:sldMk cId="3458699803" sldId="545"/>
        </pc:sldMkLst>
        <pc:picChg chg="add mod">
          <ac:chgData name="Dieter Beaven" userId="9bbdb69f-69d0-4759-aa9b-5c090a2da237" providerId="ADAL" clId="{9C69D17C-B54D-4717-9464-9A39661BA6EA}" dt="2025-06-20T09:52:10.210" v="17" actId="1036"/>
          <ac:picMkLst>
            <pc:docMk/>
            <pc:sldMk cId="3458699803" sldId="545"/>
            <ac:picMk id="6" creationId="{B7D62A77-8F52-098A-AEA5-91522739940C}"/>
          </ac:picMkLst>
        </pc:picChg>
      </pc:sldChg>
      <pc:sldChg chg="addSp modSp mod">
        <pc:chgData name="Dieter Beaven" userId="9bbdb69f-69d0-4759-aa9b-5c090a2da237" providerId="ADAL" clId="{9C69D17C-B54D-4717-9464-9A39661BA6EA}" dt="2025-06-18T13:05:49.478" v="10" actId="1036"/>
        <pc:sldMkLst>
          <pc:docMk/>
          <pc:sldMk cId="4091202299" sldId="550"/>
        </pc:sldMkLst>
        <pc:picChg chg="add mod">
          <ac:chgData name="Dieter Beaven" userId="9bbdb69f-69d0-4759-aa9b-5c090a2da237" providerId="ADAL" clId="{9C69D17C-B54D-4717-9464-9A39661BA6EA}" dt="2025-06-18T13:05:49.478" v="10" actId="1036"/>
          <ac:picMkLst>
            <pc:docMk/>
            <pc:sldMk cId="4091202299" sldId="550"/>
            <ac:picMk id="6" creationId="{85BDE6D2-E43E-C9C1-BA6B-7E840DFC7DD6}"/>
          </ac:picMkLst>
        </pc:picChg>
      </pc:sldChg>
      <pc:sldChg chg="addSp modSp mod">
        <pc:chgData name="Dieter Beaven" userId="9bbdb69f-69d0-4759-aa9b-5c090a2da237" providerId="ADAL" clId="{9C69D17C-B54D-4717-9464-9A39661BA6EA}" dt="2025-06-18T13:06:00.397" v="13" actId="1035"/>
        <pc:sldMkLst>
          <pc:docMk/>
          <pc:sldMk cId="3826585799" sldId="551"/>
        </pc:sldMkLst>
        <pc:picChg chg="add mod">
          <ac:chgData name="Dieter Beaven" userId="9bbdb69f-69d0-4759-aa9b-5c090a2da237" providerId="ADAL" clId="{9C69D17C-B54D-4717-9464-9A39661BA6EA}" dt="2025-06-18T13:06:00.397" v="13" actId="1035"/>
          <ac:picMkLst>
            <pc:docMk/>
            <pc:sldMk cId="3826585799" sldId="551"/>
            <ac:picMk id="6" creationId="{6D128FC6-E93E-121C-2287-CDAB7EE7596F}"/>
          </ac:picMkLst>
        </pc:picChg>
      </pc:sldChg>
      <pc:sldChg chg="del">
        <pc:chgData name="Dieter Beaven" userId="9bbdb69f-69d0-4759-aa9b-5c090a2da237" providerId="ADAL" clId="{9C69D17C-B54D-4717-9464-9A39661BA6EA}" dt="2025-06-20T09:52:07.523" v="15" actId="47"/>
        <pc:sldMkLst>
          <pc:docMk/>
          <pc:sldMk cId="2531956736" sldId="552"/>
        </pc:sldMkLst>
      </pc:sldChg>
    </pc:docChg>
  </pc:docChgLst>
  <pc:docChgLst>
    <pc:chgData name="Dieter Beaven" userId="9bbdb69f-69d0-4759-aa9b-5c090a2da237" providerId="ADAL" clId="{E4DFDE64-8AFC-4BD6-AF12-53F3776891BC}"/>
    <pc:docChg chg="modSld">
      <pc:chgData name="Dieter Beaven" userId="9bbdb69f-69d0-4759-aa9b-5c090a2da237" providerId="ADAL" clId="{E4DFDE64-8AFC-4BD6-AF12-53F3776891BC}" dt="2025-04-25T15:27:38.398" v="3" actId="20577"/>
      <pc:docMkLst>
        <pc:docMk/>
      </pc:docMkLst>
      <pc:sldChg chg="modSp mod">
        <pc:chgData name="Dieter Beaven" userId="9bbdb69f-69d0-4759-aa9b-5c090a2da237" providerId="ADAL" clId="{E4DFDE64-8AFC-4BD6-AF12-53F3776891BC}" dt="2025-04-25T15:27:33.757" v="0" actId="20577"/>
        <pc:sldMkLst>
          <pc:docMk/>
          <pc:sldMk cId="3991975165" sldId="547"/>
        </pc:sldMkLst>
        <pc:spChg chg="mod">
          <ac:chgData name="Dieter Beaven" userId="9bbdb69f-69d0-4759-aa9b-5c090a2da237" providerId="ADAL" clId="{E4DFDE64-8AFC-4BD6-AF12-53F3776891BC}" dt="2025-04-25T15:27:33.757" v="0" actId="20577"/>
          <ac:spMkLst>
            <pc:docMk/>
            <pc:sldMk cId="3991975165" sldId="547"/>
            <ac:spMk id="2" creationId="{00000000-0000-0000-0000-000000000000}"/>
          </ac:spMkLst>
        </pc:spChg>
      </pc:sldChg>
      <pc:sldChg chg="modSp mod">
        <pc:chgData name="Dieter Beaven" userId="9bbdb69f-69d0-4759-aa9b-5c090a2da237" providerId="ADAL" clId="{E4DFDE64-8AFC-4BD6-AF12-53F3776891BC}" dt="2025-04-25T15:27:38.398" v="3" actId="20577"/>
        <pc:sldMkLst>
          <pc:docMk/>
          <pc:sldMk cId="3055658135" sldId="549"/>
        </pc:sldMkLst>
        <pc:spChg chg="mod">
          <ac:chgData name="Dieter Beaven" userId="9bbdb69f-69d0-4759-aa9b-5c090a2da237" providerId="ADAL" clId="{E4DFDE64-8AFC-4BD6-AF12-53F3776891BC}" dt="2025-04-25T15:27:36.679" v="1" actId="20577"/>
          <ac:spMkLst>
            <pc:docMk/>
            <pc:sldMk cId="3055658135" sldId="549"/>
            <ac:spMk id="3" creationId="{00000000-0000-0000-0000-000000000000}"/>
          </ac:spMkLst>
        </pc:spChg>
        <pc:spChg chg="mod">
          <ac:chgData name="Dieter Beaven" userId="9bbdb69f-69d0-4759-aa9b-5c090a2da237" providerId="ADAL" clId="{E4DFDE64-8AFC-4BD6-AF12-53F3776891BC}" dt="2025-04-25T15:27:38.398" v="3" actId="20577"/>
          <ac:spMkLst>
            <pc:docMk/>
            <pc:sldMk cId="3055658135" sldId="549"/>
            <ac:spMk id="5" creationId="{00000000-0000-0000-0000-000000000000}"/>
          </ac:spMkLst>
        </pc:spChg>
      </pc:sldChg>
    </pc:docChg>
  </pc:docChgLst>
  <pc:docChgLst>
    <pc:chgData name="Dieter Beaven" userId="9bbdb69f-69d0-4759-aa9b-5c090a2da237" providerId="ADAL" clId="{2A5AE0E2-2788-4AA7-8B3C-A04471EF5D14}"/>
    <pc:docChg chg="custSel addSld delSld modSld">
      <pc:chgData name="Dieter Beaven" userId="9bbdb69f-69d0-4759-aa9b-5c090a2da237" providerId="ADAL" clId="{2A5AE0E2-2788-4AA7-8B3C-A04471EF5D14}" dt="2024-09-17T16:09:35.830" v="251" actId="47"/>
      <pc:docMkLst>
        <pc:docMk/>
      </pc:docMkLst>
      <pc:sldChg chg="del">
        <pc:chgData name="Dieter Beaven" userId="9bbdb69f-69d0-4759-aa9b-5c090a2da237" providerId="ADAL" clId="{2A5AE0E2-2788-4AA7-8B3C-A04471EF5D14}" dt="2024-09-17T16:01:05.070" v="1" actId="47"/>
        <pc:sldMkLst>
          <pc:docMk/>
          <pc:sldMk cId="2913017854" sldId="481"/>
        </pc:sldMkLst>
      </pc:sldChg>
      <pc:sldChg chg="del">
        <pc:chgData name="Dieter Beaven" userId="9bbdb69f-69d0-4759-aa9b-5c090a2da237" providerId="ADAL" clId="{2A5AE0E2-2788-4AA7-8B3C-A04471EF5D14}" dt="2024-09-17T16:01:10.136" v="3" actId="47"/>
        <pc:sldMkLst>
          <pc:docMk/>
          <pc:sldMk cId="3808051470" sldId="483"/>
        </pc:sldMkLst>
      </pc:sldChg>
      <pc:sldChg chg="modSp mod">
        <pc:chgData name="Dieter Beaven" userId="9bbdb69f-69d0-4759-aa9b-5c090a2da237" providerId="ADAL" clId="{2A5AE0E2-2788-4AA7-8B3C-A04471EF5D14}" dt="2024-09-17T16:06:58.646" v="119" actId="6549"/>
        <pc:sldMkLst>
          <pc:docMk/>
          <pc:sldMk cId="2097919484" sldId="503"/>
        </pc:sldMkLst>
      </pc:sldChg>
      <pc:sldChg chg="modSp mod">
        <pc:chgData name="Dieter Beaven" userId="9bbdb69f-69d0-4759-aa9b-5c090a2da237" providerId="ADAL" clId="{2A5AE0E2-2788-4AA7-8B3C-A04471EF5D14}" dt="2024-09-17T16:08:22.961" v="181" actId="20577"/>
        <pc:sldMkLst>
          <pc:docMk/>
          <pc:sldMk cId="216391128" sldId="521"/>
        </pc:sldMkLst>
      </pc:sldChg>
      <pc:sldChg chg="modSp mod">
        <pc:chgData name="Dieter Beaven" userId="9bbdb69f-69d0-4759-aa9b-5c090a2da237" providerId="ADAL" clId="{2A5AE0E2-2788-4AA7-8B3C-A04471EF5D14}" dt="2024-09-17T16:09:15.811" v="250" actId="20577"/>
        <pc:sldMkLst>
          <pc:docMk/>
          <pc:sldMk cId="280797512" sldId="524"/>
        </pc:sldMkLst>
      </pc:sldChg>
      <pc:sldChg chg="del">
        <pc:chgData name="Dieter Beaven" userId="9bbdb69f-69d0-4759-aa9b-5c090a2da237" providerId="ADAL" clId="{2A5AE0E2-2788-4AA7-8B3C-A04471EF5D14}" dt="2024-09-17T16:09:35.830" v="251" actId="47"/>
        <pc:sldMkLst>
          <pc:docMk/>
          <pc:sldMk cId="2491822179" sldId="525"/>
        </pc:sldMkLst>
      </pc:sldChg>
      <pc:sldChg chg="del">
        <pc:chgData name="Dieter Beaven" userId="9bbdb69f-69d0-4759-aa9b-5c090a2da237" providerId="ADAL" clId="{2A5AE0E2-2788-4AA7-8B3C-A04471EF5D14}" dt="2024-09-17T16:01:06.407" v="2" actId="47"/>
        <pc:sldMkLst>
          <pc:docMk/>
          <pc:sldMk cId="3958245491" sldId="526"/>
        </pc:sldMkLst>
      </pc:sldChg>
      <pc:sldChg chg="modSp add mod">
        <pc:chgData name="Dieter Beaven" userId="9bbdb69f-69d0-4759-aa9b-5c090a2da237" providerId="ADAL" clId="{2A5AE0E2-2788-4AA7-8B3C-A04471EF5D14}" dt="2024-09-17T16:01:47.892" v="41" actId="20577"/>
        <pc:sldMkLst>
          <pc:docMk/>
          <pc:sldMk cId="3991975165" sldId="547"/>
        </pc:sldMkLst>
      </pc:sldChg>
      <pc:sldChg chg="modSp add mod">
        <pc:chgData name="Dieter Beaven" userId="9bbdb69f-69d0-4759-aa9b-5c090a2da237" providerId="ADAL" clId="{2A5AE0E2-2788-4AA7-8B3C-A04471EF5D14}" dt="2024-09-17T16:04:57.733" v="104" actId="20577"/>
        <pc:sldMkLst>
          <pc:docMk/>
          <pc:sldMk cId="4071243651" sldId="548"/>
        </pc:sldMkLst>
      </pc:sldChg>
      <pc:sldChg chg="modSp add mod">
        <pc:chgData name="Dieter Beaven" userId="9bbdb69f-69d0-4759-aa9b-5c090a2da237" providerId="ADAL" clId="{2A5AE0E2-2788-4AA7-8B3C-A04471EF5D14}" dt="2024-09-17T16:03:59.444" v="54" actId="20577"/>
        <pc:sldMkLst>
          <pc:docMk/>
          <pc:sldMk cId="3055658135" sldId="549"/>
        </pc:sldMkLst>
      </pc:sldChg>
      <pc:sldChg chg="modSp add mod">
        <pc:chgData name="Dieter Beaven" userId="9bbdb69f-69d0-4759-aa9b-5c090a2da237" providerId="ADAL" clId="{2A5AE0E2-2788-4AA7-8B3C-A04471EF5D14}" dt="2024-09-17T16:07:44.310" v="168" actId="20577"/>
        <pc:sldMkLst>
          <pc:docMk/>
          <pc:sldMk cId="4190994049" sldId="550"/>
        </pc:sldMkLst>
      </pc:sldChg>
      <pc:sldChg chg="modSp add mod">
        <pc:chgData name="Dieter Beaven" userId="9bbdb69f-69d0-4759-aa9b-5c090a2da237" providerId="ADAL" clId="{2A5AE0E2-2788-4AA7-8B3C-A04471EF5D14}" dt="2024-09-17T16:08:53.370" v="235" actId="20577"/>
        <pc:sldMkLst>
          <pc:docMk/>
          <pc:sldMk cId="2915845008" sldId="551"/>
        </pc:sldMkLst>
      </pc:sldChg>
    </pc:docChg>
  </pc:docChgLst>
  <pc:docChgLst>
    <pc:chgData name="Dieter Beaven" userId="9bbdb69f-69d0-4759-aa9b-5c090a2da237" providerId="ADAL" clId="{5BC22596-4F92-4FA2-85D4-CE6A6FE2A641}"/>
    <pc:docChg chg="custSel addSld modSld">
      <pc:chgData name="Dieter Beaven" userId="9bbdb69f-69d0-4759-aa9b-5c090a2da237" providerId="ADAL" clId="{5BC22596-4F92-4FA2-85D4-CE6A6FE2A641}" dt="2024-09-17T16:11:36.921" v="3" actId="478"/>
      <pc:docMkLst>
        <pc:docMk/>
      </pc:docMkLst>
      <pc:sldChg chg="delSp add mod">
        <pc:chgData name="Dieter Beaven" userId="9bbdb69f-69d0-4759-aa9b-5c090a2da237" providerId="ADAL" clId="{5BC22596-4F92-4FA2-85D4-CE6A6FE2A641}" dt="2024-09-17T16:11:36.921" v="3" actId="478"/>
        <pc:sldMkLst>
          <pc:docMk/>
          <pc:sldMk cId="3896053727" sldId="543"/>
        </pc:sldMkLst>
      </pc:sldChg>
      <pc:sldChg chg="delSp add mod">
        <pc:chgData name="Dieter Beaven" userId="9bbdb69f-69d0-4759-aa9b-5c090a2da237" providerId="ADAL" clId="{5BC22596-4F92-4FA2-85D4-CE6A6FE2A641}" dt="2024-09-17T16:11:35.672" v="2" actId="478"/>
        <pc:sldMkLst>
          <pc:docMk/>
          <pc:sldMk cId="446446822" sldId="544"/>
        </pc:sldMkLst>
      </pc:sldChg>
      <pc:sldChg chg="delSp add mod">
        <pc:chgData name="Dieter Beaven" userId="9bbdb69f-69d0-4759-aa9b-5c090a2da237" providerId="ADAL" clId="{5BC22596-4F92-4FA2-85D4-CE6A6FE2A641}" dt="2024-09-17T16:11:34.191" v="1" actId="478"/>
        <pc:sldMkLst>
          <pc:docMk/>
          <pc:sldMk cId="3458699803" sldId="54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E87F4A-DD11-41AF-8B76-F2E5B6202836}" type="datetimeFigureOut">
              <a:rPr lang="en-GB" smtClean="0"/>
              <a:pPr/>
              <a:t>20/06/2025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2F2399-CD51-4C4C-BC34-03B9F40F9CF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7450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20/06/2025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16114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20/06/2025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51718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20/06/2025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2520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20/06/2025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6172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20/06/2025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00525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20/06/2025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89123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20/06/2025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336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20/06/2025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7128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20/06/2025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6496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20/06/2025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33991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20/06/2025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2211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9AFE4D-3339-4F90-AB07-DAB31D79E32A}" type="datetimeFigureOut">
              <a:rPr lang="en-GB" smtClean="0"/>
              <a:pPr/>
              <a:t>20/06/2025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6745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Relationship Id="rId9" Type="http://schemas.openxmlformats.org/officeDocument/2006/relationships/image" Target="../media/image4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1520" y="2130425"/>
            <a:ext cx="8640960" cy="3026767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rgbClr val="92D050"/>
                </a:solidFill>
              </a:rPr>
              <a:t>P1 Chapter 13: </a:t>
            </a:r>
            <a:r>
              <a:rPr lang="en-GB" dirty="0">
                <a:solidFill>
                  <a:schemeClr val="accent5"/>
                </a:solidFill>
              </a:rPr>
              <a:t>Integration</a:t>
            </a:r>
            <a:br>
              <a:rPr lang="en-GB" dirty="0"/>
            </a:br>
            <a:br>
              <a:rPr lang="en-GB" dirty="0"/>
            </a:br>
            <a:r>
              <a:rPr lang="en-GB" dirty="0"/>
              <a:t>Indefinite Integrals  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762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19751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>
                  <a:latin typeface="+mj-lt"/>
                </a:rPr>
                <a:t>Integration notation</a:t>
              </a:r>
              <a:endParaRPr lang="en-GB" sz="3200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653976" y="951136"/>
                <a:ext cx="7613724" cy="29668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The following notation could be used to differentiate an expression: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                    </m:t>
                      </m:r>
                      <m:f>
                        <m:f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d>
                        <m:d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sSup>
                            <m:sSup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=10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sz="2400" dirty="0"/>
              </a:p>
              <a:p>
                <a:endParaRPr lang="en-GB" sz="2400" dirty="0"/>
              </a:p>
              <a:p>
                <a:endParaRPr lang="en-GB" sz="2400" dirty="0"/>
              </a:p>
              <a:p>
                <a:r>
                  <a:rPr lang="en-GB" sz="2000" dirty="0"/>
                  <a:t>There is similarly notation for integrating an expression:</a:t>
                </a:r>
              </a:p>
              <a:p>
                <a:endParaRPr lang="en-GB" sz="20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∫10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𝑑𝑥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=5</m:t>
                      </m:r>
                      <m:sSup>
                        <m:sSup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976" y="951136"/>
                <a:ext cx="7613724" cy="2966838"/>
              </a:xfrm>
              <a:prstGeom prst="rect">
                <a:avLst/>
              </a:prstGeom>
              <a:blipFill>
                <a:blip r:embed="rId2"/>
                <a:stretch>
                  <a:fillRect l="-801" t="-102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525512" y="1408584"/>
                <a:ext cx="2141488" cy="923330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The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𝑑𝑥</m:t>
                    </m:r>
                  </m:oMath>
                </a14:m>
                <a:r>
                  <a:rPr lang="en-GB" dirty="0"/>
                  <a:t> here means differentiating “with respect to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”.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512" y="1408584"/>
                <a:ext cx="2141488" cy="923330"/>
              </a:xfrm>
              <a:prstGeom prst="rect">
                <a:avLst/>
              </a:prstGeom>
              <a:blipFill>
                <a:blip r:embed="rId3"/>
                <a:stretch>
                  <a:fillRect b="-1136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/>
          <p:cNvCxnSpPr/>
          <p:nvPr/>
        </p:nvCxnSpPr>
        <p:spPr>
          <a:xfrm flipV="1">
            <a:off x="2667000" y="1803400"/>
            <a:ext cx="1130300" cy="1134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250876" y="4488036"/>
            <a:ext cx="1517724" cy="369332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dirty="0"/>
              <a:t>“Integrate…”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27710" y="4611512"/>
            <a:ext cx="1976090" cy="369332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dirty="0"/>
              <a:t>“…this expression”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5262910" y="4462636"/>
                <a:ext cx="3269530" cy="738664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“…with respect to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”</a:t>
                </a:r>
              </a:p>
              <a:p>
                <a:r>
                  <a:rPr lang="en-GB" sz="1200" dirty="0"/>
                  <a:t>(the </a:t>
                </a:r>
                <a14:m>
                  <m:oMath xmlns:m="http://schemas.openxmlformats.org/officeDocument/2006/math"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𝑑𝑥</m:t>
                    </m:r>
                  </m:oMath>
                </a14:m>
                <a:r>
                  <a:rPr lang="en-GB" sz="1200" dirty="0"/>
                  <a:t> is needed just as it was needed in the differentiation notation at the top of this slide)</a:t>
                </a: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2910" y="4462636"/>
                <a:ext cx="3269530" cy="73866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/>
          <p:cNvCxnSpPr/>
          <p:nvPr/>
        </p:nvCxnSpPr>
        <p:spPr>
          <a:xfrm flipV="1">
            <a:off x="2235200" y="4051300"/>
            <a:ext cx="444500" cy="4191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H="1" flipV="1">
            <a:off x="3454400" y="3987800"/>
            <a:ext cx="72405" cy="6268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 flipH="1" flipV="1">
            <a:off x="4267200" y="3962400"/>
            <a:ext cx="980382" cy="5875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653976" y="5355863"/>
                <a:ext cx="7734448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This is known as </a:t>
                </a:r>
                <a:r>
                  <a:rPr lang="en-GB" b="1" dirty="0"/>
                  <a:t>indefinite integration</a:t>
                </a:r>
                <a:r>
                  <a:rPr lang="en-GB" dirty="0"/>
                  <a:t>, in contrast to definite integration, which we’ll see later in the chapter.</a:t>
                </a:r>
              </a:p>
              <a:p>
                <a:endParaRPr lang="en-GB" dirty="0"/>
              </a:p>
              <a:p>
                <a:r>
                  <a:rPr lang="en-GB" dirty="0"/>
                  <a:t>It is called ‘indefinite’ because the exact expression is unknown (due to the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GB" dirty="0"/>
                  <a:t>).</a:t>
                </a:r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976" y="5355863"/>
                <a:ext cx="7734448" cy="1200329"/>
              </a:xfrm>
              <a:prstGeom prst="rect">
                <a:avLst/>
              </a:prstGeom>
              <a:blipFill>
                <a:blip r:embed="rId5"/>
                <a:stretch>
                  <a:fillRect l="-630" t="-3061" b="-765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1464196" y="6858000"/>
                <a:ext cx="6792044" cy="9661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Advanced Note: For the moment you should think of the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𝑑𝑥</m:t>
                    </m:r>
                  </m:oMath>
                </a14:m>
                <a:r>
                  <a:rPr lang="en-GB" dirty="0"/>
                  <a:t> just as part of the </a:t>
                </a:r>
                <a14:m>
                  <m:oMath xmlns:m="http://schemas.openxmlformats.org/officeDocument/2006/math">
                    <m:nary>
                      <m:naryPr>
                        <m:subHide m:val="on"/>
                        <m:supHide m:val="on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d>
                          <m:d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…</m:t>
                            </m:r>
                          </m:e>
                        </m:d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</m:oMath>
                </a14:m>
                <a:r>
                  <a:rPr lang="en-GB" dirty="0"/>
                  <a:t> notation, informing us what variable we’re integrating with respect to. But strictly the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𝑑𝑥</m:t>
                    </m:r>
                  </m:oMath>
                </a14:m>
                <a:r>
                  <a:rPr lang="en-GB" dirty="0"/>
                  <a:t> actually </a:t>
                </a:r>
                <a:r>
                  <a:rPr lang="en-GB" dirty="0" err="1"/>
                  <a:t>beh</a:t>
                </a:r>
                <a:endParaRPr lang="en-GB" dirty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4196" y="6858000"/>
                <a:ext cx="6792044" cy="966162"/>
              </a:xfrm>
              <a:prstGeom prst="rect">
                <a:avLst/>
              </a:prstGeom>
              <a:blipFill>
                <a:blip r:embed="rId6"/>
                <a:stretch>
                  <a:fillRect l="-718" t="-28481" b="-5379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609241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2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>
                  <a:latin typeface="+mj-lt"/>
                </a:rPr>
                <a:t>Examples</a:t>
              </a:r>
              <a:endParaRPr lang="en-GB" sz="3200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467544" y="1772816"/>
                <a:ext cx="3024336" cy="656205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400" dirty="0"/>
                  <a:t>Find </a:t>
                </a:r>
                <a14:m>
                  <m:oMath xmlns:m="http://schemas.openxmlformats.org/officeDocument/2006/math">
                    <m:nary>
                      <m:naryPr>
                        <m:subHide m:val="on"/>
                        <m:supHide m:val="on"/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sup>
                        </m:sSup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+2) </m:t>
                        </m:r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544" y="1772816"/>
                <a:ext cx="3024336" cy="656205"/>
              </a:xfrm>
              <a:prstGeom prst="rect">
                <a:avLst/>
              </a:prstGeom>
              <a:blipFill>
                <a:blip r:embed="rId2"/>
                <a:stretch>
                  <a:fillRect b="-2290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4510991" y="919573"/>
            <a:ext cx="4176464" cy="64633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b="1" dirty="0"/>
              <a:t>Fro Note</a:t>
            </a:r>
            <a:r>
              <a:rPr lang="en-GB" dirty="0"/>
              <a:t>: The brackets are required if there’s multiple terms.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1850774" y="2429021"/>
                <a:ext cx="4608512" cy="6273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=−2</m:t>
                      </m:r>
                      <m:sSup>
                        <m:sSup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0774" y="2429021"/>
                <a:ext cx="4608512" cy="62735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467544" y="3274607"/>
                <a:ext cx="3024336" cy="518796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400" dirty="0"/>
                  <a:t>Find </a:t>
                </a:r>
                <a14:m>
                  <m:oMath xmlns:m="http://schemas.openxmlformats.org/officeDocument/2006/math">
                    <m:nary>
                      <m:naryPr>
                        <m:subHide m:val="on"/>
                        <m:supHide m:val="on"/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(6</m:t>
                        </m:r>
                        <m:sSup>
                          <m:sSupPr>
                            <m:ctrlP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−1) </m:t>
                        </m:r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e>
                    </m:nary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544" y="3274607"/>
                <a:ext cx="3024336" cy="518796"/>
              </a:xfrm>
              <a:prstGeom prst="rect">
                <a:avLst/>
              </a:prstGeom>
              <a:blipFill>
                <a:blip r:embed="rId4"/>
                <a:stretch>
                  <a:fillRect t="-100000" b="-147706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1907704" y="3828877"/>
                <a:ext cx="460851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=2</m:t>
                      </m:r>
                      <m:sSup>
                        <m:sSup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p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7704" y="3828877"/>
                <a:ext cx="4608512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5841487" y="3388200"/>
                <a:ext cx="2870759" cy="369332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dirty="0"/>
                  <a:t>Note the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𝑑𝑡</m:t>
                    </m:r>
                  </m:oMath>
                </a14:m>
                <a:r>
                  <a:rPr lang="en-GB" dirty="0"/>
                  <a:t> instead of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𝑑𝑥</m:t>
                    </m:r>
                  </m:oMath>
                </a14:m>
                <a:r>
                  <a:rPr lang="en-GB" dirty="0"/>
                  <a:t>.</a:t>
                </a: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1487" y="3388200"/>
                <a:ext cx="2870759" cy="369332"/>
              </a:xfrm>
              <a:prstGeom prst="rect">
                <a:avLst/>
              </a:prstGeom>
              <a:blipFill>
                <a:blip r:embed="rId6"/>
                <a:stretch>
                  <a:fillRect l="-1263" t="-6250" b="-2187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/>
          <p:cNvCxnSpPr>
            <a:stCxn id="6" idx="1"/>
          </p:cNvCxnSpPr>
          <p:nvPr/>
        </p:nvCxnSpPr>
        <p:spPr>
          <a:xfrm flipH="1">
            <a:off x="3707904" y="1242739"/>
            <a:ext cx="803087" cy="6972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flipH="1" flipV="1">
            <a:off x="4383314" y="3497943"/>
            <a:ext cx="1458174" cy="953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467544" y="4642156"/>
                <a:ext cx="6552728" cy="519116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400" dirty="0"/>
                  <a:t>Find </a:t>
                </a:r>
                <a14:m>
                  <m:oMath xmlns:m="http://schemas.openxmlformats.org/officeDocument/2006/math">
                    <m:nary>
                      <m:naryPr>
                        <m:subHide m:val="on"/>
                        <m:supHide m:val="on"/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sSup>
                          <m:sSupPr>
                            <m:ctrlP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) </m:t>
                        </m:r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</m:oMath>
                </a14:m>
                <a:r>
                  <a:rPr lang="en-GB" sz="2400" dirty="0"/>
                  <a:t> where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GB" sz="2400" dirty="0"/>
                  <a:t> and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GB" sz="2400" dirty="0"/>
                  <a:t> are constants.</a:t>
                </a: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544" y="4642156"/>
                <a:ext cx="6552728" cy="519116"/>
              </a:xfrm>
              <a:prstGeom prst="rect">
                <a:avLst/>
              </a:prstGeom>
              <a:blipFill>
                <a:blip r:embed="rId7"/>
                <a:stretch>
                  <a:fillRect t="-100000" b="-147706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184447" y="5253152"/>
                <a:ext cx="3240924" cy="7861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𝑝</m:t>
                      </m:r>
                      <m:sSup>
                        <m:sSup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𝑞𝑥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447" y="5253152"/>
                <a:ext cx="3240924" cy="78617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3327401" y="5233510"/>
                <a:ext cx="5762172" cy="1607748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600" b="1" dirty="0"/>
                  <a:t>Textbook (Minor) Error</a:t>
                </a:r>
                <a:r>
                  <a:rPr lang="en-GB" sz="1600" dirty="0"/>
                  <a:t>: “</a:t>
                </a:r>
                <a:r>
                  <a:rPr lang="en-GB" sz="1600" i="1" dirty="0"/>
                  <a:t>any other letters must be treated as constants</a:t>
                </a:r>
                <a:r>
                  <a:rPr lang="en-GB" sz="1600" dirty="0"/>
                  <a:t>”.  Similar to the error in the differentiation chapter, it should read “</a:t>
                </a:r>
                <a:r>
                  <a:rPr lang="en-GB" sz="1600" i="1" dirty="0"/>
                  <a:t>any other letters, which are either constants or variables independent of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600" i="1" dirty="0"/>
                  <a:t>, can be treated as numbers</a:t>
                </a:r>
                <a:r>
                  <a:rPr lang="en-GB" sz="1600" dirty="0"/>
                  <a:t>”. In </a:t>
                </a:r>
                <a14:m>
                  <m:oMath xmlns:m="http://schemas.openxmlformats.org/officeDocument/2006/math">
                    <m:nary>
                      <m:naryPr>
                        <m:subHide m:val="on"/>
                        <m:supHide m:val="on"/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𝑥𝑦</m:t>
                        </m:r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</m:oMath>
                </a14:m>
                <a:r>
                  <a:rPr lang="en-GB" sz="1600" dirty="0"/>
                  <a:t>, if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600" dirty="0"/>
                  <a:t> is a variable, we can only treat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600" dirty="0"/>
                  <a:t> as a constant if it is not dependent on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600" dirty="0"/>
                  <a:t>, i.e. there is not some equation relating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600" dirty="0"/>
                  <a:t> to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600" dirty="0"/>
                  <a:t>.</a:t>
                </a:r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7401" y="5233510"/>
                <a:ext cx="5762172" cy="1607748"/>
              </a:xfrm>
              <a:prstGeom prst="rect">
                <a:avLst/>
              </a:prstGeom>
              <a:blipFill>
                <a:blip r:embed="rId9"/>
                <a:stretch>
                  <a:fillRect l="-421" t="-375" r="-632" b="-1123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ectangle 17"/>
          <p:cNvSpPr/>
          <p:nvPr/>
        </p:nvSpPr>
        <p:spPr>
          <a:xfrm>
            <a:off x="603547" y="5269585"/>
            <a:ext cx="2517023" cy="113121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dirty="0"/>
              <a:t>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960914" y="3862435"/>
            <a:ext cx="2351316" cy="680537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dirty="0"/>
              <a:t>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60914" y="2425854"/>
            <a:ext cx="2398231" cy="680537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5177640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>
                  <a:latin typeface="+mj-lt"/>
                </a:rPr>
                <a:t>Test Your Understanding</a:t>
              </a:r>
              <a:endParaRPr lang="en-GB" sz="3200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1206044"/>
            <a:ext cx="6215481" cy="1214844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6" name="TextBox 5"/>
          <p:cNvSpPr txBox="1"/>
          <p:nvPr/>
        </p:nvSpPr>
        <p:spPr>
          <a:xfrm>
            <a:off x="539552" y="836712"/>
            <a:ext cx="3024336" cy="3693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Edexcel C1 May 2014(R) Q4b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899592" y="2708920"/>
                <a:ext cx="5184576" cy="10760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=2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+6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</m:oMath>
                    <m:oMath xmlns:m="http://schemas.openxmlformats.org/officeDocument/2006/math">
                      <m:nary>
                        <m:naryPr>
                          <m:subHide m:val="on"/>
                          <m:supHide m:val="on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+12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592" y="2708920"/>
                <a:ext cx="5184576" cy="10760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/>
          <p:cNvSpPr/>
          <p:nvPr/>
        </p:nvSpPr>
        <p:spPr>
          <a:xfrm>
            <a:off x="1907704" y="2687536"/>
            <a:ext cx="3744416" cy="124552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4114380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>
                  <a:latin typeface="+mj-lt"/>
                </a:rPr>
                <a:t>Exercise 13.2</a:t>
              </a:r>
              <a:endParaRPr lang="en-GB" sz="3200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395536" y="725840"/>
            <a:ext cx="79208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Pearson Pure Mathematics Year 1/AS</a:t>
            </a:r>
          </a:p>
          <a:p>
            <a:r>
              <a:rPr lang="en-GB" sz="2400"/>
              <a:t>Page 105</a:t>
            </a:r>
            <a:endParaRPr lang="en-GB" sz="2400" dirty="0"/>
          </a:p>
        </p:txBody>
      </p:sp>
      <p:cxnSp>
        <p:nvCxnSpPr>
          <p:cNvPr id="6" name="Straight Connector 5"/>
          <p:cNvCxnSpPr/>
          <p:nvPr/>
        </p:nvCxnSpPr>
        <p:spPr>
          <a:xfrm>
            <a:off x="0" y="1739717"/>
            <a:ext cx="9144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56581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9A645F4A-BE87-8470-5414-EC9DA6FF35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2" y="908720"/>
            <a:ext cx="6686550" cy="5534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60537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033AC-846C-1B51-B0D6-66FCEF519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8A33E61B-5971-C1CA-63B6-84D4E8CD15B9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91569A6F-F775-6BAD-E18A-F451C7CF95D5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24CF18F9-8040-27F2-298F-E639F1017697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85BDE6D2-E43E-C9C1-BA6B-7E840DFC7D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487" y="946745"/>
            <a:ext cx="7439025" cy="5362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12022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F0FF53-D376-6E8C-D0FD-1D517FE599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6BC62057-5111-B8A6-4E80-4193E055911B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B0E89DB0-01D1-BE2B-F9D3-8CB397834D7E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713F8B5A-9D24-B9B4-CD6B-9A26C85DC691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6D128FC6-E93E-121C-2287-CDAB7EE759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115" y="836712"/>
            <a:ext cx="7286625" cy="373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65857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/>
                <a:t>Homework</a:t>
              </a:r>
              <a:r>
                <a:rPr lang="en-GB" sz="3200">
                  <a:latin typeface="+mj-lt"/>
                </a:rPr>
                <a:t> </a:t>
              </a:r>
              <a:r>
                <a:rPr lang="en-GB" sz="3200" dirty="0">
                  <a:latin typeface="+mj-lt"/>
                </a:rPr>
                <a:t>Answers</a:t>
              </a:r>
              <a:endParaRPr lang="en-GB" sz="3200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B7D62A77-8F52-098A-AEA5-9152273994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40224"/>
            <a:ext cx="9144000" cy="5153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86998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aa1ecaf-a1aa-4fc9-8c75-2805352e1f65">
      <Terms xmlns="http://schemas.microsoft.com/office/infopath/2007/PartnerControls"/>
    </lcf76f155ced4ddcb4097134ff3c332f>
    <TaxCatchAll xmlns="f9cd3b9a-9a6c-485a-81b7-4082693b5161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2145CED0C8C3544A5BCCC2783BB773D" ma:contentTypeVersion="18" ma:contentTypeDescription="Create a new document." ma:contentTypeScope="" ma:versionID="071d80e8befb16289be70b0ed95d7a13">
  <xsd:schema xmlns:xsd="http://www.w3.org/2001/XMLSchema" xmlns:xs="http://www.w3.org/2001/XMLSchema" xmlns:p="http://schemas.microsoft.com/office/2006/metadata/properties" xmlns:ns2="faa1ecaf-a1aa-4fc9-8c75-2805352e1f65" xmlns:ns3="f9cd3b9a-9a6c-485a-81b7-4082693b5161" targetNamespace="http://schemas.microsoft.com/office/2006/metadata/properties" ma:root="true" ma:fieldsID="bfedc4b824bdcf7bc3afcdacf96d42fb" ns2:_="" ns3:_="">
    <xsd:import namespace="faa1ecaf-a1aa-4fc9-8c75-2805352e1f65"/>
    <xsd:import namespace="f9cd3b9a-9a6c-485a-81b7-4082693b516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a1ecaf-a1aa-4fc9-8c75-2805352e1f6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MediaService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ObjectDetectorVersions" ma:index="2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35c9266d-873e-4384-88ad-117b2e21bbb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cd3b9a-9a6c-485a-81b7-4082693b516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37dd2894-802d-4a2b-8969-adc31d00c97c}" ma:internalName="TaxCatchAll" ma:showField="CatchAllData" ma:web="f9cd3b9a-9a6c-485a-81b7-4082693b516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8F9F0BF-CA8C-4D24-90A1-67BA839288E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A78994C-A71F-42AC-8C1A-2D47B8B074D2}">
  <ds:schemaRefs>
    <ds:schemaRef ds:uri="http://schemas.microsoft.com/office/2006/metadata/properties"/>
    <ds:schemaRef ds:uri="http://schemas.microsoft.com/office/infopath/2007/PartnerControls"/>
    <ds:schemaRef ds:uri="faa1ecaf-a1aa-4fc9-8c75-2805352e1f65"/>
    <ds:schemaRef ds:uri="f9cd3b9a-9a6c-485a-81b7-4082693b5161"/>
  </ds:schemaRefs>
</ds:datastoreItem>
</file>

<file path=customXml/itemProps3.xml><?xml version="1.0" encoding="utf-8"?>
<ds:datastoreItem xmlns:ds="http://schemas.openxmlformats.org/officeDocument/2006/customXml" ds:itemID="{C9CFC61B-804A-451F-96CB-09693B40877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aa1ecaf-a1aa-4fc9-8c75-2805352e1f65"/>
    <ds:schemaRef ds:uri="f9cd3b9a-9a6c-485a-81b7-4082693b516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61752</TotalTime>
  <Words>363</Words>
  <Application>Microsoft Office PowerPoint</Application>
  <PresentationFormat>On-screen Show (4:3)</PresentationFormat>
  <Paragraphs>42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 Math</vt:lpstr>
      <vt:lpstr>Office Theme</vt:lpstr>
      <vt:lpstr>P1 Chapter 13: Integration  Indefinite Integrals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RM plc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Frost J</dc:creator>
  <cp:lastModifiedBy>Dieter Beaven</cp:lastModifiedBy>
  <cp:revision>1284</cp:revision>
  <dcterms:created xsi:type="dcterms:W3CDTF">2013-02-28T07:36:55Z</dcterms:created>
  <dcterms:modified xsi:type="dcterms:W3CDTF">2025-06-20T09:52:13Z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0x010100E2145CED0C8C3544A5BCCC2783BB773D</vt:lpwstr>
  </property>
</Properties>
</file>