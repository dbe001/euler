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702" r:id="rId5"/>
    <p:sldId id="533" r:id="rId6"/>
    <p:sldId id="718" r:id="rId7"/>
    <p:sldId id="712" r:id="rId8"/>
    <p:sldId id="713" r:id="rId9"/>
    <p:sldId id="703" r:id="rId10"/>
    <p:sldId id="714" r:id="rId11"/>
    <p:sldId id="715" r:id="rId12"/>
    <p:sldId id="716" r:id="rId13"/>
    <p:sldId id="717" r:id="rId14"/>
    <p:sldId id="53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13C58C-754E-4605-8654-180B731865BA}" v="7" dt="2025-06-18T14:58:35.4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0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290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D6904693-DD2A-4A62-BD52-2109273F1217}"/>
    <pc:docChg chg="custSel modSld">
      <pc:chgData name="Dieter Beaven" userId="9bbdb69f-69d0-4759-aa9b-5c090a2da237" providerId="ADAL" clId="{D6904693-DD2A-4A62-BD52-2109273F1217}" dt="2025-04-24T16:03:46.260" v="11" actId="6549"/>
      <pc:docMkLst>
        <pc:docMk/>
      </pc:docMkLst>
      <pc:sldChg chg="delSp mod">
        <pc:chgData name="Dieter Beaven" userId="9bbdb69f-69d0-4759-aa9b-5c090a2da237" providerId="ADAL" clId="{D6904693-DD2A-4A62-BD52-2109273F1217}" dt="2025-04-24T16:03:38.545" v="4" actId="478"/>
        <pc:sldMkLst>
          <pc:docMk/>
          <pc:sldMk cId="464788855" sldId="532"/>
        </pc:sldMkLst>
      </pc:sldChg>
      <pc:sldChg chg="delSp mod">
        <pc:chgData name="Dieter Beaven" userId="9bbdb69f-69d0-4759-aa9b-5c090a2da237" providerId="ADAL" clId="{D6904693-DD2A-4A62-BD52-2109273F1217}" dt="2025-04-24T16:03:29.578" v="0" actId="478"/>
        <pc:sldMkLst>
          <pc:docMk/>
          <pc:sldMk cId="173887519" sldId="533"/>
        </pc:sldMkLst>
      </pc:sldChg>
      <pc:sldChg chg="modSp mod">
        <pc:chgData name="Dieter Beaven" userId="9bbdb69f-69d0-4759-aa9b-5c090a2da237" providerId="ADAL" clId="{D6904693-DD2A-4A62-BD52-2109273F1217}" dt="2025-04-24T16:03:46.260" v="11" actId="6549"/>
        <pc:sldMkLst>
          <pc:docMk/>
          <pc:sldMk cId="3923336104" sldId="702"/>
        </pc:sldMkLst>
        <pc:spChg chg="mod">
          <ac:chgData name="Dieter Beaven" userId="9bbdb69f-69d0-4759-aa9b-5c090a2da237" providerId="ADAL" clId="{D6904693-DD2A-4A62-BD52-2109273F1217}" dt="2025-04-24T16:03:46.260" v="11" actId="6549"/>
          <ac:spMkLst>
            <pc:docMk/>
            <pc:sldMk cId="3923336104" sldId="702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D6904693-DD2A-4A62-BD52-2109273F1217}" dt="2025-04-24T16:03:33.838" v="3" actId="478"/>
        <pc:sldMkLst>
          <pc:docMk/>
          <pc:sldMk cId="3196350854" sldId="703"/>
        </pc:sldMkLst>
      </pc:sldChg>
      <pc:sldChg chg="delSp mod">
        <pc:chgData name="Dieter Beaven" userId="9bbdb69f-69d0-4759-aa9b-5c090a2da237" providerId="ADAL" clId="{D6904693-DD2A-4A62-BD52-2109273F1217}" dt="2025-04-24T16:03:31.160" v="1" actId="478"/>
        <pc:sldMkLst>
          <pc:docMk/>
          <pc:sldMk cId="1756658491" sldId="712"/>
        </pc:sldMkLst>
      </pc:sldChg>
      <pc:sldChg chg="delSp mod">
        <pc:chgData name="Dieter Beaven" userId="9bbdb69f-69d0-4759-aa9b-5c090a2da237" providerId="ADAL" clId="{D6904693-DD2A-4A62-BD52-2109273F1217}" dt="2025-04-24T16:03:32.718" v="2" actId="478"/>
        <pc:sldMkLst>
          <pc:docMk/>
          <pc:sldMk cId="1336369231" sldId="713"/>
        </pc:sldMkLst>
      </pc:sldChg>
    </pc:docChg>
  </pc:docChgLst>
  <pc:docChgLst>
    <pc:chgData name="Dieter Beaven" userId="9bbdb69f-69d0-4759-aa9b-5c090a2da237" providerId="ADAL" clId="{05207F2A-3D3E-48D1-84F6-1DE81023290D}"/>
    <pc:docChg chg="custSel addSld delSld modSld">
      <pc:chgData name="Dieter Beaven" userId="9bbdb69f-69d0-4759-aa9b-5c090a2da237" providerId="ADAL" clId="{05207F2A-3D3E-48D1-84F6-1DE81023290D}" dt="2024-09-13T17:01:48.475" v="87" actId="1076"/>
      <pc:docMkLst>
        <pc:docMk/>
      </pc:docMkLst>
      <pc:sldChg chg="addSp delSp modSp mod">
        <pc:chgData name="Dieter Beaven" userId="9bbdb69f-69d0-4759-aa9b-5c090a2da237" providerId="ADAL" clId="{05207F2A-3D3E-48D1-84F6-1DE81023290D}" dt="2024-09-13T17:01:48.475" v="87" actId="1076"/>
        <pc:sldMkLst>
          <pc:docMk/>
          <pc:sldMk cId="464788855" sldId="532"/>
        </pc:sldMkLst>
      </pc:sldChg>
      <pc:sldChg chg="addSp delSp modSp mod">
        <pc:chgData name="Dieter Beaven" userId="9bbdb69f-69d0-4759-aa9b-5c090a2da237" providerId="ADAL" clId="{05207F2A-3D3E-48D1-84F6-1DE81023290D}" dt="2024-09-06T16:59:12.266" v="53" actId="1036"/>
        <pc:sldMkLst>
          <pc:docMk/>
          <pc:sldMk cId="173887519" sldId="533"/>
        </pc:sldMkLst>
      </pc:sldChg>
      <pc:sldChg chg="modSp mod">
        <pc:chgData name="Dieter Beaven" userId="9bbdb69f-69d0-4759-aa9b-5c090a2da237" providerId="ADAL" clId="{05207F2A-3D3E-48D1-84F6-1DE81023290D}" dt="2024-09-06T16:55:32.295" v="42" actId="20577"/>
        <pc:sldMkLst>
          <pc:docMk/>
          <pc:sldMk cId="3923336104" sldId="702"/>
        </pc:sldMkLst>
      </pc:sldChg>
      <pc:sldChg chg="addSp delSp modSp mod">
        <pc:chgData name="Dieter Beaven" userId="9bbdb69f-69d0-4759-aa9b-5c090a2da237" providerId="ADAL" clId="{05207F2A-3D3E-48D1-84F6-1DE81023290D}" dt="2024-09-13T16:59:58.312" v="78" actId="1035"/>
        <pc:sldMkLst>
          <pc:docMk/>
          <pc:sldMk cId="3196350854" sldId="703"/>
        </pc:sldMkLst>
      </pc:sldChg>
      <pc:sldChg chg="delSp del mod">
        <pc:chgData name="Dieter Beaven" userId="9bbdb69f-69d0-4759-aa9b-5c090a2da237" providerId="ADAL" clId="{05207F2A-3D3E-48D1-84F6-1DE81023290D}" dt="2024-09-13T17:00:03.007" v="79" actId="47"/>
        <pc:sldMkLst>
          <pc:docMk/>
          <pc:sldMk cId="2552052628" sldId="704"/>
        </pc:sldMkLst>
      </pc:sldChg>
      <pc:sldChg chg="delSp del mod">
        <pc:chgData name="Dieter Beaven" userId="9bbdb69f-69d0-4759-aa9b-5c090a2da237" providerId="ADAL" clId="{05207F2A-3D3E-48D1-84F6-1DE81023290D}" dt="2024-09-13T17:00:03.960" v="80" actId="47"/>
        <pc:sldMkLst>
          <pc:docMk/>
          <pc:sldMk cId="2801626350" sldId="705"/>
        </pc:sldMkLst>
      </pc:sldChg>
      <pc:sldChg chg="delSp del mod">
        <pc:chgData name="Dieter Beaven" userId="9bbdb69f-69d0-4759-aa9b-5c090a2da237" providerId="ADAL" clId="{05207F2A-3D3E-48D1-84F6-1DE81023290D}" dt="2024-09-13T17:00:04.429" v="81" actId="47"/>
        <pc:sldMkLst>
          <pc:docMk/>
          <pc:sldMk cId="3939677621" sldId="708"/>
        </pc:sldMkLst>
      </pc:sldChg>
      <pc:sldChg chg="addSp delSp modSp mod">
        <pc:chgData name="Dieter Beaven" userId="9bbdb69f-69d0-4759-aa9b-5c090a2da237" providerId="ADAL" clId="{05207F2A-3D3E-48D1-84F6-1DE81023290D}" dt="2024-09-13T16:57:14.093" v="60" actId="1076"/>
        <pc:sldMkLst>
          <pc:docMk/>
          <pc:sldMk cId="1756658491" sldId="712"/>
        </pc:sldMkLst>
      </pc:sldChg>
      <pc:sldChg chg="addSp delSp modSp mod">
        <pc:chgData name="Dieter Beaven" userId="9bbdb69f-69d0-4759-aa9b-5c090a2da237" providerId="ADAL" clId="{05207F2A-3D3E-48D1-84F6-1DE81023290D}" dt="2024-09-13T16:58:50.522" v="67" actId="1076"/>
        <pc:sldMkLst>
          <pc:docMk/>
          <pc:sldMk cId="1336369231" sldId="713"/>
        </pc:sldMkLst>
      </pc:sldChg>
      <pc:sldChg chg="addSp modSp add mod">
        <pc:chgData name="Dieter Beaven" userId="9bbdb69f-69d0-4759-aa9b-5c090a2da237" providerId="ADAL" clId="{05207F2A-3D3E-48D1-84F6-1DE81023290D}" dt="2024-09-06T16:59:19.229" v="55" actId="1036"/>
        <pc:sldMkLst>
          <pc:docMk/>
          <pc:sldMk cId="2341366643" sldId="714"/>
        </pc:sldMkLst>
      </pc:sldChg>
    </pc:docChg>
  </pc:docChgLst>
  <pc:docChgLst>
    <pc:chgData name="Dieter Beaven" userId="9bbdb69f-69d0-4759-aa9b-5c090a2da237" providerId="ADAL" clId="{63AA6B1F-0A6C-488D-B893-618F6611260A}"/>
    <pc:docChg chg="modSld">
      <pc:chgData name="Dieter Beaven" userId="9bbdb69f-69d0-4759-aa9b-5c090a2da237" providerId="ADAL" clId="{63AA6B1F-0A6C-488D-B893-618F6611260A}" dt="2025-04-29T12:09:02.516" v="4" actId="20577"/>
      <pc:docMkLst>
        <pc:docMk/>
      </pc:docMkLst>
      <pc:sldChg chg="modSp mod">
        <pc:chgData name="Dieter Beaven" userId="9bbdb69f-69d0-4759-aa9b-5c090a2da237" providerId="ADAL" clId="{63AA6B1F-0A6C-488D-B893-618F6611260A}" dt="2025-04-29T12:09:02.516" v="4" actId="20577"/>
        <pc:sldMkLst>
          <pc:docMk/>
          <pc:sldMk cId="3923336104" sldId="702"/>
        </pc:sldMkLst>
        <pc:spChg chg="mod">
          <ac:chgData name="Dieter Beaven" userId="9bbdb69f-69d0-4759-aa9b-5c090a2da237" providerId="ADAL" clId="{63AA6B1F-0A6C-488D-B893-618F6611260A}" dt="2025-04-29T12:09:02.516" v="4" actId="20577"/>
          <ac:spMkLst>
            <pc:docMk/>
            <pc:sldMk cId="3923336104" sldId="702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6813C58C-754E-4605-8654-180B731865BA}"/>
    <pc:docChg chg="undo custSel addSld delSld modSld">
      <pc:chgData name="Dieter Beaven" userId="9bbdb69f-69d0-4759-aa9b-5c090a2da237" providerId="ADAL" clId="{6813C58C-754E-4605-8654-180B731865BA}" dt="2025-06-20T10:04:19.226" v="96" actId="47"/>
      <pc:docMkLst>
        <pc:docMk/>
      </pc:docMkLst>
      <pc:sldChg chg="addSp modSp mod">
        <pc:chgData name="Dieter Beaven" userId="9bbdb69f-69d0-4759-aa9b-5c090a2da237" providerId="ADAL" clId="{6813C58C-754E-4605-8654-180B731865BA}" dt="2025-06-20T10:04:16.432" v="94" actId="1076"/>
        <pc:sldMkLst>
          <pc:docMk/>
          <pc:sldMk cId="464788855" sldId="532"/>
        </pc:sldMkLst>
        <pc:picChg chg="add mod">
          <ac:chgData name="Dieter Beaven" userId="9bbdb69f-69d0-4759-aa9b-5c090a2da237" providerId="ADAL" clId="{6813C58C-754E-4605-8654-180B731865BA}" dt="2025-06-20T10:04:16.432" v="94" actId="1076"/>
          <ac:picMkLst>
            <pc:docMk/>
            <pc:sldMk cId="464788855" sldId="532"/>
            <ac:picMk id="6" creationId="{FBF62D95-2E18-8EB2-6DC0-1804AB4DCBFA}"/>
          </ac:picMkLst>
        </pc:picChg>
      </pc:sldChg>
      <pc:sldChg chg="addSp delSp modSp mod">
        <pc:chgData name="Dieter Beaven" userId="9bbdb69f-69d0-4759-aa9b-5c090a2da237" providerId="ADAL" clId="{6813C58C-754E-4605-8654-180B731865BA}" dt="2025-06-18T14:57:45.548" v="85" actId="22"/>
        <pc:sldMkLst>
          <pc:docMk/>
          <pc:sldMk cId="173887519" sldId="533"/>
        </pc:sldMkLst>
        <pc:picChg chg="add">
          <ac:chgData name="Dieter Beaven" userId="9bbdb69f-69d0-4759-aa9b-5c090a2da237" providerId="ADAL" clId="{6813C58C-754E-4605-8654-180B731865BA}" dt="2025-06-18T14:57:45.548" v="85" actId="22"/>
          <ac:picMkLst>
            <pc:docMk/>
            <pc:sldMk cId="173887519" sldId="533"/>
            <ac:picMk id="8" creationId="{A70652F6-3968-B275-272E-6F20E42C645A}"/>
          </ac:picMkLst>
        </pc:picChg>
      </pc:sldChg>
      <pc:sldChg chg="addSp modSp mod">
        <pc:chgData name="Dieter Beaven" userId="9bbdb69f-69d0-4759-aa9b-5c090a2da237" providerId="ADAL" clId="{6813C58C-754E-4605-8654-180B731865BA}" dt="2025-06-18T14:47:24.880" v="23" actId="1076"/>
        <pc:sldMkLst>
          <pc:docMk/>
          <pc:sldMk cId="3196350854" sldId="703"/>
        </pc:sldMkLst>
        <pc:picChg chg="add mod">
          <ac:chgData name="Dieter Beaven" userId="9bbdb69f-69d0-4759-aa9b-5c090a2da237" providerId="ADAL" clId="{6813C58C-754E-4605-8654-180B731865BA}" dt="2025-06-18T14:47:24.880" v="23" actId="1076"/>
          <ac:picMkLst>
            <pc:docMk/>
            <pc:sldMk cId="3196350854" sldId="703"/>
            <ac:picMk id="6" creationId="{ECF956D2-AECA-3346-EF9B-0B21BE3B3790}"/>
          </ac:picMkLst>
        </pc:picChg>
      </pc:sldChg>
      <pc:sldChg chg="addSp delSp modSp mod">
        <pc:chgData name="Dieter Beaven" userId="9bbdb69f-69d0-4759-aa9b-5c090a2da237" providerId="ADAL" clId="{6813C58C-754E-4605-8654-180B731865BA}" dt="2025-06-18T14:45:15.462" v="14" actId="1035"/>
        <pc:sldMkLst>
          <pc:docMk/>
          <pc:sldMk cId="1756658491" sldId="712"/>
        </pc:sldMkLst>
        <pc:picChg chg="add mod">
          <ac:chgData name="Dieter Beaven" userId="9bbdb69f-69d0-4759-aa9b-5c090a2da237" providerId="ADAL" clId="{6813C58C-754E-4605-8654-180B731865BA}" dt="2025-06-18T14:45:15.462" v="14" actId="1035"/>
          <ac:picMkLst>
            <pc:docMk/>
            <pc:sldMk cId="1756658491" sldId="712"/>
            <ac:picMk id="8" creationId="{4B7714E7-51E2-12A0-8667-DB62D2DA7E6F}"/>
          </ac:picMkLst>
        </pc:picChg>
      </pc:sldChg>
      <pc:sldChg chg="addSp delSp modSp mod">
        <pc:chgData name="Dieter Beaven" userId="9bbdb69f-69d0-4759-aa9b-5c090a2da237" providerId="ADAL" clId="{6813C58C-754E-4605-8654-180B731865BA}" dt="2025-06-18T14:47:28.378" v="25" actId="1035"/>
        <pc:sldMkLst>
          <pc:docMk/>
          <pc:sldMk cId="1336369231" sldId="713"/>
        </pc:sldMkLst>
        <pc:picChg chg="add mod">
          <ac:chgData name="Dieter Beaven" userId="9bbdb69f-69d0-4759-aa9b-5c090a2da237" providerId="ADAL" clId="{6813C58C-754E-4605-8654-180B731865BA}" dt="2025-06-18T14:47:28.378" v="25" actId="1035"/>
          <ac:picMkLst>
            <pc:docMk/>
            <pc:sldMk cId="1336369231" sldId="713"/>
            <ac:picMk id="8" creationId="{D500DCA3-81E8-3DBF-C8B3-8F830B0CAD60}"/>
          </ac:picMkLst>
        </pc:picChg>
      </pc:sldChg>
      <pc:sldChg chg="addSp delSp modSp add mod">
        <pc:chgData name="Dieter Beaven" userId="9bbdb69f-69d0-4759-aa9b-5c090a2da237" providerId="ADAL" clId="{6813C58C-754E-4605-8654-180B731865BA}" dt="2025-06-18T14:52:02.810" v="66" actId="1035"/>
        <pc:sldMkLst>
          <pc:docMk/>
          <pc:sldMk cId="2763957394" sldId="714"/>
        </pc:sldMkLst>
        <pc:picChg chg="add mod">
          <ac:chgData name="Dieter Beaven" userId="9bbdb69f-69d0-4759-aa9b-5c090a2da237" providerId="ADAL" clId="{6813C58C-754E-4605-8654-180B731865BA}" dt="2025-06-18T14:52:02.810" v="66" actId="1035"/>
          <ac:picMkLst>
            <pc:docMk/>
            <pc:sldMk cId="2763957394" sldId="714"/>
            <ac:picMk id="14" creationId="{2C23EABE-C750-B406-ACC0-C1EF8BD2AF14}"/>
          </ac:picMkLst>
        </pc:picChg>
      </pc:sldChg>
      <pc:sldChg chg="addSp delSp modSp add mod">
        <pc:chgData name="Dieter Beaven" userId="9bbdb69f-69d0-4759-aa9b-5c090a2da237" providerId="ADAL" clId="{6813C58C-754E-4605-8654-180B731865BA}" dt="2025-06-18T14:54:58.017" v="74" actId="1036"/>
        <pc:sldMkLst>
          <pc:docMk/>
          <pc:sldMk cId="415835628" sldId="715"/>
        </pc:sldMkLst>
        <pc:picChg chg="add mod">
          <ac:chgData name="Dieter Beaven" userId="9bbdb69f-69d0-4759-aa9b-5c090a2da237" providerId="ADAL" clId="{6813C58C-754E-4605-8654-180B731865BA}" dt="2025-06-18T14:54:58.017" v="74" actId="1036"/>
          <ac:picMkLst>
            <pc:docMk/>
            <pc:sldMk cId="415835628" sldId="715"/>
            <ac:picMk id="8" creationId="{64AE9E8F-2C5B-A69E-E02E-4A8101C27A50}"/>
          </ac:picMkLst>
        </pc:picChg>
      </pc:sldChg>
      <pc:sldChg chg="addSp modSp add mod">
        <pc:chgData name="Dieter Beaven" userId="9bbdb69f-69d0-4759-aa9b-5c090a2da237" providerId="ADAL" clId="{6813C58C-754E-4605-8654-180B731865BA}" dt="2025-06-18T14:55:35.909" v="77" actId="1076"/>
        <pc:sldMkLst>
          <pc:docMk/>
          <pc:sldMk cId="2153134072" sldId="716"/>
        </pc:sldMkLst>
        <pc:picChg chg="add mod">
          <ac:chgData name="Dieter Beaven" userId="9bbdb69f-69d0-4759-aa9b-5c090a2da237" providerId="ADAL" clId="{6813C58C-754E-4605-8654-180B731865BA}" dt="2025-06-18T14:55:35.909" v="77" actId="1076"/>
          <ac:picMkLst>
            <pc:docMk/>
            <pc:sldMk cId="2153134072" sldId="716"/>
            <ac:picMk id="6" creationId="{E1772799-1F9D-63CE-CAAB-7D7778E76E8C}"/>
          </ac:picMkLst>
        </pc:picChg>
      </pc:sldChg>
      <pc:sldChg chg="addSp modSp add mod">
        <pc:chgData name="Dieter Beaven" userId="9bbdb69f-69d0-4759-aa9b-5c090a2da237" providerId="ADAL" clId="{6813C58C-754E-4605-8654-180B731865BA}" dt="2025-06-18T14:55:55.333" v="79" actId="1076"/>
        <pc:sldMkLst>
          <pc:docMk/>
          <pc:sldMk cId="920433796" sldId="717"/>
        </pc:sldMkLst>
        <pc:picChg chg="add mod">
          <ac:chgData name="Dieter Beaven" userId="9bbdb69f-69d0-4759-aa9b-5c090a2da237" providerId="ADAL" clId="{6813C58C-754E-4605-8654-180B731865BA}" dt="2025-06-18T14:55:55.333" v="79" actId="1076"/>
          <ac:picMkLst>
            <pc:docMk/>
            <pc:sldMk cId="920433796" sldId="717"/>
            <ac:picMk id="6" creationId="{A0753B26-5EA0-363D-5EBA-7EC0E005C45E}"/>
          </ac:picMkLst>
        </pc:picChg>
      </pc:sldChg>
      <pc:sldChg chg="addSp delSp modSp add mod">
        <pc:chgData name="Dieter Beaven" userId="9bbdb69f-69d0-4759-aa9b-5c090a2da237" providerId="ADAL" clId="{6813C58C-754E-4605-8654-180B731865BA}" dt="2025-06-18T14:58:28.365" v="90" actId="1036"/>
        <pc:sldMkLst>
          <pc:docMk/>
          <pc:sldMk cId="2559226381" sldId="718"/>
        </pc:sldMkLst>
        <pc:picChg chg="add mod">
          <ac:chgData name="Dieter Beaven" userId="9bbdb69f-69d0-4759-aa9b-5c090a2da237" providerId="ADAL" clId="{6813C58C-754E-4605-8654-180B731865BA}" dt="2025-06-18T14:58:28.365" v="90" actId="1036"/>
          <ac:picMkLst>
            <pc:docMk/>
            <pc:sldMk cId="2559226381" sldId="718"/>
            <ac:picMk id="7" creationId="{6084E90B-B568-8571-FC29-21FC4ACEB167}"/>
          </ac:picMkLst>
        </pc:picChg>
      </pc:sldChg>
      <pc:sldChg chg="add del">
        <pc:chgData name="Dieter Beaven" userId="9bbdb69f-69d0-4759-aa9b-5c090a2da237" providerId="ADAL" clId="{6813C58C-754E-4605-8654-180B731865BA}" dt="2025-06-20T10:04:18.778" v="95" actId="47"/>
        <pc:sldMkLst>
          <pc:docMk/>
          <pc:sldMk cId="3539840323" sldId="719"/>
        </pc:sldMkLst>
      </pc:sldChg>
      <pc:sldChg chg="add del">
        <pc:chgData name="Dieter Beaven" userId="9bbdb69f-69d0-4759-aa9b-5c090a2da237" providerId="ADAL" clId="{6813C58C-754E-4605-8654-180B731865BA}" dt="2025-06-20T10:04:19.226" v="96" actId="47"/>
        <pc:sldMkLst>
          <pc:docMk/>
          <pc:sldMk cId="3619107105" sldId="720"/>
        </pc:sldMkLst>
      </pc:sldChg>
    </pc:docChg>
  </pc:docChgLst>
  <pc:docChgLst>
    <pc:chgData name="Dieter Beaven" userId="9bbdb69f-69d0-4759-aa9b-5c090a2da237" providerId="ADAL" clId="{1D114AD5-718F-4CB2-983E-E11E1B1983E9}"/>
    <pc:docChg chg="undo custSel addSld delSld modSld">
      <pc:chgData name="Dieter Beaven" userId="9bbdb69f-69d0-4759-aa9b-5c090a2da237" providerId="ADAL" clId="{1D114AD5-718F-4CB2-983E-E11E1B1983E9}" dt="2024-09-24T15:43:19.967" v="28" actId="1076"/>
      <pc:docMkLst>
        <pc:docMk/>
      </pc:docMkLst>
      <pc:sldChg chg="addSp delSp mod">
        <pc:chgData name="Dieter Beaven" userId="9bbdb69f-69d0-4759-aa9b-5c090a2da237" providerId="ADAL" clId="{1D114AD5-718F-4CB2-983E-E11E1B1983E9}" dt="2024-09-24T15:38:41.536" v="6" actId="22"/>
        <pc:sldMkLst>
          <pc:docMk/>
          <pc:sldMk cId="464788855" sldId="532"/>
        </pc:sldMkLst>
      </pc:sldChg>
      <pc:sldChg chg="addSp delSp modSp mod">
        <pc:chgData name="Dieter Beaven" userId="9bbdb69f-69d0-4759-aa9b-5c090a2da237" providerId="ADAL" clId="{1D114AD5-718F-4CB2-983E-E11E1B1983E9}" dt="2024-09-24T15:43:19.967" v="28" actId="1076"/>
        <pc:sldMkLst>
          <pc:docMk/>
          <pc:sldMk cId="173887519" sldId="533"/>
        </pc:sldMkLst>
      </pc:sldChg>
      <pc:sldChg chg="modSp mod">
        <pc:chgData name="Dieter Beaven" userId="9bbdb69f-69d0-4759-aa9b-5c090a2da237" providerId="ADAL" clId="{1D114AD5-718F-4CB2-983E-E11E1B1983E9}" dt="2024-09-24T15:38:19.545" v="1" actId="20577"/>
        <pc:sldMkLst>
          <pc:docMk/>
          <pc:sldMk cId="3923336104" sldId="702"/>
        </pc:sldMkLst>
      </pc:sldChg>
      <pc:sldChg chg="addSp delSp modSp mod">
        <pc:chgData name="Dieter Beaven" userId="9bbdb69f-69d0-4759-aa9b-5c090a2da237" providerId="ADAL" clId="{1D114AD5-718F-4CB2-983E-E11E1B1983E9}" dt="2024-09-24T15:42:04.058" v="23" actId="1076"/>
        <pc:sldMkLst>
          <pc:docMk/>
          <pc:sldMk cId="3196350854" sldId="703"/>
        </pc:sldMkLst>
      </pc:sldChg>
      <pc:sldChg chg="addSp delSp modSp mod">
        <pc:chgData name="Dieter Beaven" userId="9bbdb69f-69d0-4759-aa9b-5c090a2da237" providerId="ADAL" clId="{1D114AD5-718F-4CB2-983E-E11E1B1983E9}" dt="2024-09-24T15:40:06.408" v="15" actId="1076"/>
        <pc:sldMkLst>
          <pc:docMk/>
          <pc:sldMk cId="1756658491" sldId="712"/>
        </pc:sldMkLst>
      </pc:sldChg>
      <pc:sldChg chg="addSp delSp modSp mod">
        <pc:chgData name="Dieter Beaven" userId="9bbdb69f-69d0-4759-aa9b-5c090a2da237" providerId="ADAL" clId="{1D114AD5-718F-4CB2-983E-E11E1B1983E9}" dt="2024-09-24T15:41:21.835" v="20" actId="1076"/>
        <pc:sldMkLst>
          <pc:docMk/>
          <pc:sldMk cId="1336369231" sldId="713"/>
        </pc:sldMkLst>
      </pc:sldChg>
      <pc:sldChg chg="delSp del mod">
        <pc:chgData name="Dieter Beaven" userId="9bbdb69f-69d0-4759-aa9b-5c090a2da237" providerId="ADAL" clId="{1D114AD5-718F-4CB2-983E-E11E1B1983E9}" dt="2024-09-24T15:42:57.812" v="27" actId="47"/>
        <pc:sldMkLst>
          <pc:docMk/>
          <pc:sldMk cId="2341366643" sldId="714"/>
        </pc:sldMkLst>
      </pc:sldChg>
      <pc:sldChg chg="add del">
        <pc:chgData name="Dieter Beaven" userId="9bbdb69f-69d0-4759-aa9b-5c090a2da237" providerId="ADAL" clId="{1D114AD5-718F-4CB2-983E-E11E1B1983E9}" dt="2024-09-24T15:42:08.366" v="24" actId="47"/>
        <pc:sldMkLst>
          <pc:docMk/>
          <pc:sldMk cId="2435014896" sldId="715"/>
        </pc:sldMkLst>
      </pc:sldChg>
    </pc:docChg>
  </pc:docChgLst>
  <pc:docChgLst>
    <pc:chgData name="Dieter Beaven" userId="9bbdb69f-69d0-4759-aa9b-5c090a2da237" providerId="ADAL" clId="{19D540C2-E7A4-4480-9AB3-C4DB0C8FE064}"/>
    <pc:docChg chg="modSld">
      <pc:chgData name="Dieter Beaven" userId="9bbdb69f-69d0-4759-aa9b-5c090a2da237" providerId="ADAL" clId="{19D540C2-E7A4-4480-9AB3-C4DB0C8FE064}" dt="2025-04-24T16:06:01.449" v="1" actId="20577"/>
      <pc:docMkLst>
        <pc:docMk/>
      </pc:docMkLst>
      <pc:sldChg chg="modSp mod">
        <pc:chgData name="Dieter Beaven" userId="9bbdb69f-69d0-4759-aa9b-5c090a2da237" providerId="ADAL" clId="{19D540C2-E7A4-4480-9AB3-C4DB0C8FE064}" dt="2025-04-24T16:06:01.449" v="1" actId="20577"/>
        <pc:sldMkLst>
          <pc:docMk/>
          <pc:sldMk cId="3923336104" sldId="702"/>
        </pc:sldMkLst>
        <pc:spChg chg="mod">
          <ac:chgData name="Dieter Beaven" userId="9bbdb69f-69d0-4759-aa9b-5c090a2da237" providerId="ADAL" clId="{19D540C2-E7A4-4480-9AB3-C4DB0C8FE064}" dt="2025-04-24T16:06:01.449" v="1" actId="20577"/>
          <ac:spMkLst>
            <pc:docMk/>
            <pc:sldMk cId="3923336104" sldId="702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306687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92D050"/>
                </a:solidFill>
              </a:rPr>
              <a:t>P1 Chapter 13: </a:t>
            </a:r>
            <a:r>
              <a:rPr lang="en-GB">
                <a:solidFill>
                  <a:schemeClr val="accent5"/>
                </a:solidFill>
              </a:rPr>
              <a:t>Integration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Chapter Practice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336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70652F6-3968-B275-272E-6F20E42C6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895350"/>
            <a:ext cx="790575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64C35-0CE1-D4A0-3ECB-E6D4486C1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C8C56E0-4079-00E0-F901-20523E076E94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64C15C2-AE0C-190A-5E93-DFCB88F9BADA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0341713-2518-A57E-2DEA-A9B295978C4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084E90B-B568-8571-FC29-21FC4ACEB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78" y="1196702"/>
            <a:ext cx="773430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226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4B7714E7-51E2-12A0-8667-DB62D2DA7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692696"/>
            <a:ext cx="7810500" cy="60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658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500DCA3-81E8-3DBF-C8B3-8F830B0CA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65" y="836712"/>
            <a:ext cx="7934325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69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CF956D2-AECA-3346-EF9B-0B21BE3B3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15" y="836712"/>
            <a:ext cx="7896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50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57E9E-E250-D6D7-AFAE-3CF9D1682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5E67367-E434-3E18-6BE6-1FCEA139DF41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45B6A2C4-C874-C473-10B4-DA120C6DB242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4678F18-5202-8E56-655D-9DA8F8DD33FA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2C23EABE-C750-B406-ACC0-C1EF8BD2A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620688"/>
            <a:ext cx="7829550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957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25299-4502-F93D-781A-5B80285D8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377C70-AFC9-3167-B831-7F87A5474B81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3BC1FB26-40CE-C5D6-42B2-6AF82DF6A5F4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5D1BC6C-7431-9522-156F-A691E291415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64AE9E8F-2C5B-A69E-E02E-4A8101C27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698326"/>
            <a:ext cx="7829550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35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A53AA-9BFC-889B-329B-BAC158666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8547716-3E28-A66B-FF43-457CF804DE3A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4D8C6B58-831F-62AE-D939-43DF23EBB712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39085C4-097B-7022-38D7-BF84CF25A1AD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1772799-1F9D-63CE-CAAB-7D7778E76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0" y="908720"/>
            <a:ext cx="7800975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134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6E7B4-0AA8-0A92-9727-53A06AF54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FAE51F9-1F78-0BB9-4565-00586378815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34432BB4-9AC6-FE83-6081-941499932694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0D7DA9D-8AFD-4BD3-36CC-F63A9356E5E9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0753B26-5EA0-363D-5EBA-7EC0E005C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65" y="980728"/>
            <a:ext cx="82391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33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BF62D95-2E18-8EB2-6DC0-1804AB4DC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65" y="980728"/>
            <a:ext cx="8543925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A38195-DE73-4ADB-89E9-06FC4C7B97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9D3391-997D-4369-8C5A-9887D520139A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terms/"/>
    <ds:schemaRef ds:uri="f9cd3b9a-9a6c-485a-81b7-4082693b5161"/>
    <ds:schemaRef ds:uri="faa1ecaf-a1aa-4fc9-8c75-2805352e1f65"/>
    <ds:schemaRef ds:uri="http://www.w3.org/XML/1998/namespace"/>
    <ds:schemaRef ds:uri="http://purl.org/dc/elements/1.1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16367F5-30EB-4FB8-AC0F-C9698F2B8F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29573</TotalTime>
  <Words>29</Words>
  <Application>Microsoft Office PowerPoint</Application>
  <PresentationFormat>On-screen Show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P1 Chapter 13: Integration  Chapter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916</cp:revision>
  <dcterms:created xsi:type="dcterms:W3CDTF">2013-02-28T07:36:55Z</dcterms:created>
  <dcterms:modified xsi:type="dcterms:W3CDTF">2025-06-20T10:04:22Z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