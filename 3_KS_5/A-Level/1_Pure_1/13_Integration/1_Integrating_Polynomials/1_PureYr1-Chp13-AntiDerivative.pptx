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618" r:id="rId6"/>
    <p:sldId id="626" r:id="rId7"/>
    <p:sldId id="627" r:id="rId8"/>
    <p:sldId id="628" r:id="rId9"/>
    <p:sldId id="549" r:id="rId10"/>
    <p:sldId id="543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9333997C-090F-491C-BDB5-1CCF2FC97DE5}"/>
    <pc:docChg chg="delSld modSld">
      <pc:chgData name="Dieter Beaven" userId="9bbdb69f-69d0-4759-aa9b-5c090a2da237" providerId="ADAL" clId="{9333997C-090F-491C-BDB5-1CCF2FC97DE5}" dt="2025-06-20T09:50:19.399" v="8" actId="47"/>
      <pc:docMkLst>
        <pc:docMk/>
      </pc:docMkLst>
      <pc:sldChg chg="addSp modSp mod">
        <pc:chgData name="Dieter Beaven" userId="9bbdb69f-69d0-4759-aa9b-5c090a2da237" providerId="ADAL" clId="{9333997C-090F-491C-BDB5-1CCF2FC97DE5}" dt="2025-06-18T13:01:21.229" v="1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9333997C-090F-491C-BDB5-1CCF2FC97DE5}" dt="2025-06-18T13:01:21.229" v="1" actId="1076"/>
          <ac:picMkLst>
            <pc:docMk/>
            <pc:sldMk cId="3896053727" sldId="543"/>
            <ac:picMk id="6" creationId="{7A0D5361-DF26-B4B7-DD83-10207C938497}"/>
          </ac:picMkLst>
        </pc:picChg>
      </pc:sldChg>
      <pc:sldChg chg="addSp modSp mod">
        <pc:chgData name="Dieter Beaven" userId="9bbdb69f-69d0-4759-aa9b-5c090a2da237" providerId="ADAL" clId="{9333997C-090F-491C-BDB5-1CCF2FC97DE5}" dt="2025-06-20T09:50:17.009" v="7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9333997C-090F-491C-BDB5-1CCF2FC97DE5}" dt="2025-06-20T09:50:17.009" v="7" actId="1076"/>
          <ac:picMkLst>
            <pc:docMk/>
            <pc:sldMk cId="3458699803" sldId="545"/>
            <ac:picMk id="6" creationId="{967E7FC4-0438-1936-14F2-2155204D20F1}"/>
          </ac:picMkLst>
        </pc:picChg>
      </pc:sldChg>
      <pc:sldChg chg="del">
        <pc:chgData name="Dieter Beaven" userId="9bbdb69f-69d0-4759-aa9b-5c090a2da237" providerId="ADAL" clId="{9333997C-090F-491C-BDB5-1CCF2FC97DE5}" dt="2025-06-18T13:01:22.997" v="2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9333997C-090F-491C-BDB5-1CCF2FC97DE5}" dt="2025-06-18T13:01:23.536" v="3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9333997C-090F-491C-BDB5-1CCF2FC97DE5}" dt="2025-06-20T09:50:19.399" v="8" actId="47"/>
        <pc:sldMkLst>
          <pc:docMk/>
          <pc:sldMk cId="2531956736" sldId="552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  <pc:spChg chg="mod">
          <ac:chgData name="Dieter Beaven" userId="9bbdb69f-69d0-4759-aa9b-5c090a2da237" providerId="ADAL" clId="{A29BA35D-79C6-487C-8309-DC71AAB4C877}" dt="2025-04-29T12:03:22.599" v="17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A29BA35D-79C6-487C-8309-DC71AAB4C877}" dt="2025-04-29T12:03:28.813" v="18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E4DFDE64-8AFC-4BD6-AF12-53F3776891BC}" dt="2025-04-25T15:27:33.757" v="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  <pc:spChg chg="mod">
          <ac:chgData name="Dieter Beaven" userId="9bbdb69f-69d0-4759-aa9b-5c090a2da237" providerId="ADAL" clId="{E4DFDE64-8AFC-4BD6-AF12-53F3776891BC}" dt="2025-04-25T15:27:36.679" v="1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E4DFDE64-8AFC-4BD6-AF12-53F3776891BC}" dt="2025-04-25T15:27:38.398" v="3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B9E7B329-7518-41C1-BDA1-42A97AFF9E8B}"/>
    <pc:docChg chg="addSld modSld">
      <pc:chgData name="Dieter Beaven" userId="9bbdb69f-69d0-4759-aa9b-5c090a2da237" providerId="ADAL" clId="{B9E7B329-7518-41C1-BDA1-42A97AFF9E8B}" dt="2025-05-12T11:26:06.443" v="118" actId="20577"/>
      <pc:docMkLst>
        <pc:docMk/>
      </pc:docMkLst>
      <pc:sldChg chg="modSp mod">
        <pc:chgData name="Dieter Beaven" userId="9bbdb69f-69d0-4759-aa9b-5c090a2da237" providerId="ADAL" clId="{B9E7B329-7518-41C1-BDA1-42A97AFF9E8B}" dt="2025-05-12T11:25:07.936" v="108" actId="20577"/>
        <pc:sldMkLst>
          <pc:docMk/>
          <pc:sldMk cId="3991975165" sldId="547"/>
        </pc:sldMkLst>
        <pc:spChg chg="mod">
          <ac:chgData name="Dieter Beaven" userId="9bbdb69f-69d0-4759-aa9b-5c090a2da237" providerId="ADAL" clId="{B9E7B329-7518-41C1-BDA1-42A97AFF9E8B}" dt="2025-05-12T11:25:07.936" v="108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B9E7B329-7518-41C1-BDA1-42A97AFF9E8B}" dt="2025-05-12T11:26:06.443" v="118" actId="20577"/>
        <pc:sldMkLst>
          <pc:docMk/>
          <pc:sldMk cId="3055658135" sldId="549"/>
        </pc:sldMkLst>
        <pc:spChg chg="mod">
          <ac:chgData name="Dieter Beaven" userId="9bbdb69f-69d0-4759-aa9b-5c090a2da237" providerId="ADAL" clId="{B9E7B329-7518-41C1-BDA1-42A97AFF9E8B}" dt="2025-05-12T11:26:06.443" v="118" actId="20577"/>
          <ac:spMkLst>
            <pc:docMk/>
            <pc:sldMk cId="3055658135" sldId="549"/>
            <ac:spMk id="5" creationId="{00000000-0000-0000-0000-000000000000}"/>
          </ac:spMkLst>
        </pc:spChg>
      </pc:sldChg>
      <pc:sldChg chg="modSp add mod">
        <pc:chgData name="Dieter Beaven" userId="9bbdb69f-69d0-4759-aa9b-5c090a2da237" providerId="ADAL" clId="{B9E7B329-7518-41C1-BDA1-42A97AFF9E8B}" dt="2025-05-12T11:25:47.600" v="116" actId="20577"/>
        <pc:sldMkLst>
          <pc:docMk/>
          <pc:sldMk cId="851233267" sldId="618"/>
        </pc:sldMkLst>
        <pc:spChg chg="mod">
          <ac:chgData name="Dieter Beaven" userId="9bbdb69f-69d0-4759-aa9b-5c090a2da237" providerId="ADAL" clId="{B9E7B329-7518-41C1-BDA1-42A97AFF9E8B}" dt="2025-05-12T11:25:47.600" v="116" actId="20577"/>
          <ac:spMkLst>
            <pc:docMk/>
            <pc:sldMk cId="851233267" sldId="618"/>
            <ac:spMk id="7" creationId="{00000000-0000-0000-0000-000000000000}"/>
          </ac:spMkLst>
        </pc:spChg>
      </pc:sldChg>
      <pc:sldChg chg="add">
        <pc:chgData name="Dieter Beaven" userId="9bbdb69f-69d0-4759-aa9b-5c090a2da237" providerId="ADAL" clId="{B9E7B329-7518-41C1-BDA1-42A97AFF9E8B}" dt="2025-05-12T11:23:36.202" v="0"/>
        <pc:sldMkLst>
          <pc:docMk/>
          <pc:sldMk cId="2044562124" sldId="626"/>
        </pc:sldMkLst>
      </pc:sldChg>
      <pc:sldChg chg="add">
        <pc:chgData name="Dieter Beaven" userId="9bbdb69f-69d0-4759-aa9b-5c090a2da237" providerId="ADAL" clId="{B9E7B329-7518-41C1-BDA1-42A97AFF9E8B}" dt="2025-05-12T11:23:36.202" v="0"/>
        <pc:sldMkLst>
          <pc:docMk/>
          <pc:sldMk cId="2982292785" sldId="627"/>
        </pc:sldMkLst>
      </pc:sldChg>
      <pc:sldChg chg="add">
        <pc:chgData name="Dieter Beaven" userId="9bbdb69f-69d0-4759-aa9b-5c090a2da237" providerId="ADAL" clId="{B9E7B329-7518-41C1-BDA1-42A97AFF9E8B}" dt="2025-05-12T11:23:36.202" v="0"/>
        <pc:sldMkLst>
          <pc:docMk/>
          <pc:sldMk cId="289465151" sldId="6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Anti-Derivative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Integrating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GB" sz="3200" dirty="0"/>
                    <a:t> terms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17330" y="863487"/>
            <a:ext cx="6486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Integration is the </a:t>
            </a:r>
            <a:r>
              <a:rPr lang="en-GB" sz="2000" b="1" dirty="0"/>
              <a:t>opposite of differentiation</a:t>
            </a:r>
            <a:r>
              <a:rPr lang="en-GB" sz="2000" dirty="0"/>
              <a:t>.</a:t>
            </a:r>
          </a:p>
          <a:p>
            <a:r>
              <a:rPr lang="en-GB" sz="2000" dirty="0"/>
              <a:t>Integrals are also called the ‘</a:t>
            </a:r>
            <a:r>
              <a:rPr lang="en-GB" sz="2000" i="1" dirty="0"/>
              <a:t>anti-derivative</a:t>
            </a:r>
            <a:r>
              <a:rPr lang="en-GB" sz="2000" dirty="0"/>
              <a:t>’.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9787" y="2392174"/>
                <a:ext cx="13099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87" y="2392174"/>
                <a:ext cx="13099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912052" y="2053943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multiply by power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390650" y="2247900"/>
            <a:ext cx="514350" cy="295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4159761" y="2228850"/>
            <a:ext cx="457200" cy="9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616961" y="2028868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reduce power by 1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6864670" y="2219325"/>
            <a:ext cx="431480" cy="247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181015" y="2229791"/>
                <a:ext cx="13099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15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015" y="2229791"/>
                <a:ext cx="13099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4593678" y="2906776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increase power by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80588" y="2920226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divide by </a:t>
            </a:r>
            <a:r>
              <a:rPr lang="en-GB" u="sng" dirty="0"/>
              <a:t>new</a:t>
            </a:r>
            <a:r>
              <a:rPr lang="en-GB" dirty="0"/>
              <a:t> power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6867525" y="2714625"/>
            <a:ext cx="504825" cy="361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210050" y="3082151"/>
            <a:ext cx="382229" cy="3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 flipV="1">
            <a:off x="1371600" y="2781300"/>
            <a:ext cx="595094" cy="339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52252" y="3930408"/>
                <a:ext cx="3670498" cy="6242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52" y="3930408"/>
                <a:ext cx="3670498" cy="624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40930" y="4670085"/>
                <a:ext cx="689929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Adding 1 to the power and dividing by this power give us: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However, other functions would also have differentiated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−4,    …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Clearly we could have had any constant, as it disappears upon differentiation.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30" y="4670085"/>
                <a:ext cx="6899297" cy="2031325"/>
              </a:xfrm>
              <a:prstGeom prst="rect">
                <a:avLst/>
              </a:prstGeom>
              <a:blipFill>
                <a:blip r:embed="rId6"/>
                <a:stretch>
                  <a:fillRect l="-795" t="-1502" b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463352" y="3467224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However, there’s one added complication…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430" y="1959124"/>
            <a:ext cx="110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Function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27860" y="1806795"/>
            <a:ext cx="1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Gradient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084168" y="6165304"/>
                <a:ext cx="2793132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is known as a </a:t>
                </a:r>
                <a:r>
                  <a:rPr lang="en-GB" b="1" dirty="0"/>
                  <a:t>constant of integration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6165304"/>
                <a:ext cx="2793132" cy="646331"/>
              </a:xfrm>
              <a:prstGeom prst="rect">
                <a:avLst/>
              </a:prstGeom>
              <a:blipFill>
                <a:blip r:embed="rId7"/>
                <a:stretch>
                  <a:fillRect l="-1299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5292080" y="6399414"/>
            <a:ext cx="792088" cy="94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23301" y="4554681"/>
            <a:ext cx="8353999" cy="22490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80588" y="2894252"/>
            <a:ext cx="2273847" cy="3953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92279" y="2878922"/>
            <a:ext cx="2273847" cy="3953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728" y="5917875"/>
            <a:ext cx="3774008" cy="73866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Textbook Error </a:t>
            </a:r>
            <a:r>
              <a:rPr lang="en-GB" sz="1400" dirty="0"/>
              <a:t>on Pg289: “When integrating polynomials”, but Example 3 is not a polynomial because it has negative and fractional powers.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6228" y="929928"/>
                <a:ext cx="21148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929928"/>
                <a:ext cx="2114872" cy="461665"/>
              </a:xfrm>
              <a:prstGeom prst="rect">
                <a:avLst/>
              </a:prstGeom>
              <a:blipFill>
                <a:blip r:embed="rId2"/>
                <a:stretch>
                  <a:fillRect l="-267"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6052" y="1738908"/>
                <a:ext cx="38546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" y="1738908"/>
                <a:ext cx="3854648" cy="793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6052" y="2531374"/>
                <a:ext cx="38546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" y="2531374"/>
                <a:ext cx="3854648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00300" y="1139594"/>
                <a:ext cx="3240360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Exam Note</a:t>
                </a:r>
                <a:r>
                  <a:rPr lang="en-GB" dirty="0"/>
                  <a:t>: Historically ‘C1’ penalised the lack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, but modules thereafter didn’t. You should </a:t>
                </a:r>
                <a:r>
                  <a:rPr lang="en-GB" b="1" u="sng" dirty="0"/>
                  <a:t>always</a:t>
                </a:r>
                <a:r>
                  <a:rPr lang="en-GB" dirty="0"/>
                  <a:t> include it.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300" y="1139594"/>
                <a:ext cx="3240360" cy="1200329"/>
              </a:xfrm>
              <a:prstGeom prst="rect">
                <a:avLst/>
              </a:prstGeom>
              <a:blipFill>
                <a:blip r:embed="rId5"/>
                <a:stretch>
                  <a:fillRect l="-1308" t="-1990" b="-5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4139952" y="1739759"/>
            <a:ext cx="1260348" cy="395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79948" y="2844264"/>
                <a:ext cx="3508452" cy="8014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could also write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dirty="0"/>
                  <a:t>. It’s a matter of personal preference.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48" y="2844264"/>
                <a:ext cx="3508452" cy="801438"/>
              </a:xfrm>
              <a:prstGeom prst="rect">
                <a:avLst/>
              </a:prstGeom>
              <a:blipFill>
                <a:blip r:embed="rId6"/>
                <a:stretch>
                  <a:fillRect l="-1034" b="-96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4279900" y="2959100"/>
            <a:ext cx="1000048" cy="36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8700" y="4050893"/>
                <a:ext cx="617530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00" y="4050893"/>
                <a:ext cx="6175300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89500" y="5042195"/>
                <a:ext cx="4064000" cy="165199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 err="1"/>
                  <a:t>Fro</a:t>
                </a:r>
                <a:r>
                  <a:rPr lang="en-GB" sz="1600" b="1" dirty="0"/>
                  <a:t> Tip:</a:t>
                </a:r>
                <a:r>
                  <a:rPr lang="en-GB" sz="1600" dirty="0"/>
                  <a:t> Many students are taught to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GB" sz="1600" dirty="0"/>
                  <a:t> (as does textbook!). This is ugly and students then often struggle to simplify it. Instead remember back to Year 7: </a:t>
                </a:r>
                <a:r>
                  <a:rPr lang="en-GB" sz="1600" b="1" dirty="0"/>
                  <a:t>When you divide by a fraction, you multiply by the reciprocal.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0" y="5042195"/>
                <a:ext cx="4064000" cy="1651991"/>
              </a:xfrm>
              <a:prstGeom prst="rect">
                <a:avLst/>
              </a:prstGeom>
              <a:blipFill>
                <a:blip r:embed="rId8"/>
                <a:stretch>
                  <a:fillRect l="-447" r="-894" b="-3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 flipV="1">
            <a:off x="4051300" y="4902200"/>
            <a:ext cx="846956" cy="73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49001" y="1735281"/>
            <a:ext cx="1102299" cy="728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9001" y="2561889"/>
            <a:ext cx="1191199" cy="8417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8526" y="3958371"/>
            <a:ext cx="3153674" cy="9692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4456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More Fractional Examples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6228" y="929928"/>
                <a:ext cx="21148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929928"/>
                <a:ext cx="2114872" cy="461665"/>
              </a:xfrm>
              <a:prstGeom prst="rect">
                <a:avLst/>
              </a:prstGeom>
              <a:blipFill>
                <a:blip r:embed="rId2"/>
                <a:stretch>
                  <a:fillRect l="-267"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6052" y="1738908"/>
                <a:ext cx="6102548" cy="862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=8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" y="1738908"/>
                <a:ext cx="6102548" cy="862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54300" y="1076094"/>
                <a:ext cx="3240360" cy="159146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divide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 we multiply by the reciprocal, i.e. 2. </a:t>
                </a:r>
              </a:p>
              <a:p>
                <a:r>
                  <a:rPr lang="en-GB" b="1" dirty="0" err="1"/>
                  <a:t>Fro</a:t>
                </a:r>
                <a:r>
                  <a:rPr lang="en-GB" b="1" dirty="0"/>
                  <a:t> Tip: </a:t>
                </a:r>
                <a:r>
                  <a:rPr lang="en-GB" dirty="0"/>
                  <a:t>I recommend doing in your head when the simplification would be simple.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300" y="1076094"/>
                <a:ext cx="3240360" cy="1591461"/>
              </a:xfrm>
              <a:prstGeom prst="rect">
                <a:avLst/>
              </a:prstGeom>
              <a:blipFill>
                <a:blip r:embed="rId4"/>
                <a:stretch>
                  <a:fillRect l="-1308" r="-561" b="-45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292080" y="1871825"/>
            <a:ext cx="362220" cy="45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6052" y="3047787"/>
                <a:ext cx="61025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" y="3047787"/>
                <a:ext cx="6102548" cy="793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6052" y="4287609"/>
                <a:ext cx="805638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2" y="4287609"/>
                <a:ext cx="8056388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0992" y="5445224"/>
                <a:ext cx="7485384" cy="80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92" y="5445224"/>
                <a:ext cx="7485384" cy="8014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021901" y="1595581"/>
            <a:ext cx="873699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8100" y="1643841"/>
            <a:ext cx="1140300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72600" y="2914857"/>
            <a:ext cx="1677300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8100" y="4185873"/>
            <a:ext cx="3542212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38100" y="5334940"/>
            <a:ext cx="3542212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22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6228" y="929928"/>
                <a:ext cx="23942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929928"/>
                <a:ext cx="2394272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900" y="3311660"/>
                <a:ext cx="715664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" y="3311660"/>
                <a:ext cx="7156648" cy="786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1600" y="4318995"/>
                <a:ext cx="715664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2400" b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00" y="4318995"/>
                <a:ext cx="7156648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1884" y="5202033"/>
                <a:ext cx="7156648" cy="635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=18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4" y="5202033"/>
                <a:ext cx="7156648" cy="635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432348" y="3165014"/>
            <a:ext cx="1140300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36096" y="3165014"/>
            <a:ext cx="1799956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2120" y="4213079"/>
            <a:ext cx="997028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84552" y="4213079"/>
            <a:ext cx="1275436" cy="982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79252" y="1651238"/>
                <a:ext cx="71566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+7                         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52" y="1651238"/>
                <a:ext cx="7156648" cy="461665"/>
              </a:xfrm>
              <a:prstGeom prst="rect">
                <a:avLst/>
              </a:prstGeom>
              <a:blipFill>
                <a:blip r:embed="rId6"/>
                <a:stretch>
                  <a:fillRect l="-681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9996" y="2206997"/>
                <a:ext cx="715664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−1                         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96" y="2206997"/>
                <a:ext cx="7156648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384552" y="1447800"/>
            <a:ext cx="2044948" cy="709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84552" y="2236211"/>
            <a:ext cx="2044948" cy="8371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14400" y="5996012"/>
                <a:ext cx="7569200" cy="79585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Note</a:t>
                </a:r>
                <a:r>
                  <a:rPr lang="en-GB" sz="1600" dirty="0"/>
                  <a:t>: In case you’re wondering what happens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600" dirty="0"/>
                  <a:t> , the problem is that after adding 1 to the power, we’d be dividing by 0. You will learn how to integrate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 dirty="0"/>
                  <a:t> in Year 2.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996012"/>
                <a:ext cx="7569200" cy="795859"/>
              </a:xfrm>
              <a:prstGeom prst="rect">
                <a:avLst/>
              </a:prstGeom>
              <a:blipFill>
                <a:blip r:embed="rId8"/>
                <a:stretch>
                  <a:fillRect l="-241"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5384552" y="5251665"/>
            <a:ext cx="1740148" cy="6665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46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/>
              <a:t>Page 104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A0D5361-DF26-B4B7-DD83-10207C93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03" y="836712"/>
            <a:ext cx="7258050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7E7FC4-0438-1936-14F2-2155204D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36712"/>
            <a:ext cx="497205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61753</TotalTime>
  <Words>534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P1 Chapter 13: Integration  The Anti-Derivative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